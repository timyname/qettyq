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ca872692c54c7b" /><Relationship Type="http://schemas.openxmlformats.org/officeDocument/2006/relationships/extended-properties" Target="/docProps/app.xml" Id="R27b6eb1c738e4dd8" /><Relationship Type="http://schemas.openxmlformats.org/officeDocument/2006/relationships/officeDocument" Target="/ppt/presentation.xml" Id="R50b2de3e83b7491b" /></Relationships>
</file>

<file path=ppt/presentation.xml><?xml version="1.0" encoding="utf-8"?>
<p:presentation xmlns:p="http://schemas.openxmlformats.org/presentationml/2006/main">
  <p:sldMasterIdLst>
    <p:sldMasterId xmlns:r="http://schemas.openxmlformats.org/officeDocument/2006/relationships" id="2147483648" r:id="R5d701cd1a88b4f84"/>
  </p:sldMasterIdLst>
  <p:notesMasterIdLst>
    <p:notesMasterId xmlns:r="http://schemas.openxmlformats.org/officeDocument/2006/relationships" r:id="Rf21e055287f84a79"/>
  </p:notesMasterIdLst>
  <p:sldIdLst>
    <p:sldId xmlns:r="http://schemas.openxmlformats.org/officeDocument/2006/relationships" id="256" r:id="R7d788da35c004a33"/>
    <p:sldId xmlns:r="http://schemas.openxmlformats.org/officeDocument/2006/relationships" id="257" r:id="R71292cd10db74209"/>
    <p:sldId xmlns:r="http://schemas.openxmlformats.org/officeDocument/2006/relationships" id="258" r:id="Rb01c804127b14414"/>
    <p:sldId xmlns:r="http://schemas.openxmlformats.org/officeDocument/2006/relationships" id="259" r:id="Rb6d666dd9aa345ed"/>
    <p:sldId xmlns:r="http://schemas.openxmlformats.org/officeDocument/2006/relationships" id="260" r:id="Ra401e19afff1413a"/>
    <p:sldId xmlns:r="http://schemas.openxmlformats.org/officeDocument/2006/relationships" id="261" r:id="R0efcaf495f344148"/>
    <p:sldId xmlns:r="http://schemas.openxmlformats.org/officeDocument/2006/relationships" id="262" r:id="Ra885712bd06842bf"/>
    <p:sldId xmlns:r="http://schemas.openxmlformats.org/officeDocument/2006/relationships" id="263" r:id="R0b07eac76ee24501"/>
    <p:sldId xmlns:r="http://schemas.openxmlformats.org/officeDocument/2006/relationships" id="264" r:id="Rfa45a31fbf6440b0"/>
    <p:sldId xmlns:r="http://schemas.openxmlformats.org/officeDocument/2006/relationships" id="265" r:id="Ra3872f1924b246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c812102d1f4d13" /><Relationship Type="http://schemas.openxmlformats.org/officeDocument/2006/relationships/slideMaster" Target="/ppt/slideMasters/slideMaster1.xml" Id="R5d701cd1a88b4f84" /><Relationship Type="http://schemas.openxmlformats.org/officeDocument/2006/relationships/notesMaster" Target="/ppt/notesMasters/notesMaster1.xml" Id="Rf21e055287f84a79" /><Relationship Type="http://schemas.openxmlformats.org/officeDocument/2006/relationships/presProps" Target="/ppt/presProps.xml" Id="Rd011d9cebf1349e6" /><Relationship Type="http://schemas.openxmlformats.org/officeDocument/2006/relationships/tableStyles" Target="/ppt/tableStyles.xml" Id="R7dffc5accb6747e8" /><Relationship Type="http://schemas.openxmlformats.org/officeDocument/2006/relationships/slide" Target="/ppt/slides/slide1.xml" Id="R7d788da35c004a33" /><Relationship Type="http://schemas.openxmlformats.org/officeDocument/2006/relationships/slide" Target="/ppt/slides/slide2.xml" Id="R71292cd10db74209" /><Relationship Type="http://schemas.openxmlformats.org/officeDocument/2006/relationships/slide" Target="/ppt/slides/slide3.xml" Id="Rb01c804127b14414" /><Relationship Type="http://schemas.openxmlformats.org/officeDocument/2006/relationships/slide" Target="/ppt/slides/slide4.xml" Id="Rb6d666dd9aa345ed" /><Relationship Type="http://schemas.openxmlformats.org/officeDocument/2006/relationships/slide" Target="/ppt/slides/slide5.xml" Id="Ra401e19afff1413a" /><Relationship Type="http://schemas.openxmlformats.org/officeDocument/2006/relationships/slide" Target="/ppt/slides/slide6.xml" Id="R0efcaf495f344148" /><Relationship Type="http://schemas.openxmlformats.org/officeDocument/2006/relationships/slide" Target="/ppt/slides/slide7.xml" Id="Ra885712bd06842bf" /><Relationship Type="http://schemas.openxmlformats.org/officeDocument/2006/relationships/slide" Target="/ppt/slides/slide8.xml" Id="R0b07eac76ee24501" /><Relationship Type="http://schemas.openxmlformats.org/officeDocument/2006/relationships/slide" Target="/ppt/slides/slide9.xml" Id="Rfa45a31fbf6440b0" /><Relationship Type="http://schemas.openxmlformats.org/officeDocument/2006/relationships/slide" Target="/ppt/slides/slide10.xml" Id="Ra3872f1924b246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518addedbb45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676d9b9eaf4216" /><Relationship Type="http://schemas.openxmlformats.org/officeDocument/2006/relationships/notesMaster" Target="/ppt/notesMasters/notesMaster1.xml" Id="Rd28a7106832d49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8cf37f522f404d" /><Relationship Type="http://schemas.openxmlformats.org/officeDocument/2006/relationships/notesMaster" Target="/ppt/notesMasters/notesMaster1.xml" Id="Rc17c1db55a8349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e8205a92564d52" /><Relationship Type="http://schemas.openxmlformats.org/officeDocument/2006/relationships/notesMaster" Target="/ppt/notesMasters/notesMaster1.xml" Id="R6c8f8442857847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2a910da5c041df" /><Relationship Type="http://schemas.openxmlformats.org/officeDocument/2006/relationships/notesMaster" Target="/ppt/notesMasters/notesMaster1.xml" Id="Rc2cdc81799fd44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fb01b76e5d4ac8" /><Relationship Type="http://schemas.openxmlformats.org/officeDocument/2006/relationships/notesMaster" Target="/ppt/notesMasters/notesMaster1.xml" Id="Reeb8b535bb2e4f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ddf272dd454ae1" /><Relationship Type="http://schemas.openxmlformats.org/officeDocument/2006/relationships/notesMaster" Target="/ppt/notesMasters/notesMaster1.xml" Id="Rd965de2d00e94f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08d11b5f6f45be" /><Relationship Type="http://schemas.openxmlformats.org/officeDocument/2006/relationships/notesMaster" Target="/ppt/notesMasters/notesMaster1.xml" Id="Ra00b7cb35db143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84c9173132414f" /><Relationship Type="http://schemas.openxmlformats.org/officeDocument/2006/relationships/notesMaster" Target="/ppt/notesMasters/notesMaster1.xml" Id="Rb3e8f7698c1842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7dcfa8b76f4c55" /><Relationship Type="http://schemas.openxmlformats.org/officeDocument/2006/relationships/notesMaster" Target="/ppt/notesMasters/notesMaster1.xml" Id="R95dbb1e7657d4d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1a54ef76744ee5" /><Relationship Type="http://schemas.openxmlformats.org/officeDocument/2006/relationships/notesMaster" Target="/ppt/notesMasters/notesMaster1.xml" Id="Ra0011b0496ec44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QETTYQ помогает выбрать, чем заняться в свободное время. Начинаем с Астаны. Человек отмечает интересы, задаёт время и бюджет, затем получает несколько подходящих вариантов. В презентации показаны настоящие экраны приложения; актуальная сборка опубликована на отдельном HTTPS-домене.</a:t>
            </a:r>
          </a:p>
          <a:p xmlns:a="http://schemas.openxmlformats.org/drawingml/2006/main">
            <a:r>
              <a:t/>
            </a:r>
          </a:p>
          <a:p xmlns:a="http://schemas.openxmlformats.org/drawingml/2006/main">
            <a:r>
              <a:t>Источники и статус:</a:t>
            </a:r>
          </a:p>
          <a:p xmlns:a="http://schemas.openxmlformats.org/drawingml/2006/main">
            <a:r>
              <a:t>PRD.md, разделы 2, 3 и 17. Название и контакты предоставил владелец.</a:t>
            </a:r>
          </a:p>
          <a:p xmlns:a="http://schemas.openxmlformats.org/drawingml/2006/main">
            <a:r>
              <a:t>presentation/assets/astana-modern-nomad.png: существующая сгенерированная художественная иллюстрация, не документальная фотография.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Можно получить подборку под свои условия или самому выбрать место на карте. Любителю рок-концертов не нужно по умолчанию предлагать балет первым вариантом. При этом остальные категории остаются доступны. Предпочтения меняют порядок выдачи, а не закрывают город. Это продуктовая гипотеза. Измеренную экономию времени или подтверждённый спрос пока не заявляем.</a:t>
            </a:r>
          </a:p>
          <a:p xmlns:a="http://schemas.openxmlformats.org/drawingml/2006/main">
            <a:r>
              <a:t/>
            </a:r>
          </a:p>
          <a:p xmlns:a="http://schemas.openxmlformats.org/drawingml/2006/main">
            <a:r>
              <a:t>Источники и статус:</a:t>
            </a:r>
          </a:p>
          <a:p xmlns:a="http://schemas.openxmlformats.org/drawingml/2006/main">
            <a:r>
              <a:t>Комментарии владельца к PDF v4: 3, 4, 5.</a:t>
            </a:r>
          </a:p>
          <a:p xmlns:a="http://schemas.openxmlformats.org/drawingml/2006/main">
            <a:r>
              <a:t>src/components/PilotApp.tsx: лента, самостоятельный поиск, карта.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Первый контакт помогает понять вкусы человека. Пользователь свайпает пятнадцать идей досуга. Не сейчас не означает никогда. Выбор можно отменить, подбор интересов можно пропустить. Затем человек задаёт свободное время и бюджет. Нулевой бюджет означает подтверждённо бесплатные варианты. Без ограничений хранится отдельно от нуля. Геопозиция нужна для оценки пути и поступает только с разрешения. Две минуты остаются целевым временем настройки, а не измеренной метрикой.</a:t>
            </a:r>
          </a:p>
          <a:p xmlns:a="http://schemas.openxmlformats.org/drawingml/2006/main">
            <a:r>
              <a:t/>
            </a:r>
          </a:p>
          <a:p xmlns:a="http://schemas.openxmlformats.org/drawingml/2006/main">
            <a:r>
              <a:t>Источники и статус:</a:t>
            </a:r>
          </a:p>
          <a:p xmlns:a="http://schemas.openxmlformats.org/drawingml/2006/main">
            <a:r>
              <a:t>src/components/BudgetControl.tsx, src/components/PilotApp.tsx.</a:t>
            </a:r>
          </a:p>
          <a:p xmlns:a="http://schemas.openxmlformats.org/drawingml/2006/main">
            <a:r>
              <a:t>tests/e2e/map-route-budget.spec.ts, tests/e2e/qettyq.spec.ts. Число тестов не является пользовательской метрикой.</a:t>
            </a:r>
          </a:p>
          <a:p xmlns:a="http://schemas.openxmlformats.org/drawingml/2006/main">
            <a:r>
              <a:t>exports/screenshots/v8/swipe.png, exports/screenshots/v8/budget.png: реальные браузерные экраны. Иллюстрации категорий созданы для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настройки открывается лента Для тебя. Код выбирает до трёх вариантов из каталога с учётом доступных данных и контекста пользователя. Карточки можно перелистывать, открывать и добавлять в план. Место из OpenStreetMap не доказывает наличие спектакля на сегодня. Если точная цена или расписание неизвестны, приложение предлагает уточнить сведения. Иллюстрация категории не является фотографией площадки или афишей события.</a:t>
            </a:r>
          </a:p>
          <a:p xmlns:a="http://schemas.openxmlformats.org/drawingml/2006/main">
            <a:r>
              <a:t/>
            </a:r>
          </a:p>
          <a:p xmlns:a="http://schemas.openxmlformats.org/drawingml/2006/main">
            <a:r>
              <a:t>Источники и статус:</a:t>
            </a:r>
          </a:p>
          <a:p xmlns:a="http://schemas.openxmlformats.org/drawingml/2006/main">
            <a:r>
              <a:t>Персональная лента описана по реализованной логике. В проверенном контексте выдача пуста. Макет или подобранный вручную успешный результат вместо неё не показан.</a:t>
            </a:r>
          </a:p>
          <a:p xmlns:a="http://schemas.openxmlformats.org/drawingml/2006/main">
            <a:r>
              <a:t>src/server/pilot/catalog.ts, src/server/pilot/chat.ts, data/places.json: каталог и детерминированный подбор.</a:t>
            </a:r>
          </a:p>
          <a:p xmlns:a="http://schemas.openxmlformats.org/drawingml/2006/main">
            <a:r>
              <a:t>© OpenStreetMap contributors, ODbL.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Карта работает на MapLibre и OpenFreeMap с данными OpenStreetMap. Её можно перемещать, масштабировать и вращать. Маркеры показывают места и события с известными координатами. В плане есть остановки, дата и время старта по Астане. На публичном VPS дорожный провайдер FOSSGIS Foot вернул пешую геометрию, расстояние и время между двумя публичными OSM-точками. Приложение показывает источник и качество расчёта. При недоступности провайдера используется явно обозначенная приблизительная оценка. Длительность посещения остаётся проектной оценкой.</a:t>
            </a:r>
          </a:p>
          <a:p xmlns:a="http://schemas.openxmlformats.org/drawingml/2006/main">
            <a:r>
              <a:t/>
            </a:r>
          </a:p>
          <a:p xmlns:a="http://schemas.openxmlformats.org/drawingml/2006/main">
            <a:r>
              <a:t>Источники и статус:</a:t>
            </a:r>
          </a:p>
          <a:p xmlns:a="http://schemas.openxmlformats.org/drawingml/2006/main">
            <a:r>
              <a:t>exports/screenshots/v8/map.png, exports/screenshots/v8/route.png: реальные браузерные экраны локальной версии. В примере старт выбран вручную на общедоступной точке карты, это не GPS человека.</a:t>
            </a:r>
          </a:p>
          <a:p xmlns:a="http://schemas.openxmlformats.org/drawingml/2006/main">
            <a:r>
              <a:t>src/components/MapCanvas.tsx, src/components/RoutePlan.tsx, src/client/route-timeline.ts.</a:t>
            </a:r>
          </a:p>
          <a:p xmlns:a="http://schemas.openxmlformats.org/drawingml/2006/main">
            <a:r>
              <a:t>docs/TEST_REPORT.md: публичный FOSSGIS Foot smoke, 492 м, 393.6 с, 17 вершин.</a:t>
            </a:r>
          </a:p>
          <a:p xmlns:a="http://schemas.openxmlformats.org/drawingml/2006/main">
            <a:r>
              <a:t>© OpenFreeMap, © OpenMapTiles, © OpenStreetMap contributors. https://openfreemap.org/ https://openmaptiles.org/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чат можно написать обычным языком, например попросить театр на два часа и в пределах бюджета. Код сначала находит допустимые записи и проверяет ограничения. Затем публичный GPT‑5.5 объясняет результат на основе evidence и возвращает проверенные карточки и ссылки Sxodim. Если модель недоступна, поиск по каталогу продолжает работать. На слайде показан реальный fallback-интерфейс; публичный GPT‑5.5/evidence-RAG подтверждён отдельным серверным smoke. Hosted web search в публичном режиме выключен.</a:t>
            </a:r>
          </a:p>
          <a:p xmlns:a="http://schemas.openxmlformats.org/drawingml/2006/main">
            <a:r>
              <a:t/>
            </a:r>
          </a:p>
          <a:p xmlns:a="http://schemas.openxmlformats.org/drawingml/2006/main">
            <a:r>
              <a:t>Источники и статус:</a:t>
            </a:r>
          </a:p>
          <a:p xmlns:a="http://schemas.openxmlformats.org/drawingml/2006/main">
            <a:r>
              <a:t>exports/screenshots/v8/chat.png: реальный fallback-диалог приложения, без подмены макетом.</a:t>
            </a:r>
          </a:p>
          <a:p xmlns:a="http://schemas.openxmlformats.org/drawingml/2006/main">
            <a:r>
              <a:t>src/app/api/chat/route.ts, src/server/providers/llm/index.ts, src/components/CitedMessage.tsx.</a:t>
            </a:r>
          </a:p>
          <a:p xmlns:a="http://schemas.openxmlformats.org/drawingml/2006/main">
            <a:r>
              <a:t>docs/STATUS.md и docs/TEST_REPORT.md: публичный GPT‑5.5/evidence-RAG smoke и ограничения бюджета.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сервис получает реальные записи. Затем код проверяет условия и выбирает допустимые варианты. Публичный GPT‑5.5 получает ограниченный набор evidence и объясняет выбор. Второй контролируемый серверный вызов вернул две реальные карточки событий и две ссылки Sxodim. Модель не создаёт координаты, цены или свободные места. При недоступности провайдера остаётся детерминированный ответ. Отдельный локальный тест с web_search тоже завершился успешно, но свободный hosted web search в публичной версии выключен.</a:t>
            </a:r>
          </a:p>
          <a:p xmlns:a="http://schemas.openxmlformats.org/drawingml/2006/main">
            <a:r>
              <a:t/>
            </a:r>
          </a:p>
          <a:p xmlns:a="http://schemas.openxmlformats.org/drawingml/2006/main">
            <a:r>
              <a:t>Источники и статус:</a:t>
            </a:r>
          </a:p>
          <a:p xmlns:a="http://schemas.openxmlformats.org/drawingml/2006/main">
            <a:r>
              <a:t>PRD.md, раздел 9. src/server/pilot/smart-assistant.ts, src/server/providers/llm/index.ts.</a:t>
            </a:r>
          </a:p>
          <a:p xmlns:a="http://schemas.openxmlformats.org/drawingml/2006/main">
            <a:r>
              <a:t>docs/STATUS.md и docs/TEST_REPORT.md: публичный GPT‑5.5/evidence-RAG smoke. docs/agent-reports/A-ai-live-test-20261020.md: отдельный локальный web_search тест.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мест есть импорт и датированный каталог OpenStreetMap. Для событий подключён ограниченный HTTP-адаптер Sxodim по Астане. Он извлекает сведения со страниц событий, проверяет город, дату и доступные поля. Набор небольшой и зависит от источника. Его количество не является охватом всей городской афиши. Обновление происходит по запросу после истечения часового кэша, а не по запущенному расписанию cron. При сбое возможен датированный snapshot с явным статусом свежести. Обязательная ссылка Давай Сходим ведёт на страницу события. Карточка может показать ссылку на покупку, только когда источник её предоставляет. Изображения категорий являются собственными иллюстрациями. Чужие афиши без подтверждённых прав не скачиваем. Ticketon, Kino.kz, Visit Astana и формы организаторов остаются направлениями развития, а не несколькими уже подключёнными афишами.</a:t>
            </a:r>
          </a:p>
          <a:p xmlns:a="http://schemas.openxmlformats.org/drawingml/2006/main">
            <a:r>
              <a:t/>
            </a:r>
          </a:p>
          <a:p xmlns:a="http://schemas.openxmlformats.org/drawingml/2006/main">
            <a:r>
              <a:t>Источники и статус:</a:t>
            </a:r>
          </a:p>
          <a:p xmlns:a="http://schemas.openxmlformats.org/drawingml/2006/main">
            <a:r>
              <a:t>src/server/ingestion/sxodim-live.ts, src/app/api/events/route.ts, data/livedata/sxodim-astana-2026-10-20.json.</a:t>
            </a:r>
          </a:p>
          <a:p xmlns:a="http://schemas.openxmlformats.org/drawingml/2006/main">
            <a:r>
              <a:t>docs/agent-reports/A-event-media.md, data/media-policy.json.</a:t>
            </a:r>
          </a:p>
          <a:p xmlns:a="http://schemas.openxmlformats.org/drawingml/2006/main">
            <a:r>
              <a:t>https://sxodim.com/astana и https://sxodim.com/polzovatelskoe-soglashenie. Некоммерческий пилот с обязательной ссылкой на источник.</a:t>
            </a:r>
          </a:p>
          <a:p xmlns:a="http://schemas.openxmlformats.org/drawingml/2006/main">
            <a:r>
              <a:t>exports/screenshots/v8/live-feed.png: реальный экран, если включён в эту сборку.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Веб-пилот хранит разрешённые пользователем предпочтения, планы и диалог локально в браузере. Пользователь может управлять согласием и удалять данные. Геопозиция нужна для конкретного расчёта и не сохраняется в постоянную память. Она не должна попадать в публичную ссылку общего плана. При переходе в навигацию точка старта передаётся выбранному внешнему сервису. На телефоне понадобится отдельное защищённое хранилище. Его ещё нельзя считать реализованным. Неизвестная цена не равна бесплатному входу. Наличие мест уточняют у организатора. Сохранение, открытие маршрута и посещение являются разными действиями.</a:t>
            </a:r>
          </a:p>
          <a:p xmlns:a="http://schemas.openxmlformats.org/drawingml/2006/main">
            <a:r>
              <a:t/>
            </a:r>
          </a:p>
          <a:p xmlns:a="http://schemas.openxmlformats.org/drawingml/2006/main">
            <a:r>
              <a:t>Источники и статус:</a:t>
            </a:r>
          </a:p>
          <a:p xmlns:a="http://schemas.openxmlformats.org/drawingml/2006/main">
            <a:r>
              <a:t>src/client/local-memory.ts, src/components/PilotApp.tsx. PRD.md, раздел 13.</a:t>
            </a:r>
          </a:p>
          <a:p xmlns:a="http://schemas.openxmlformats.org/drawingml/2006/main">
            <a:r>
              <a:t>tests/e2e/qettyq.spec.ts: согласие, сохранение и удаление локальных данных.</a:t>
            </a:r>
          </a:p>
          <a:p xmlns:a="http://schemas.openxmlformats.org/drawingml/2006/main">
            <a:r>
              <a:t>exports/screenshots/v8/privacy.png: реальный экран локальной памяти, если включён в эту сборку.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Пилот ограничен Астаной. Публичное приложение работает на HTTPS и включает свайпы, условия, чат с карточками, интерактивную карту, план с датой и временем, локальную память и ограниченную live-афишу. Публичный GPT‑5.5/evidence-RAG и дорожная маршрутизация подтверждены отдельными server smoke. Финальное видео длится 2:05 и размещено на YouTube с ограниченным доступом; перед показом жюри владелец должен переключить его на доступ по ссылке. Расширение на Алматы последует после проверки пилота. Выручку, договоры и пользовательские метрики пока не заявляем. Автор Tim Asproyanidi, команда QETTYQ, Qaragandy, Boostseller.kz.</a:t>
            </a:r>
          </a:p>
          <a:p xmlns:a="http://schemas.openxmlformats.org/drawingml/2006/main">
            <a:r>
              <a:t/>
            </a:r>
          </a:p>
          <a:p xmlns:a="http://schemas.openxmlformats.org/drawingml/2006/main">
            <a:r>
              <a:t>Источники и статус:</a:t>
            </a:r>
          </a:p>
          <a:p xmlns:a="http://schemas.openxmlformats.org/drawingml/2006/main">
            <a:r>
              <a:t>Контакты и репозиторий предоставил владелец. https://github.com/timyname/QETTYQ</a:t>
            </a:r>
          </a:p>
          <a:p xmlns:a="http://schemas.openxmlformats.org/drawingml/2006/main">
            <a:r>
              <a:t>Публичная версия: https://qettyqapp.anamai.kz/ . Видео: https://youtu.be/9xqpaYvvaZo . Статус проверен 20.10.2026.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7db0c19ec84f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04ee51c2694b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24be64d8a84f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2a8458f75249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41c25885124d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7271523afe4b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C860A9-1481-492B-B0D7-6D5FF9E180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2E394E-014C-4721-8BA9-2CB27DC377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BD79A2-19CB-4E5B-999E-51AD535BE4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2781C6-B370-4ACB-A5A4-35A1DC97D7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52AF70-4F92-407C-B0DF-0E9C84B25C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A61F7E-A89C-4123-8666-C442331861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65D4E-A871-4A72-B332-D0AB7A3B6A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715C81-EF31-490A-B70D-A30215E45F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41EEE-69C9-4235-96E4-573E20A60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4FA67B-E149-4C50-8532-5E4B2F5A13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c3b9d5cf064b65" /><Relationship Type="http://schemas.openxmlformats.org/officeDocument/2006/relationships/slideLayout" Target="/ppt/slideLayouts/slideLayout1.xml" Id="Rd72ef4e23129419d" /><Relationship Type="http://schemas.openxmlformats.org/officeDocument/2006/relationships/slideLayout" Target="/ppt/slideLayouts/slideLayout2.xml" Id="R517cfcd6318049d2" /><Relationship Type="http://schemas.openxmlformats.org/officeDocument/2006/relationships/slideLayout" Target="/ppt/slideLayouts/slideLayout3.xml" Id="R2b0d1bae8b614870" /><Relationship Type="http://schemas.openxmlformats.org/officeDocument/2006/relationships/slideLayout" Target="/ppt/slideLayouts/slideLayout4.xml" Id="R39ed10b56c84404c" /><Relationship Type="http://schemas.openxmlformats.org/officeDocument/2006/relationships/slideLayout" Target="/ppt/slideLayouts/slideLayout5.xml" Id="R63ce302ac5e541d4" /><Relationship Type="http://schemas.openxmlformats.org/officeDocument/2006/relationships/slideLayout" Target="/ppt/slideLayouts/slideLayout6.xml" Id="R41ceaf2fb00448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2ef4e23129419d"/>
    <p:sldLayoutId xmlns:r="http://schemas.openxmlformats.org/officeDocument/2006/relationships" id="2147483650" r:id="R517cfcd6318049d2"/>
    <p:sldLayoutId xmlns:r="http://schemas.openxmlformats.org/officeDocument/2006/relationships" id="2147483651" r:id="R2b0d1bae8b614870"/>
    <p:sldLayoutId xmlns:r="http://schemas.openxmlformats.org/officeDocument/2006/relationships" id="2147483652" r:id="R39ed10b56c84404c"/>
    <p:sldLayoutId xmlns:r="http://schemas.openxmlformats.org/officeDocument/2006/relationships" id="2147483653" r:id="R63ce302ac5e541d4"/>
    <p:sldLayoutId xmlns:r="http://schemas.openxmlformats.org/officeDocument/2006/relationships" id="2147483654" r:id="R41ceaf2fb00448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8f8918011a4961" /><Relationship Type="http://schemas.openxmlformats.org/officeDocument/2006/relationships/image" Target="/ppt/media/image.png" Id="R086a45b20f834437" /><Relationship Type="http://schemas.openxmlformats.org/officeDocument/2006/relationships/notesSlide" Target="/ppt/notesSlides/notesSlide1.xml" Id="R5a1b9445354944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5699fb7296428d" /><Relationship Type="http://schemas.openxmlformats.org/officeDocument/2006/relationships/notesSlide" Target="/ppt/notesSlides/notesSlide2.xml" Id="R8984f43a74dc41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f5a0a824ee450d" /><Relationship Type="http://schemas.openxmlformats.org/officeDocument/2006/relationships/image" Target="/ppt/media/image.jpeg" Id="R8e6f2f7c836f48b9" /><Relationship Type="http://schemas.openxmlformats.org/officeDocument/2006/relationships/image" Target="/ppt/media/image2.jpeg" Id="R042cc4b761e343e1" /><Relationship Type="http://schemas.openxmlformats.org/officeDocument/2006/relationships/notesSlide" Target="/ppt/notesSlides/notesSlide3.xml" Id="Rd373b414ccf942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1d4ea884df4fb5" /><Relationship Type="http://schemas.openxmlformats.org/officeDocument/2006/relationships/notesSlide" Target="/ppt/notesSlides/notesSlide4.xml" Id="R9e392294687341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d6014890864aca" /><Relationship Type="http://schemas.openxmlformats.org/officeDocument/2006/relationships/image" Target="/ppt/media/image3.jpeg" Id="Rad99e037939d4855" /><Relationship Type="http://schemas.openxmlformats.org/officeDocument/2006/relationships/image" Target="/ppt/media/image4.jpeg" Id="R932e6de69c6e4df3" /><Relationship Type="http://schemas.openxmlformats.org/officeDocument/2006/relationships/notesSlide" Target="/ppt/notesSlides/notesSlide5.xml" Id="R842192ec1f4249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15c2f3273c4ed7" /><Relationship Type="http://schemas.openxmlformats.org/officeDocument/2006/relationships/image" Target="/ppt/media/image5.jpeg" Id="R33369603ce6e407a" /><Relationship Type="http://schemas.openxmlformats.org/officeDocument/2006/relationships/notesSlide" Target="/ppt/notesSlides/notesSlide6.xml" Id="Rea3423fac7ba4a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31e6ff2eee4bfc" /><Relationship Type="http://schemas.openxmlformats.org/officeDocument/2006/relationships/notesSlide" Target="/ppt/notesSlides/notesSlide7.xml" Id="R57ca06ac8e13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654482a5e74e54" /><Relationship Type="http://schemas.openxmlformats.org/officeDocument/2006/relationships/image" Target="/ppt/media/image6.jpeg" Id="R8016f18ec1d8493a" /><Relationship Type="http://schemas.openxmlformats.org/officeDocument/2006/relationships/notesSlide" Target="/ppt/notesSlides/notesSlide8.xml" Id="R5686dabee9b749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6aaeb0ee304b52" /><Relationship Type="http://schemas.openxmlformats.org/officeDocument/2006/relationships/image" Target="/ppt/media/image7.jpeg" Id="Rbcb40d3d51614348" /><Relationship Type="http://schemas.openxmlformats.org/officeDocument/2006/relationships/notesSlide" Target="/ppt/notesSlides/notesSlide9.xml" Id="R474fd3930dcc4b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8e81a4dca944e4" /><Relationship Type="http://schemas.openxmlformats.org/officeDocument/2006/relationships/notesSlide" Target="/ppt/notesSlides/notesSlide10.xml" Id="R40762c2b44c74b81" /></Relationships>
</file>

<file path=ppt/slides/slide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8710F4-C8AF-4DF3-90CE-0656C553C77C}"/>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FB66437B-2835-4015-B055-75063BB2B3FB}"/>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63E4DD87-ADC8-4511-87C7-D5A70B034CBE}"/>
              </a:ext>
            </a:extLst>
          </p:cNvPr>
          <p:cNvPicPr>
            <a:picLocks xmlns:a="http://schemas.openxmlformats.org/drawingml/2006/main" noChangeAspect="1"/>
          </p:cNvPicPr>
          <p:nvPr/>
        </p:nvPicPr>
        <p:blipFill>
          <a:blip xmlns:r="http://schemas.openxmlformats.org/officeDocument/2006/relationships" xmlns:a="http://schemas.openxmlformats.org/drawingml/2006/main" r:embed="R086a45b20f834437"/>
          <a:srcRect xmlns:a="http://schemas.openxmlformats.org/drawingml/2006/main" l="33895" t="0" r="33895" b="0"/>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5E7A72-655F-4F61-8499-55DBA33A6CD3}"/>
              </a:ext>
            </a:extLst>
          </p:cNvPr>
          <p:cNvSpPr>
            <a:spLocks xmlns:a="http://schemas.openxmlformats.org/drawingml/2006/main" noGrp="1"/>
          </p:cNvSpPr>
          <p:nvPr/>
        </p:nvSpPr>
        <p:spPr>
          <a:xfrm xmlns:a="http://schemas.openxmlformats.org/drawingml/2006/main">
            <a:off x="609600" y="14287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B332D"/>
                </a:solidFill>
                <a:latin typeface="Arial"/>
                <a:ea typeface="Arial"/>
                <a:cs typeface="Arial"/>
              </a:defRPr>
            </a:defPPr>
            <a:lvl1pPr>
              <a:defRPr sz="5700" b="1">
                <a:solidFill>
                  <a:srgbClr val="0B332D"/>
                </a:solidFill>
                <a:latin typeface="Arial"/>
                <a:ea typeface="Arial"/>
                <a:cs typeface="Arial"/>
              </a:defRPr>
            </a:lvl1pPr>
            <a:lvl2pPr>
              <a:defRPr sz="5700" b="1">
                <a:solidFill>
                  <a:srgbClr val="0B332D"/>
                </a:solidFill>
                <a:latin typeface="Arial"/>
                <a:ea typeface="Arial"/>
                <a:cs typeface="Arial"/>
              </a:defRPr>
            </a:lvl2pPr>
            <a:lvl3pPr>
              <a:defRPr sz="5700" b="1">
                <a:solidFill>
                  <a:srgbClr val="0B332D"/>
                </a:solidFill>
                <a:latin typeface="Arial"/>
                <a:ea typeface="Arial"/>
                <a:cs typeface="Arial"/>
              </a:defRPr>
            </a:lvl3pPr>
            <a:lvl4pPr>
              <a:defRPr sz="5700" b="1">
                <a:solidFill>
                  <a:srgbClr val="0B332D"/>
                </a:solidFill>
                <a:latin typeface="Arial"/>
                <a:ea typeface="Arial"/>
                <a:cs typeface="Arial"/>
              </a:defRPr>
            </a:lvl4pPr>
            <a:lvl5pPr>
              <a:defRPr sz="5700" b="1">
                <a:solidFill>
                  <a:srgbClr val="0B332D"/>
                </a:solidFill>
                <a:latin typeface="Arial"/>
                <a:ea typeface="Arial"/>
                <a:cs typeface="Arial"/>
              </a:defRPr>
            </a:lvl5pPr>
            <a:lvl6pPr>
              <a:defRPr sz="5700" b="1">
                <a:solidFill>
                  <a:srgbClr val="0B332D"/>
                </a:solidFill>
                <a:latin typeface="Arial"/>
                <a:ea typeface="Arial"/>
                <a:cs typeface="Arial"/>
              </a:defRPr>
            </a:lvl6pPr>
            <a:lvl7pPr>
              <a:defRPr sz="5700" b="1">
                <a:solidFill>
                  <a:srgbClr val="0B332D"/>
                </a:solidFill>
                <a:latin typeface="Arial"/>
                <a:ea typeface="Arial"/>
                <a:cs typeface="Arial"/>
              </a:defRPr>
            </a:lvl7pPr>
            <a:lvl8pPr>
              <a:defRPr sz="5700" b="1">
                <a:solidFill>
                  <a:srgbClr val="0B332D"/>
                </a:solidFill>
                <a:latin typeface="Arial"/>
                <a:ea typeface="Arial"/>
                <a:cs typeface="Arial"/>
              </a:defRPr>
            </a:lvl8pPr>
            <a:lvl9pPr>
              <a:defRPr sz="5700" b="1">
                <a:solidFill>
                  <a:srgbClr val="0B332D"/>
                </a:solidFill>
                <a:latin typeface="Arial"/>
                <a:ea typeface="Arial"/>
                <a:cs typeface="Arial"/>
              </a:defRPr>
            </a:lvl9pPr>
          </a:lstStyle>
          <a:p xmlns:a="http://schemas.openxmlformats.org/drawingml/2006/main">
            <a:pPr>
              <a:defRPr sz="5700" b="1">
                <a:solidFill>
                  <a:srgbClr val="0B332D"/>
                </a:solidFill>
                <a:latin typeface="Arial"/>
                <a:ea typeface="Arial"/>
                <a:cs typeface="Arial"/>
              </a:defRPr>
            </a:pPr>
            <a:r>
              <a:rPr sz="5700" b="1">
                <a:solidFill>
                  <a:srgbClr val="0B332D"/>
                </a:solidFill>
                <a:latin typeface="Arial"/>
                <a:ea typeface="Arial"/>
                <a:cs typeface="Arial"/>
              </a:rPr>
              <a:t>QETTYQ</a:t>
            </a:r>
          </a:p>
        </p:txBody>
      </p:sp>
      <p:sp>
        <p:nvSpPr>
          <p:cNvPr id="5" name="">
            <a:extLst xmlns:a="http://schemas.openxmlformats.org/drawingml/2006/main">
              <a:ext uri="{FF2B5EF4-FFF2-40B4-BE49-F238E27FC236}">
                <a16:creationId xmlns:a16="http://schemas.microsoft.com/office/drawing/2014/main" id="{A2EB6450-C99D-4AB5-B7D5-6A186846342C}"/>
              </a:ext>
            </a:extLst>
          </p:cNvPr>
          <p:cNvSpPr>
            <a:spLocks xmlns:a="http://schemas.openxmlformats.org/drawingml/2006/main" noGrp="1"/>
          </p:cNvSpPr>
          <p:nvPr/>
        </p:nvSpPr>
        <p:spPr>
          <a:xfrm xmlns:a="http://schemas.openxmlformats.org/drawingml/2006/main">
            <a:off x="609600" y="2571750"/>
            <a:ext cx="6191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0B6E5D"/>
                </a:solidFill>
                <a:latin typeface="Arial"/>
                <a:ea typeface="Arial"/>
                <a:cs typeface="Arial"/>
              </a:defRPr>
            </a:defPPr>
            <a:lvl1pPr>
              <a:defRPr sz="3975" b="1">
                <a:solidFill>
                  <a:srgbClr val="0B6E5D"/>
                </a:solidFill>
                <a:latin typeface="Arial"/>
                <a:ea typeface="Arial"/>
                <a:cs typeface="Arial"/>
              </a:defRPr>
            </a:lvl1pPr>
            <a:lvl2pPr>
              <a:defRPr sz="3975" b="1">
                <a:solidFill>
                  <a:srgbClr val="0B6E5D"/>
                </a:solidFill>
                <a:latin typeface="Arial"/>
                <a:ea typeface="Arial"/>
                <a:cs typeface="Arial"/>
              </a:defRPr>
            </a:lvl2pPr>
            <a:lvl3pPr>
              <a:defRPr sz="3975" b="1">
                <a:solidFill>
                  <a:srgbClr val="0B6E5D"/>
                </a:solidFill>
                <a:latin typeface="Arial"/>
                <a:ea typeface="Arial"/>
                <a:cs typeface="Arial"/>
              </a:defRPr>
            </a:lvl3pPr>
            <a:lvl4pPr>
              <a:defRPr sz="3975" b="1">
                <a:solidFill>
                  <a:srgbClr val="0B6E5D"/>
                </a:solidFill>
                <a:latin typeface="Arial"/>
                <a:ea typeface="Arial"/>
                <a:cs typeface="Arial"/>
              </a:defRPr>
            </a:lvl4pPr>
            <a:lvl5pPr>
              <a:defRPr sz="3975" b="1">
                <a:solidFill>
                  <a:srgbClr val="0B6E5D"/>
                </a:solidFill>
                <a:latin typeface="Arial"/>
                <a:ea typeface="Arial"/>
                <a:cs typeface="Arial"/>
              </a:defRPr>
            </a:lvl5pPr>
            <a:lvl6pPr>
              <a:defRPr sz="3975" b="1">
                <a:solidFill>
                  <a:srgbClr val="0B6E5D"/>
                </a:solidFill>
                <a:latin typeface="Arial"/>
                <a:ea typeface="Arial"/>
                <a:cs typeface="Arial"/>
              </a:defRPr>
            </a:lvl6pPr>
            <a:lvl7pPr>
              <a:defRPr sz="3975" b="1">
                <a:solidFill>
                  <a:srgbClr val="0B6E5D"/>
                </a:solidFill>
                <a:latin typeface="Arial"/>
                <a:ea typeface="Arial"/>
                <a:cs typeface="Arial"/>
              </a:defRPr>
            </a:lvl7pPr>
            <a:lvl8pPr>
              <a:defRPr sz="3975" b="1">
                <a:solidFill>
                  <a:srgbClr val="0B6E5D"/>
                </a:solidFill>
                <a:latin typeface="Arial"/>
                <a:ea typeface="Arial"/>
                <a:cs typeface="Arial"/>
              </a:defRPr>
            </a:lvl8pPr>
            <a:lvl9pPr>
              <a:defRPr sz="3975" b="1">
                <a:solidFill>
                  <a:srgbClr val="0B6E5D"/>
                </a:solidFill>
                <a:latin typeface="Arial"/>
                <a:ea typeface="Arial"/>
                <a:cs typeface="Arial"/>
              </a:defRPr>
            </a:lvl9pPr>
          </a:lstStyle>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Куда пойти,</a:t>
            </a:r>
          </a:p>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когда есть</a:t>
            </a:r>
          </a:p>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свободное время</a:t>
            </a:r>
          </a:p>
        </p:txBody>
      </p:sp>
      <p:sp>
        <p:nvSpPr>
          <p:cNvPr id="6" name="">
            <a:extLst xmlns:a="http://schemas.openxmlformats.org/drawingml/2006/main">
              <a:ext uri="{FF2B5EF4-FFF2-40B4-BE49-F238E27FC236}">
                <a16:creationId xmlns:a16="http://schemas.microsoft.com/office/drawing/2014/main" id="{1AE15825-1628-41D2-B974-E5576FD67CF9}"/>
              </a:ext>
            </a:extLst>
          </p:cNvPr>
          <p:cNvSpPr>
            <a:spLocks xmlns:a="http://schemas.openxmlformats.org/drawingml/2006/main" noGrp="1"/>
          </p:cNvSpPr>
          <p:nvPr/>
        </p:nvSpPr>
        <p:spPr>
          <a:xfrm xmlns:a="http://schemas.openxmlformats.org/drawingml/2006/main">
            <a:off x="638175" y="50101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B25"/>
                </a:solidFill>
                <a:latin typeface="Arial"/>
                <a:ea typeface="Arial"/>
                <a:cs typeface="Arial"/>
              </a:defRPr>
            </a:defPPr>
            <a:lvl1pPr>
              <a:defRPr sz="2025" b="0">
                <a:solidFill>
                  <a:srgbClr val="102B25"/>
                </a:solidFill>
                <a:latin typeface="Arial"/>
                <a:ea typeface="Arial"/>
                <a:cs typeface="Arial"/>
              </a:defRPr>
            </a:lvl1pPr>
            <a:lvl2pPr>
              <a:defRPr sz="2025" b="0">
                <a:solidFill>
                  <a:srgbClr val="102B25"/>
                </a:solidFill>
                <a:latin typeface="Arial"/>
                <a:ea typeface="Arial"/>
                <a:cs typeface="Arial"/>
              </a:defRPr>
            </a:lvl2pPr>
            <a:lvl3pPr>
              <a:defRPr sz="2025" b="0">
                <a:solidFill>
                  <a:srgbClr val="102B25"/>
                </a:solidFill>
                <a:latin typeface="Arial"/>
                <a:ea typeface="Arial"/>
                <a:cs typeface="Arial"/>
              </a:defRPr>
            </a:lvl3pPr>
            <a:lvl4pPr>
              <a:defRPr sz="2025" b="0">
                <a:solidFill>
                  <a:srgbClr val="102B25"/>
                </a:solidFill>
                <a:latin typeface="Arial"/>
                <a:ea typeface="Arial"/>
                <a:cs typeface="Arial"/>
              </a:defRPr>
            </a:lvl4pPr>
            <a:lvl5pPr>
              <a:defRPr sz="2025" b="0">
                <a:solidFill>
                  <a:srgbClr val="102B25"/>
                </a:solidFill>
                <a:latin typeface="Arial"/>
                <a:ea typeface="Arial"/>
                <a:cs typeface="Arial"/>
              </a:defRPr>
            </a:lvl5pPr>
            <a:lvl6pPr>
              <a:defRPr sz="2025" b="0">
                <a:solidFill>
                  <a:srgbClr val="102B25"/>
                </a:solidFill>
                <a:latin typeface="Arial"/>
                <a:ea typeface="Arial"/>
                <a:cs typeface="Arial"/>
              </a:defRPr>
            </a:lvl6pPr>
            <a:lvl7pPr>
              <a:defRPr sz="2025" b="0">
                <a:solidFill>
                  <a:srgbClr val="102B25"/>
                </a:solidFill>
                <a:latin typeface="Arial"/>
                <a:ea typeface="Arial"/>
                <a:cs typeface="Arial"/>
              </a:defRPr>
            </a:lvl7pPr>
            <a:lvl8pPr>
              <a:defRPr sz="2025" b="0">
                <a:solidFill>
                  <a:srgbClr val="102B25"/>
                </a:solidFill>
                <a:latin typeface="Arial"/>
                <a:ea typeface="Arial"/>
                <a:cs typeface="Arial"/>
              </a:defRPr>
            </a:lvl8pPr>
            <a:lvl9pPr>
              <a:defRPr sz="2025" b="0">
                <a:solidFill>
                  <a:srgbClr val="102B25"/>
                </a:solidFill>
                <a:latin typeface="Arial"/>
                <a:ea typeface="Arial"/>
                <a:cs typeface="Arial"/>
              </a:defRPr>
            </a:lvl9pPr>
          </a:lstStyle>
          <a:p xmlns:a="http://schemas.openxmlformats.org/drawingml/2006/main">
            <a:pPr>
              <a:defRPr sz="2025" b="0">
                <a:solidFill>
                  <a:srgbClr val="102B25"/>
                </a:solidFill>
                <a:latin typeface="Arial"/>
                <a:ea typeface="Arial"/>
                <a:cs typeface="Arial"/>
              </a:defRPr>
            </a:pPr>
            <a:r>
              <a:rPr sz="2025" b="0">
                <a:solidFill>
                  <a:srgbClr val="102B25"/>
                </a:solidFill>
                <a:latin typeface="Arial"/>
                <a:ea typeface="Arial"/>
                <a:cs typeface="Arial"/>
              </a:rPr>
              <a:t>Персональные варианты досуга</a:t>
            </a:r>
          </a:p>
          <a:p xmlns:a="http://schemas.openxmlformats.org/drawingml/2006/main">
            <a:pPr>
              <a:defRPr sz="2025" b="0">
                <a:solidFill>
                  <a:srgbClr val="102B25"/>
                </a:solidFill>
                <a:latin typeface="Arial"/>
                <a:ea typeface="Arial"/>
                <a:cs typeface="Arial"/>
              </a:defRPr>
            </a:pPr>
            <a:r>
              <a:rPr sz="2025" b="0">
                <a:solidFill>
                  <a:srgbClr val="102B25"/>
                </a:solidFill>
                <a:latin typeface="Arial"/>
                <a:ea typeface="Arial"/>
                <a:cs typeface="Arial"/>
              </a:rPr>
              <a:t>по интересам, времени и бюджету</a:t>
            </a:r>
          </a:p>
        </p:txBody>
      </p:sp>
      <p:sp>
        <p:nvSpPr>
          <p:cNvPr id="7" name="">
            <a:extLst xmlns:a="http://schemas.openxmlformats.org/drawingml/2006/main">
              <a:ext uri="{FF2B5EF4-FFF2-40B4-BE49-F238E27FC236}">
                <a16:creationId xmlns:a16="http://schemas.microsoft.com/office/drawing/2014/main" id="{35A92A5F-82EA-46E0-8DF4-154B9E1E5C05}"/>
              </a:ext>
            </a:extLst>
          </p:cNvPr>
          <p:cNvSpPr>
            <a:spLocks xmlns:a="http://schemas.openxmlformats.org/drawingml/2006/main" noGrp="1"/>
          </p:cNvSpPr>
          <p:nvPr/>
        </p:nvSpPr>
        <p:spPr>
          <a:xfrm xmlns:a="http://schemas.openxmlformats.org/drawingml/2006/main">
            <a:off x="638175" y="61722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Астана. Публичный пилот · 20.10.2026</a:t>
            </a:r>
          </a:p>
        </p:txBody>
      </p:sp>
    </p:spTree>
    <p:extLst>
      <p:ext uri="{BB962C8B-B14F-4D97-AF65-F5344CB8AC3E}">
        <p14:creationId xmlns:p14="http://schemas.microsoft.com/office/powerpoint/2010/main" val="73638219"/>
      </p:ext>
    </p:extLst>
  </p:cSld>
</p:sld>
</file>

<file path=ppt/slides/slide2.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C0F51D-4E42-488C-86B4-D9C8BDE1171E}"/>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1C764634-A2AB-4016-853A-821FDBF82C8B}"/>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67D5292-AB8F-4F7F-8E8E-AA74DE55C54C}"/>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Один вечер.</a:t>
            </a:r>
          </a:p>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Разные способы его провести</a:t>
            </a:r>
          </a:p>
        </p:txBody>
      </p:sp>
      <p:sp>
        <p:nvSpPr>
          <p:cNvPr id="4" name="">
            <a:extLst xmlns:a="http://schemas.openxmlformats.org/drawingml/2006/main">
              <a:ext uri="{FF2B5EF4-FFF2-40B4-BE49-F238E27FC236}">
                <a16:creationId xmlns:a16="http://schemas.microsoft.com/office/drawing/2014/main" id="{E64BE37F-3F84-4649-ABD8-86305170C700}"/>
              </a:ext>
            </a:extLst>
          </p:cNvPr>
          <p:cNvSpPr>
            <a:spLocks xmlns:a="http://schemas.openxmlformats.org/drawingml/2006/main" noGrp="1"/>
          </p:cNvSpPr>
          <p:nvPr/>
        </p:nvSpPr>
        <p:spPr>
          <a:xfrm xmlns:a="http://schemas.openxmlformats.org/drawingml/2006/main">
            <a:off x="638175" y="25908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1D1CA"/>
                </a:solidFill>
                <a:latin typeface="Arial"/>
                <a:ea typeface="Arial"/>
                <a:cs typeface="Arial"/>
              </a:defRPr>
            </a:defPPr>
            <a:lvl1pPr>
              <a:defRPr sz="2100" b="0">
                <a:solidFill>
                  <a:srgbClr val="C1D1CA"/>
                </a:solidFill>
                <a:latin typeface="Arial"/>
                <a:ea typeface="Arial"/>
                <a:cs typeface="Arial"/>
              </a:defRPr>
            </a:lvl1pPr>
            <a:lvl2pPr>
              <a:defRPr sz="2100" b="0">
                <a:solidFill>
                  <a:srgbClr val="C1D1CA"/>
                </a:solidFill>
                <a:latin typeface="Arial"/>
                <a:ea typeface="Arial"/>
                <a:cs typeface="Arial"/>
              </a:defRPr>
            </a:lvl2pPr>
            <a:lvl3pPr>
              <a:defRPr sz="2100" b="0">
                <a:solidFill>
                  <a:srgbClr val="C1D1CA"/>
                </a:solidFill>
                <a:latin typeface="Arial"/>
                <a:ea typeface="Arial"/>
                <a:cs typeface="Arial"/>
              </a:defRPr>
            </a:lvl3pPr>
            <a:lvl4pPr>
              <a:defRPr sz="2100" b="0">
                <a:solidFill>
                  <a:srgbClr val="C1D1CA"/>
                </a:solidFill>
                <a:latin typeface="Arial"/>
                <a:ea typeface="Arial"/>
                <a:cs typeface="Arial"/>
              </a:defRPr>
            </a:lvl4pPr>
            <a:lvl5pPr>
              <a:defRPr sz="2100" b="0">
                <a:solidFill>
                  <a:srgbClr val="C1D1CA"/>
                </a:solidFill>
                <a:latin typeface="Arial"/>
                <a:ea typeface="Arial"/>
                <a:cs typeface="Arial"/>
              </a:defRPr>
            </a:lvl5pPr>
            <a:lvl6pPr>
              <a:defRPr sz="2100" b="0">
                <a:solidFill>
                  <a:srgbClr val="C1D1CA"/>
                </a:solidFill>
                <a:latin typeface="Arial"/>
                <a:ea typeface="Arial"/>
                <a:cs typeface="Arial"/>
              </a:defRPr>
            </a:lvl6pPr>
            <a:lvl7pPr>
              <a:defRPr sz="2100" b="0">
                <a:solidFill>
                  <a:srgbClr val="C1D1CA"/>
                </a:solidFill>
                <a:latin typeface="Arial"/>
                <a:ea typeface="Arial"/>
                <a:cs typeface="Arial"/>
              </a:defRPr>
            </a:lvl7pPr>
            <a:lvl8pPr>
              <a:defRPr sz="2100" b="0">
                <a:solidFill>
                  <a:srgbClr val="C1D1CA"/>
                </a:solidFill>
                <a:latin typeface="Arial"/>
                <a:ea typeface="Arial"/>
                <a:cs typeface="Arial"/>
              </a:defRPr>
            </a:lvl8pPr>
            <a:lvl9pPr>
              <a:defRPr sz="2100" b="0">
                <a:solidFill>
                  <a:srgbClr val="C1D1CA"/>
                </a:solidFill>
                <a:latin typeface="Arial"/>
                <a:ea typeface="Arial"/>
                <a:cs typeface="Arial"/>
              </a:defRPr>
            </a:lvl9pPr>
          </a:lstStyle>
          <a:p xmlns:a="http://schemas.openxmlformats.org/drawingml/2006/main">
            <a:pPr>
              <a:defRPr sz="2100" b="0">
                <a:solidFill>
                  <a:srgbClr val="C1D1CA"/>
                </a:solidFill>
                <a:latin typeface="Arial"/>
                <a:ea typeface="Arial"/>
                <a:cs typeface="Arial"/>
              </a:defRPr>
            </a:pPr>
            <a:r>
              <a:rPr sz="2100" b="0">
                <a:solidFill>
                  <a:srgbClr val="C1D1CA"/>
                </a:solidFill>
                <a:latin typeface="Arial"/>
                <a:ea typeface="Arial"/>
                <a:cs typeface="Arial"/>
              </a:rPr>
              <a:t>Афиша, карта и бюджет обычно остаются отдельными задачами.</a:t>
            </a:r>
          </a:p>
          <a:p xmlns:a="http://schemas.openxmlformats.org/drawingml/2006/main">
            <a:pPr>
              <a:defRPr sz="2100" b="0">
                <a:solidFill>
                  <a:srgbClr val="C1D1CA"/>
                </a:solidFill>
                <a:latin typeface="Arial"/>
                <a:ea typeface="Arial"/>
                <a:cs typeface="Arial"/>
              </a:defRPr>
            </a:pPr>
            <a:r>
              <a:rPr sz="2100" b="0">
                <a:solidFill>
                  <a:srgbClr val="C1D1CA"/>
                </a:solidFill>
                <a:latin typeface="Arial"/>
                <a:ea typeface="Arial"/>
                <a:cs typeface="Arial"/>
              </a:rPr>
              <a:t>QETTYQ собирает их вокруг конкретного человека.</a:t>
            </a:r>
          </a:p>
        </p:txBody>
      </p:sp>
      <p:sp>
        <p:nvSpPr>
          <p:cNvPr id="5" name="">
            <a:extLst xmlns:a="http://schemas.openxmlformats.org/drawingml/2006/main">
              <a:ext uri="{FF2B5EF4-FFF2-40B4-BE49-F238E27FC236}">
                <a16:creationId xmlns:a16="http://schemas.microsoft.com/office/drawing/2014/main" id="{D02D09C8-418A-4A8E-B19C-A0BC60AE0AFA}"/>
              </a:ext>
            </a:extLst>
          </p:cNvPr>
          <p:cNvSpPr>
            <a:spLocks xmlns:a="http://schemas.openxmlformats.org/drawingml/2006/main" noGrp="1"/>
          </p:cNvSpPr>
          <p:nvPr/>
        </p:nvSpPr>
        <p:spPr>
          <a:xfrm xmlns:a="http://schemas.openxmlformats.org/drawingml/2006/main">
            <a:off x="609600" y="39052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FD58EF8-9516-4CD3-8989-BEB47418620B}"/>
              </a:ext>
            </a:extLst>
          </p:cNvPr>
          <p:cNvSpPr>
            <a:spLocks xmlns:a="http://schemas.openxmlformats.org/drawingml/2006/main" noGrp="1"/>
          </p:cNvSpPr>
          <p:nvPr/>
        </p:nvSpPr>
        <p:spPr>
          <a:xfrm xmlns:a="http://schemas.openxmlformats.org/drawingml/2006/main">
            <a:off x="1409700" y="390525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Персональная подборка</a:t>
            </a:r>
          </a:p>
        </p:txBody>
      </p:sp>
      <p:sp>
        <p:nvSpPr>
          <p:cNvPr id="7" name="">
            <a:extLst xmlns:a="http://schemas.openxmlformats.org/drawingml/2006/main">
              <a:ext uri="{FF2B5EF4-FFF2-40B4-BE49-F238E27FC236}">
                <a16:creationId xmlns:a16="http://schemas.microsoft.com/office/drawing/2014/main" id="{B79CE792-F224-4935-9B71-9CA5987E40FD}"/>
              </a:ext>
            </a:extLst>
          </p:cNvPr>
          <p:cNvSpPr>
            <a:spLocks xmlns:a="http://schemas.openxmlformats.org/drawingml/2006/main" noGrp="1"/>
          </p:cNvSpPr>
          <p:nvPr/>
        </p:nvSpPr>
        <p:spPr>
          <a:xfrm xmlns:a="http://schemas.openxmlformats.org/drawingml/2006/main">
            <a:off x="1409700" y="4362450"/>
            <a:ext cx="5010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Сервис учитывает предпочтения и доступное время.</a:t>
            </a:r>
          </a:p>
        </p:txBody>
      </p:sp>
      <p:sp>
        <p:nvSpPr>
          <p:cNvPr id="8" name="">
            <a:extLst xmlns:a="http://schemas.openxmlformats.org/drawingml/2006/main">
              <a:ext uri="{FF2B5EF4-FFF2-40B4-BE49-F238E27FC236}">
                <a16:creationId xmlns:a16="http://schemas.microsoft.com/office/drawing/2014/main" id="{890CB7AF-83F3-4F79-B385-603EE62F949B}"/>
              </a:ext>
            </a:extLst>
          </p:cNvPr>
          <p:cNvSpPr>
            <a:spLocks xmlns:a="http://schemas.openxmlformats.org/drawingml/2006/main" noGrp="1"/>
          </p:cNvSpPr>
          <p:nvPr/>
        </p:nvSpPr>
        <p:spPr>
          <a:xfrm xmlns:a="http://schemas.openxmlformats.org/drawingml/2006/main">
            <a:off x="6858000" y="39052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12BADC8-182E-4088-8246-B7682EE124B4}"/>
              </a:ext>
            </a:extLst>
          </p:cNvPr>
          <p:cNvSpPr>
            <a:spLocks xmlns:a="http://schemas.openxmlformats.org/drawingml/2006/main" noGrp="1"/>
          </p:cNvSpPr>
          <p:nvPr/>
        </p:nvSpPr>
        <p:spPr>
          <a:xfrm xmlns:a="http://schemas.openxmlformats.org/drawingml/2006/main">
            <a:off x="76581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Самостоятельный выбор</a:t>
            </a:r>
          </a:p>
        </p:txBody>
      </p:sp>
      <p:sp>
        <p:nvSpPr>
          <p:cNvPr id="10" name="">
            <a:extLst xmlns:a="http://schemas.openxmlformats.org/drawingml/2006/main">
              <a:ext uri="{FF2B5EF4-FFF2-40B4-BE49-F238E27FC236}">
                <a16:creationId xmlns:a16="http://schemas.microsoft.com/office/drawing/2014/main" id="{F9B611D3-AA04-4FB8-82B0-A8071E675600}"/>
              </a:ext>
            </a:extLst>
          </p:cNvPr>
          <p:cNvSpPr>
            <a:spLocks xmlns:a="http://schemas.openxmlformats.org/drawingml/2006/main" noGrp="1"/>
          </p:cNvSpPr>
          <p:nvPr/>
        </p:nvSpPr>
        <p:spPr>
          <a:xfrm xmlns:a="http://schemas.openxmlformats.org/drawingml/2006/main">
            <a:off x="7658100" y="47148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Карта помогает посмотреть другие варианты поблизости.</a:t>
            </a:r>
          </a:p>
        </p:txBody>
      </p:sp>
    </p:spTree>
    <p:extLst>
      <p:ext uri="{BB962C8B-B14F-4D97-AF65-F5344CB8AC3E}">
        <p14:creationId xmlns:p14="http://schemas.microsoft.com/office/powerpoint/2010/main" val="1332864965"/>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FDD517-3092-4F83-89EA-9AD541BB0B41}"/>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3418F9AA-221F-41F4-93EE-8DCA40306302}"/>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8906EFD-E7E7-41DE-BF5B-BD452D9AF04B}"/>
              </a:ext>
            </a:extLst>
          </p:cNvPr>
          <p:cNvSpPr>
            <a:spLocks xmlns:a="http://schemas.openxmlformats.org/drawingml/2006/main" noGrp="1"/>
          </p:cNvSpPr>
          <p:nvPr/>
        </p:nvSpPr>
        <p:spPr>
          <a:xfrm xmlns:a="http://schemas.openxmlformats.org/drawingml/2006/main">
            <a:off x="609600" y="952500"/>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Сначала интересы.</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Потом условия</a:t>
            </a:r>
          </a:p>
        </p:txBody>
      </p:sp>
      <p:sp>
        <p:nvSpPr>
          <p:cNvPr id="4" name="">
            <a:extLst xmlns:a="http://schemas.openxmlformats.org/drawingml/2006/main">
              <a:ext uri="{FF2B5EF4-FFF2-40B4-BE49-F238E27FC236}">
                <a16:creationId xmlns:a16="http://schemas.microsoft.com/office/drawing/2014/main" id="{E958F206-A4C0-4CD0-9610-B078CA3DB409}"/>
              </a:ext>
            </a:extLst>
          </p:cNvPr>
          <p:cNvSpPr>
            <a:spLocks xmlns:a="http://schemas.openxmlformats.org/drawingml/2006/main" noGrp="1"/>
          </p:cNvSpPr>
          <p:nvPr/>
        </p:nvSpPr>
        <p:spPr>
          <a:xfrm xmlns:a="http://schemas.openxmlformats.org/drawingml/2006/main">
            <a:off x="609600" y="285750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776030D-980F-4860-B4BD-EF529C397B5F}"/>
              </a:ext>
            </a:extLst>
          </p:cNvPr>
          <p:cNvSpPr>
            <a:spLocks xmlns:a="http://schemas.openxmlformats.org/drawingml/2006/main" noGrp="1"/>
          </p:cNvSpPr>
          <p:nvPr/>
        </p:nvSpPr>
        <p:spPr>
          <a:xfrm xmlns:a="http://schemas.openxmlformats.org/drawingml/2006/main">
            <a:off x="1409700" y="2857500"/>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15 карточек</a:t>
            </a:r>
          </a:p>
        </p:txBody>
      </p:sp>
      <p:sp>
        <p:nvSpPr>
          <p:cNvPr id="6" name="">
            <a:extLst xmlns:a="http://schemas.openxmlformats.org/drawingml/2006/main">
              <a:ext uri="{FF2B5EF4-FFF2-40B4-BE49-F238E27FC236}">
                <a16:creationId xmlns:a16="http://schemas.microsoft.com/office/drawing/2014/main" id="{79AEFC5A-EC98-4857-AB8E-106D160ACEDD}"/>
              </a:ext>
            </a:extLst>
          </p:cNvPr>
          <p:cNvSpPr>
            <a:spLocks xmlns:a="http://schemas.openxmlformats.org/drawingml/2006/main" noGrp="1"/>
          </p:cNvSpPr>
          <p:nvPr/>
        </p:nvSpPr>
        <p:spPr>
          <a:xfrm xmlns:a="http://schemas.openxmlformats.org/drawingml/2006/main">
            <a:off x="1409700" y="3314700"/>
            <a:ext cx="4914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Вправо: интересно. Влево: не сейчас.</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Последний выбор можно отменить.</a:t>
            </a:r>
          </a:p>
        </p:txBody>
      </p:sp>
      <p:sp>
        <p:nvSpPr>
          <p:cNvPr id="7" name="">
            <a:extLst xmlns:a="http://schemas.openxmlformats.org/drawingml/2006/main">
              <a:ext uri="{FF2B5EF4-FFF2-40B4-BE49-F238E27FC236}">
                <a16:creationId xmlns:a16="http://schemas.microsoft.com/office/drawing/2014/main" id="{AAFB6F2B-C7B8-492F-B7F0-BA19B33BAB52}"/>
              </a:ext>
            </a:extLst>
          </p:cNvPr>
          <p:cNvSpPr>
            <a:spLocks xmlns:a="http://schemas.openxmlformats.org/drawingml/2006/main" noGrp="1"/>
          </p:cNvSpPr>
          <p:nvPr/>
        </p:nvSpPr>
        <p:spPr>
          <a:xfrm xmlns:a="http://schemas.openxmlformats.org/drawingml/2006/main">
            <a:off x="609600" y="45243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3594C8A-2812-4FA7-A7B6-7D85E5B9DB58}"/>
              </a:ext>
            </a:extLst>
          </p:cNvPr>
          <p:cNvSpPr>
            <a:spLocks xmlns:a="http://schemas.openxmlformats.org/drawingml/2006/main" noGrp="1"/>
          </p:cNvSpPr>
          <p:nvPr/>
        </p:nvSpPr>
        <p:spPr>
          <a:xfrm xmlns:a="http://schemas.openxmlformats.org/drawingml/2006/main">
            <a:off x="1409700" y="4524375"/>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Время и бюджет</a:t>
            </a:r>
          </a:p>
        </p:txBody>
      </p:sp>
      <p:sp>
        <p:nvSpPr>
          <p:cNvPr id="9" name="">
            <a:extLst xmlns:a="http://schemas.openxmlformats.org/drawingml/2006/main">
              <a:ext uri="{FF2B5EF4-FFF2-40B4-BE49-F238E27FC236}">
                <a16:creationId xmlns:a16="http://schemas.microsoft.com/office/drawing/2014/main" id="{1F0E495D-AE54-497D-AE66-D96DAC47923F}"/>
              </a:ext>
            </a:extLst>
          </p:cNvPr>
          <p:cNvSpPr>
            <a:spLocks xmlns:a="http://schemas.openxmlformats.org/drawingml/2006/main" noGrp="1"/>
          </p:cNvSpPr>
          <p:nvPr/>
        </p:nvSpPr>
        <p:spPr>
          <a:xfrm xmlns:a="http://schemas.openxmlformats.org/drawingml/2006/main">
            <a:off x="1409700" y="4981575"/>
            <a:ext cx="4914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Бесплатно, заданная сумма или без лимита.</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Геопозиция только с разрешения.</a:t>
            </a:r>
          </a:p>
        </p:txBody>
      </p:sp>
      <p:pic>
        <p:nvPicPr>
          <p:cNvPr id="10" name="">
            <a:extLst xmlns:a="http://schemas.openxmlformats.org/drawingml/2006/main">
              <a:ext uri="{FF2B5EF4-FFF2-40B4-BE49-F238E27FC236}">
                <a16:creationId xmlns:a16="http://schemas.microsoft.com/office/drawing/2014/main" id="{D88AB997-E97B-462D-8BBF-95AE855AF0CC}"/>
              </a:ext>
            </a:extLst>
          </p:cNvPr>
          <p:cNvPicPr>
            <a:picLocks xmlns:a="http://schemas.openxmlformats.org/drawingml/2006/main" noChangeAspect="1"/>
          </p:cNvPicPr>
          <p:nvPr/>
        </p:nvPicPr>
        <p:blipFill>
          <a:blip xmlns:r="http://schemas.openxmlformats.org/officeDocument/2006/relationships" xmlns:a="http://schemas.openxmlformats.org/drawingml/2006/main" r:embed="R8e6f2f7c836f48b9"/>
          <a:stretch xmlns:a="http://schemas.openxmlformats.org/drawingml/2006/main"/>
        </p:blipFill>
        <p:spPr>
          <a:xfrm xmlns:a="http://schemas.openxmlformats.org/drawingml/2006/main">
            <a:off x="6667500" y="792015"/>
            <a:ext cx="2428875" cy="526444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A9D9B4E-528D-408A-8516-DB89ADF217E3}"/>
              </a:ext>
            </a:extLst>
          </p:cNvPr>
          <p:cNvPicPr>
            <a:picLocks xmlns:a="http://schemas.openxmlformats.org/drawingml/2006/main" noChangeAspect="1"/>
          </p:cNvPicPr>
          <p:nvPr/>
        </p:nvPicPr>
        <p:blipFill>
          <a:blip xmlns:r="http://schemas.openxmlformats.org/officeDocument/2006/relationships" xmlns:a="http://schemas.openxmlformats.org/drawingml/2006/main" r:embed="R042cc4b761e343e1"/>
          <a:stretch xmlns:a="http://schemas.openxmlformats.org/drawingml/2006/main"/>
        </p:blipFill>
        <p:spPr>
          <a:xfrm xmlns:a="http://schemas.openxmlformats.org/drawingml/2006/main">
            <a:off x="9277350" y="792015"/>
            <a:ext cx="2428875" cy="526444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FEB5272-CA02-4381-B69B-6B25C59C2920}"/>
              </a:ext>
            </a:extLst>
          </p:cNvPr>
          <p:cNvSpPr>
            <a:spLocks xmlns:a="http://schemas.openxmlformats.org/drawingml/2006/main" noGrp="1"/>
          </p:cNvSpPr>
          <p:nvPr/>
        </p:nvSpPr>
        <p:spPr>
          <a:xfrm xmlns:a="http://schemas.openxmlformats.org/drawingml/2006/main">
            <a:off x="6667500" y="6162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Локальное приложение. Картинки интересов: художественные иллюстрации.</a:t>
            </a:r>
          </a:p>
        </p:txBody>
      </p:sp>
    </p:spTree>
    <p:extLst>
      <p:ext uri="{BB962C8B-B14F-4D97-AF65-F5344CB8AC3E}">
        <p14:creationId xmlns:p14="http://schemas.microsoft.com/office/powerpoint/2010/main" val="1709622365"/>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D73CFC-CFEB-4DB0-8B62-BB6E47F16987}"/>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D0CB9313-409A-4D90-AE6F-EC0FE0060E8E}"/>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97F364E-9A28-407D-A1B0-AC940079ED80}"/>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Персональная выдача</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с понятными ограничениями</a:t>
            </a:r>
          </a:p>
        </p:txBody>
      </p:sp>
      <p:sp>
        <p:nvSpPr>
          <p:cNvPr id="4" name="">
            <a:extLst xmlns:a="http://schemas.openxmlformats.org/drawingml/2006/main">
              <a:ext uri="{FF2B5EF4-FFF2-40B4-BE49-F238E27FC236}">
                <a16:creationId xmlns:a16="http://schemas.microsoft.com/office/drawing/2014/main" id="{55840117-7CB7-46F3-97DE-E2FEB2F6D183}"/>
              </a:ext>
            </a:extLst>
          </p:cNvPr>
          <p:cNvSpPr>
            <a:spLocks xmlns:a="http://schemas.openxmlformats.org/drawingml/2006/main" noGrp="1"/>
          </p:cNvSpPr>
          <p:nvPr/>
        </p:nvSpPr>
        <p:spPr>
          <a:xfrm xmlns:a="http://schemas.openxmlformats.org/drawingml/2006/main">
            <a:off x="638175" y="27241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6E5D"/>
                </a:solidFill>
                <a:latin typeface="Arial"/>
                <a:ea typeface="Arial"/>
                <a:cs typeface="Arial"/>
              </a:defRPr>
            </a:defPPr>
            <a:lvl1pPr>
              <a:defRPr sz="2400" b="1">
                <a:solidFill>
                  <a:srgbClr val="0B6E5D"/>
                </a:solidFill>
                <a:latin typeface="Arial"/>
                <a:ea typeface="Arial"/>
                <a:cs typeface="Arial"/>
              </a:defRPr>
            </a:lvl1pPr>
            <a:lvl2pPr>
              <a:defRPr sz="2400" b="1">
                <a:solidFill>
                  <a:srgbClr val="0B6E5D"/>
                </a:solidFill>
                <a:latin typeface="Arial"/>
                <a:ea typeface="Arial"/>
                <a:cs typeface="Arial"/>
              </a:defRPr>
            </a:lvl2pPr>
            <a:lvl3pPr>
              <a:defRPr sz="2400" b="1">
                <a:solidFill>
                  <a:srgbClr val="0B6E5D"/>
                </a:solidFill>
                <a:latin typeface="Arial"/>
                <a:ea typeface="Arial"/>
                <a:cs typeface="Arial"/>
              </a:defRPr>
            </a:lvl3pPr>
            <a:lvl4pPr>
              <a:defRPr sz="2400" b="1">
                <a:solidFill>
                  <a:srgbClr val="0B6E5D"/>
                </a:solidFill>
                <a:latin typeface="Arial"/>
                <a:ea typeface="Arial"/>
                <a:cs typeface="Arial"/>
              </a:defRPr>
            </a:lvl4pPr>
            <a:lvl5pPr>
              <a:defRPr sz="2400" b="1">
                <a:solidFill>
                  <a:srgbClr val="0B6E5D"/>
                </a:solidFill>
                <a:latin typeface="Arial"/>
                <a:ea typeface="Arial"/>
                <a:cs typeface="Arial"/>
              </a:defRPr>
            </a:lvl5pPr>
            <a:lvl6pPr>
              <a:defRPr sz="2400" b="1">
                <a:solidFill>
                  <a:srgbClr val="0B6E5D"/>
                </a:solidFill>
                <a:latin typeface="Arial"/>
                <a:ea typeface="Arial"/>
                <a:cs typeface="Arial"/>
              </a:defRPr>
            </a:lvl6pPr>
            <a:lvl7pPr>
              <a:defRPr sz="2400" b="1">
                <a:solidFill>
                  <a:srgbClr val="0B6E5D"/>
                </a:solidFill>
                <a:latin typeface="Arial"/>
                <a:ea typeface="Arial"/>
                <a:cs typeface="Arial"/>
              </a:defRPr>
            </a:lvl7pPr>
            <a:lvl8pPr>
              <a:defRPr sz="2400" b="1">
                <a:solidFill>
                  <a:srgbClr val="0B6E5D"/>
                </a:solidFill>
                <a:latin typeface="Arial"/>
                <a:ea typeface="Arial"/>
                <a:cs typeface="Arial"/>
              </a:defRPr>
            </a:lvl8pPr>
            <a:lvl9pPr>
              <a:defRPr sz="2400" b="1">
                <a:solidFill>
                  <a:srgbClr val="0B6E5D"/>
                </a:solidFill>
                <a:latin typeface="Arial"/>
                <a:ea typeface="Arial"/>
                <a:cs typeface="Arial"/>
              </a:defRPr>
            </a:lvl9pPr>
          </a:lstStyle>
          <a:p xmlns:a="http://schemas.openxmlformats.org/drawingml/2006/main">
            <a:pPr>
              <a:defRPr sz="2400" b="1">
                <a:solidFill>
                  <a:srgbClr val="0B6E5D"/>
                </a:solidFill>
                <a:latin typeface="Arial"/>
                <a:ea typeface="Arial"/>
                <a:cs typeface="Arial"/>
              </a:defRPr>
            </a:pPr>
            <a:r>
              <a:rPr sz="2400" b="1">
                <a:solidFill>
                  <a:srgbClr val="0B6E5D"/>
                </a:solidFill>
                <a:latin typeface="Arial"/>
                <a:ea typeface="Arial"/>
                <a:cs typeface="Arial"/>
              </a:rPr>
              <a:t>До трёх мест под выбранные условия</a:t>
            </a:r>
          </a:p>
        </p:txBody>
      </p:sp>
      <p:sp>
        <p:nvSpPr>
          <p:cNvPr id="5" name="">
            <a:extLst xmlns:a="http://schemas.openxmlformats.org/drawingml/2006/main">
              <a:ext uri="{FF2B5EF4-FFF2-40B4-BE49-F238E27FC236}">
                <a16:creationId xmlns:a16="http://schemas.microsoft.com/office/drawing/2014/main" id="{BC467B43-E043-4628-A509-23452A25B988}"/>
              </a:ext>
            </a:extLst>
          </p:cNvPr>
          <p:cNvSpPr>
            <a:spLocks xmlns:a="http://schemas.openxmlformats.org/drawingml/2006/main" noGrp="1"/>
          </p:cNvSpPr>
          <p:nvPr/>
        </p:nvSpPr>
        <p:spPr>
          <a:xfrm xmlns:a="http://schemas.openxmlformats.org/drawingml/2006/main">
            <a:off x="638175" y="3714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25"/>
                </a:solidFill>
                <a:latin typeface="Arial"/>
                <a:ea typeface="Arial"/>
                <a:cs typeface="Arial"/>
              </a:defRPr>
            </a:defPPr>
            <a:lvl1pPr>
              <a:defRPr sz="2100" b="1">
                <a:solidFill>
                  <a:srgbClr val="102B25"/>
                </a:solidFill>
                <a:latin typeface="Arial"/>
                <a:ea typeface="Arial"/>
                <a:cs typeface="Arial"/>
              </a:defRPr>
            </a:lvl1pPr>
            <a:lvl2pPr>
              <a:defRPr sz="2100" b="1">
                <a:solidFill>
                  <a:srgbClr val="102B25"/>
                </a:solidFill>
                <a:latin typeface="Arial"/>
                <a:ea typeface="Arial"/>
                <a:cs typeface="Arial"/>
              </a:defRPr>
            </a:lvl2pPr>
            <a:lvl3pPr>
              <a:defRPr sz="2100" b="1">
                <a:solidFill>
                  <a:srgbClr val="102B25"/>
                </a:solidFill>
                <a:latin typeface="Arial"/>
                <a:ea typeface="Arial"/>
                <a:cs typeface="Arial"/>
              </a:defRPr>
            </a:lvl3pPr>
            <a:lvl4pPr>
              <a:defRPr sz="2100" b="1">
                <a:solidFill>
                  <a:srgbClr val="102B25"/>
                </a:solidFill>
                <a:latin typeface="Arial"/>
                <a:ea typeface="Arial"/>
                <a:cs typeface="Arial"/>
              </a:defRPr>
            </a:lvl4pPr>
            <a:lvl5pPr>
              <a:defRPr sz="2100" b="1">
                <a:solidFill>
                  <a:srgbClr val="102B25"/>
                </a:solidFill>
                <a:latin typeface="Arial"/>
                <a:ea typeface="Arial"/>
                <a:cs typeface="Arial"/>
              </a:defRPr>
            </a:lvl5pPr>
            <a:lvl6pPr>
              <a:defRPr sz="2100" b="1">
                <a:solidFill>
                  <a:srgbClr val="102B25"/>
                </a:solidFill>
                <a:latin typeface="Arial"/>
                <a:ea typeface="Arial"/>
                <a:cs typeface="Arial"/>
              </a:defRPr>
            </a:lvl6pPr>
            <a:lvl7pPr>
              <a:defRPr sz="2100" b="1">
                <a:solidFill>
                  <a:srgbClr val="102B25"/>
                </a:solidFill>
                <a:latin typeface="Arial"/>
                <a:ea typeface="Arial"/>
                <a:cs typeface="Arial"/>
              </a:defRPr>
            </a:lvl7pPr>
            <a:lvl8pPr>
              <a:defRPr sz="2100" b="1">
                <a:solidFill>
                  <a:srgbClr val="102B25"/>
                </a:solidFill>
                <a:latin typeface="Arial"/>
                <a:ea typeface="Arial"/>
                <a:cs typeface="Arial"/>
              </a:defRPr>
            </a:lvl8pPr>
            <a:lvl9pPr>
              <a:defRPr sz="2100" b="1">
                <a:solidFill>
                  <a:srgbClr val="102B25"/>
                </a:solidFill>
                <a:latin typeface="Arial"/>
                <a:ea typeface="Arial"/>
                <a:cs typeface="Arial"/>
              </a:defRPr>
            </a:lvl9pPr>
          </a:lstStyle>
          <a:p xmlns:a="http://schemas.openxmlformats.org/drawingml/2006/main">
            <a:pPr>
              <a:defRPr sz="2100" b="1">
                <a:solidFill>
                  <a:srgbClr val="102B25"/>
                </a:solidFill>
                <a:latin typeface="Arial"/>
                <a:ea typeface="Arial"/>
                <a:cs typeface="Arial"/>
              </a:defRPr>
            </a:pPr>
            <a:r>
              <a:rPr sz="2100" b="1">
                <a:solidFill>
                  <a:srgbClr val="102B25"/>
                </a:solidFill>
                <a:latin typeface="Arial"/>
                <a:ea typeface="Arial"/>
                <a:cs typeface="Arial"/>
              </a:rPr>
              <a:t>Интересы и условия</a:t>
            </a:r>
          </a:p>
        </p:txBody>
      </p:sp>
      <p:sp>
        <p:nvSpPr>
          <p:cNvPr id="6" name="">
            <a:extLst xmlns:a="http://schemas.openxmlformats.org/drawingml/2006/main">
              <a:ext uri="{FF2B5EF4-FFF2-40B4-BE49-F238E27FC236}">
                <a16:creationId xmlns:a16="http://schemas.microsoft.com/office/drawing/2014/main" id="{D31373F7-D06B-4FBC-87D8-6489C3835399}"/>
              </a:ext>
            </a:extLst>
          </p:cNvPr>
          <p:cNvSpPr>
            <a:spLocks xmlns:a="http://schemas.openxmlformats.org/drawingml/2006/main" noGrp="1"/>
          </p:cNvSpPr>
          <p:nvPr/>
        </p:nvSpPr>
        <p:spPr>
          <a:xfrm xmlns:a="http://schemas.openxmlformats.org/drawingml/2006/main">
            <a:off x="638175" y="427672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Код проверяет доступные данные</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о времени и бюджете. Карточку можно</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открыть, сохранить или добавить в план.</a:t>
            </a:r>
          </a:p>
        </p:txBody>
      </p:sp>
      <p:sp>
        <p:nvSpPr>
          <p:cNvPr id="7" name="">
            <a:extLst xmlns:a="http://schemas.openxmlformats.org/drawingml/2006/main">
              <a:ext uri="{FF2B5EF4-FFF2-40B4-BE49-F238E27FC236}">
                <a16:creationId xmlns:a16="http://schemas.microsoft.com/office/drawing/2014/main" id="{90D9AB8C-EB4E-4124-A6F4-F65003135EB0}"/>
              </a:ext>
            </a:extLst>
          </p:cNvPr>
          <p:cNvSpPr>
            <a:spLocks xmlns:a="http://schemas.openxmlformats.org/drawingml/2006/main" noGrp="1"/>
          </p:cNvSpPr>
          <p:nvPr/>
        </p:nvSpPr>
        <p:spPr>
          <a:xfrm xmlns:a="http://schemas.openxmlformats.org/drawingml/2006/main">
            <a:off x="6610350" y="3714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25"/>
                </a:solidFill>
                <a:latin typeface="Arial"/>
                <a:ea typeface="Arial"/>
                <a:cs typeface="Arial"/>
              </a:defRPr>
            </a:defPPr>
            <a:lvl1pPr>
              <a:defRPr sz="2100" b="1">
                <a:solidFill>
                  <a:srgbClr val="102B25"/>
                </a:solidFill>
                <a:latin typeface="Arial"/>
                <a:ea typeface="Arial"/>
                <a:cs typeface="Arial"/>
              </a:defRPr>
            </a:lvl1pPr>
            <a:lvl2pPr>
              <a:defRPr sz="2100" b="1">
                <a:solidFill>
                  <a:srgbClr val="102B25"/>
                </a:solidFill>
                <a:latin typeface="Arial"/>
                <a:ea typeface="Arial"/>
                <a:cs typeface="Arial"/>
              </a:defRPr>
            </a:lvl2pPr>
            <a:lvl3pPr>
              <a:defRPr sz="2100" b="1">
                <a:solidFill>
                  <a:srgbClr val="102B25"/>
                </a:solidFill>
                <a:latin typeface="Arial"/>
                <a:ea typeface="Arial"/>
                <a:cs typeface="Arial"/>
              </a:defRPr>
            </a:lvl3pPr>
            <a:lvl4pPr>
              <a:defRPr sz="2100" b="1">
                <a:solidFill>
                  <a:srgbClr val="102B25"/>
                </a:solidFill>
                <a:latin typeface="Arial"/>
                <a:ea typeface="Arial"/>
                <a:cs typeface="Arial"/>
              </a:defRPr>
            </a:lvl4pPr>
            <a:lvl5pPr>
              <a:defRPr sz="2100" b="1">
                <a:solidFill>
                  <a:srgbClr val="102B25"/>
                </a:solidFill>
                <a:latin typeface="Arial"/>
                <a:ea typeface="Arial"/>
                <a:cs typeface="Arial"/>
              </a:defRPr>
            </a:lvl5pPr>
            <a:lvl6pPr>
              <a:defRPr sz="2100" b="1">
                <a:solidFill>
                  <a:srgbClr val="102B25"/>
                </a:solidFill>
                <a:latin typeface="Arial"/>
                <a:ea typeface="Arial"/>
                <a:cs typeface="Arial"/>
              </a:defRPr>
            </a:lvl6pPr>
            <a:lvl7pPr>
              <a:defRPr sz="2100" b="1">
                <a:solidFill>
                  <a:srgbClr val="102B25"/>
                </a:solidFill>
                <a:latin typeface="Arial"/>
                <a:ea typeface="Arial"/>
                <a:cs typeface="Arial"/>
              </a:defRPr>
            </a:lvl7pPr>
            <a:lvl8pPr>
              <a:defRPr sz="2100" b="1">
                <a:solidFill>
                  <a:srgbClr val="102B25"/>
                </a:solidFill>
                <a:latin typeface="Arial"/>
                <a:ea typeface="Arial"/>
                <a:cs typeface="Arial"/>
              </a:defRPr>
            </a:lvl8pPr>
            <a:lvl9pPr>
              <a:defRPr sz="2100" b="1">
                <a:solidFill>
                  <a:srgbClr val="102B25"/>
                </a:solidFill>
                <a:latin typeface="Arial"/>
                <a:ea typeface="Arial"/>
                <a:cs typeface="Arial"/>
              </a:defRPr>
            </a:lvl9pPr>
          </a:lstStyle>
          <a:p xmlns:a="http://schemas.openxmlformats.org/drawingml/2006/main">
            <a:pPr>
              <a:defRPr sz="2100" b="1">
                <a:solidFill>
                  <a:srgbClr val="102B25"/>
                </a:solidFill>
                <a:latin typeface="Arial"/>
                <a:ea typeface="Arial"/>
                <a:cs typeface="Arial"/>
              </a:defRPr>
            </a:pPr>
            <a:r>
              <a:rPr sz="2100" b="1">
                <a:solidFill>
                  <a:srgbClr val="102B25"/>
                </a:solidFill>
                <a:latin typeface="Arial"/>
                <a:ea typeface="Arial"/>
                <a:cs typeface="Arial"/>
              </a:rPr>
              <a:t>Когда совпадений нет</a:t>
            </a:r>
          </a:p>
        </p:txBody>
      </p:sp>
      <p:sp>
        <p:nvSpPr>
          <p:cNvPr id="8" name="">
            <a:extLst xmlns:a="http://schemas.openxmlformats.org/drawingml/2006/main">
              <a:ext uri="{FF2B5EF4-FFF2-40B4-BE49-F238E27FC236}">
                <a16:creationId xmlns:a16="http://schemas.microsoft.com/office/drawing/2014/main" id="{7F7BEDC1-41C9-42AA-AC92-B69A9FF0EC78}"/>
              </a:ext>
            </a:extLst>
          </p:cNvPr>
          <p:cNvSpPr>
            <a:spLocks xmlns:a="http://schemas.openxmlformats.org/drawingml/2006/main" noGrp="1"/>
          </p:cNvSpPr>
          <p:nvPr/>
        </p:nvSpPr>
        <p:spPr>
          <a:xfrm xmlns:a="http://schemas.openxmlformats.org/drawingml/2006/main">
            <a:off x="6610350" y="427672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Показываем пустую выдачу.</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Предлагаем изменить условия,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не ослабляя их без согласия.</a:t>
            </a:r>
          </a:p>
        </p:txBody>
      </p:sp>
      <p:sp>
        <p:nvSpPr>
          <p:cNvPr id="9" name="">
            <a:extLst xmlns:a="http://schemas.openxmlformats.org/drawingml/2006/main">
              <a:ext uri="{FF2B5EF4-FFF2-40B4-BE49-F238E27FC236}">
                <a16:creationId xmlns:a16="http://schemas.microsoft.com/office/drawing/2014/main" id="{F8A119E2-F2B5-4223-96FE-600E5F1A514F}"/>
              </a:ext>
            </a:extLst>
          </p:cNvPr>
          <p:cNvSpPr>
            <a:spLocks xmlns:a="http://schemas.openxmlformats.org/drawingml/2006/main" noGrp="1"/>
          </p:cNvSpPr>
          <p:nvPr/>
        </p:nvSpPr>
        <p:spPr>
          <a:xfrm xmlns:a="http://schemas.openxmlformats.org/drawingml/2006/main">
            <a:off x="638175" y="60007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Общая афиша доступна отдельно. Цена и наличие мест требуют проверки.</a:t>
            </a:r>
          </a:p>
        </p:txBody>
      </p:sp>
    </p:spTree>
    <p:extLst>
      <p:ext uri="{BB962C8B-B14F-4D97-AF65-F5344CB8AC3E}">
        <p14:creationId xmlns:p14="http://schemas.microsoft.com/office/powerpoint/2010/main" val="670466074"/>
      </p:ext>
    </p:extLst>
  </p:cSld>
</p:sld>
</file>

<file path=ppt/slides/slide5.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69EB61-C5F0-426C-8F27-7AE684491CA5}"/>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D0A1F419-27C6-4E1A-9299-B4EC6F17319E}"/>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86D9BDE-D8C0-4179-B48F-2852EB222875}"/>
              </a:ext>
            </a:extLst>
          </p:cNvPr>
          <p:cNvSpPr>
            <a:spLocks xmlns:a="http://schemas.openxmlformats.org/drawingml/2006/main" noGrp="1"/>
          </p:cNvSpPr>
          <p:nvPr/>
        </p:nvSpPr>
        <p:spPr>
          <a:xfrm xmlns:a="http://schemas.openxmlformats.org/drawingml/2006/main">
            <a:off x="609600" y="95250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Карта и план прогулки</a:t>
            </a:r>
          </a:p>
        </p:txBody>
      </p:sp>
      <p:sp>
        <p:nvSpPr>
          <p:cNvPr id="4" name="">
            <a:extLst xmlns:a="http://schemas.openxmlformats.org/drawingml/2006/main">
              <a:ext uri="{FF2B5EF4-FFF2-40B4-BE49-F238E27FC236}">
                <a16:creationId xmlns:a16="http://schemas.microsoft.com/office/drawing/2014/main" id="{B0E20245-B612-4FEC-97F4-25C7E96D6A0B}"/>
              </a:ext>
            </a:extLst>
          </p:cNvPr>
          <p:cNvSpPr>
            <a:spLocks xmlns:a="http://schemas.openxmlformats.org/drawingml/2006/main" noGrp="1"/>
          </p:cNvSpPr>
          <p:nvPr/>
        </p:nvSpPr>
        <p:spPr>
          <a:xfrm xmlns:a="http://schemas.openxmlformats.org/drawingml/2006/main">
            <a:off x="638175" y="26670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Интерактивная карта Астаны.</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Места с известными координатами</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и остановки выбранного плана.</a:t>
            </a:r>
          </a:p>
        </p:txBody>
      </p:sp>
      <p:sp>
        <p:nvSpPr>
          <p:cNvPr id="5" name="">
            <a:extLst xmlns:a="http://schemas.openxmlformats.org/drawingml/2006/main">
              <a:ext uri="{FF2B5EF4-FFF2-40B4-BE49-F238E27FC236}">
                <a16:creationId xmlns:a16="http://schemas.microsoft.com/office/drawing/2014/main" id="{631E5498-F842-4673-BADD-4DAAA4573DB9}"/>
              </a:ext>
            </a:extLst>
          </p:cNvPr>
          <p:cNvSpPr>
            <a:spLocks xmlns:a="http://schemas.openxmlformats.org/drawingml/2006/main" noGrp="1"/>
          </p:cNvSpPr>
          <p:nvPr/>
        </p:nvSpPr>
        <p:spPr>
          <a:xfrm xmlns:a="http://schemas.openxmlformats.org/drawingml/2006/main">
            <a:off x="638175" y="44577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1D1CA"/>
                </a:solidFill>
                <a:latin typeface="Arial"/>
                <a:ea typeface="Arial"/>
                <a:cs typeface="Arial"/>
              </a:defRPr>
            </a:defPPr>
            <a:lvl1pPr>
              <a:defRPr sz="1800" b="0">
                <a:solidFill>
                  <a:srgbClr val="C1D1CA"/>
                </a:solidFill>
                <a:latin typeface="Arial"/>
                <a:ea typeface="Arial"/>
                <a:cs typeface="Arial"/>
              </a:defRPr>
            </a:lvl1pPr>
            <a:lvl2pPr>
              <a:defRPr sz="1800" b="0">
                <a:solidFill>
                  <a:srgbClr val="C1D1CA"/>
                </a:solidFill>
                <a:latin typeface="Arial"/>
                <a:ea typeface="Arial"/>
                <a:cs typeface="Arial"/>
              </a:defRPr>
            </a:lvl2pPr>
            <a:lvl3pPr>
              <a:defRPr sz="1800" b="0">
                <a:solidFill>
                  <a:srgbClr val="C1D1CA"/>
                </a:solidFill>
                <a:latin typeface="Arial"/>
                <a:ea typeface="Arial"/>
                <a:cs typeface="Arial"/>
              </a:defRPr>
            </a:lvl3pPr>
            <a:lvl4pPr>
              <a:defRPr sz="1800" b="0">
                <a:solidFill>
                  <a:srgbClr val="C1D1CA"/>
                </a:solidFill>
                <a:latin typeface="Arial"/>
                <a:ea typeface="Arial"/>
                <a:cs typeface="Arial"/>
              </a:defRPr>
            </a:lvl4pPr>
            <a:lvl5pPr>
              <a:defRPr sz="1800" b="0">
                <a:solidFill>
                  <a:srgbClr val="C1D1CA"/>
                </a:solidFill>
                <a:latin typeface="Arial"/>
                <a:ea typeface="Arial"/>
                <a:cs typeface="Arial"/>
              </a:defRPr>
            </a:lvl5pPr>
            <a:lvl6pPr>
              <a:defRPr sz="1800" b="0">
                <a:solidFill>
                  <a:srgbClr val="C1D1CA"/>
                </a:solidFill>
                <a:latin typeface="Arial"/>
                <a:ea typeface="Arial"/>
                <a:cs typeface="Arial"/>
              </a:defRPr>
            </a:lvl6pPr>
            <a:lvl7pPr>
              <a:defRPr sz="1800" b="0">
                <a:solidFill>
                  <a:srgbClr val="C1D1CA"/>
                </a:solidFill>
                <a:latin typeface="Arial"/>
                <a:ea typeface="Arial"/>
                <a:cs typeface="Arial"/>
              </a:defRPr>
            </a:lvl7pPr>
            <a:lvl8pPr>
              <a:defRPr sz="1800" b="0">
                <a:solidFill>
                  <a:srgbClr val="C1D1CA"/>
                </a:solidFill>
                <a:latin typeface="Arial"/>
                <a:ea typeface="Arial"/>
                <a:cs typeface="Arial"/>
              </a:defRPr>
            </a:lvl8pPr>
            <a:lvl9pPr>
              <a:defRPr sz="1800" b="0">
                <a:solidFill>
                  <a:srgbClr val="C1D1CA"/>
                </a:solidFill>
                <a:latin typeface="Arial"/>
                <a:ea typeface="Arial"/>
                <a:cs typeface="Arial"/>
              </a:defRPr>
            </a:lvl9pPr>
          </a:lstStyle>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Дата и время старта в часовом поясе Астаны.</a:t>
            </a:r>
          </a:p>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Публичный сервер строит пеший маршрут</a:t>
            </a:r>
          </a:p>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по дорожной геометрии и показывает источник.</a:t>
            </a:r>
          </a:p>
        </p:txBody>
      </p:sp>
      <p:pic>
        <p:nvPicPr>
          <p:cNvPr id="6" name="">
            <a:extLst xmlns:a="http://schemas.openxmlformats.org/drawingml/2006/main">
              <a:ext uri="{FF2B5EF4-FFF2-40B4-BE49-F238E27FC236}">
                <a16:creationId xmlns:a16="http://schemas.microsoft.com/office/drawing/2014/main" id="{F014930C-F12A-4566-9B53-FEC1273E3BB5}"/>
              </a:ext>
            </a:extLst>
          </p:cNvPr>
          <p:cNvPicPr>
            <a:picLocks xmlns:a="http://schemas.openxmlformats.org/drawingml/2006/main" noChangeAspect="1"/>
          </p:cNvPicPr>
          <p:nvPr/>
        </p:nvPicPr>
        <p:blipFill>
          <a:blip xmlns:r="http://schemas.openxmlformats.org/officeDocument/2006/relationships" xmlns:a="http://schemas.openxmlformats.org/drawingml/2006/main" r:embed="Rad99e037939d4855"/>
          <a:stretch xmlns:a="http://schemas.openxmlformats.org/drawingml/2006/main"/>
        </p:blipFill>
        <p:spPr>
          <a:xfrm xmlns:a="http://schemas.openxmlformats.org/drawingml/2006/main">
            <a:off x="6524625" y="801540"/>
            <a:ext cx="2428875" cy="526444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693AB19-A29D-4427-866F-310DE29980F4}"/>
              </a:ext>
            </a:extLst>
          </p:cNvPr>
          <p:cNvPicPr>
            <a:picLocks xmlns:a="http://schemas.openxmlformats.org/drawingml/2006/main" noChangeAspect="1"/>
          </p:cNvPicPr>
          <p:nvPr/>
        </p:nvPicPr>
        <p:blipFill>
          <a:blip xmlns:r="http://schemas.openxmlformats.org/officeDocument/2006/relationships" xmlns:a="http://schemas.openxmlformats.org/drawingml/2006/main" r:embed="R932e6de69c6e4df3"/>
          <a:stretch xmlns:a="http://schemas.openxmlformats.org/drawingml/2006/main"/>
        </p:blipFill>
        <p:spPr>
          <a:xfrm xmlns:a="http://schemas.openxmlformats.org/drawingml/2006/main">
            <a:off x="9153525" y="801540"/>
            <a:ext cx="2428875" cy="526444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59902CF-D442-4E41-873A-B597E267CA32}"/>
              </a:ext>
            </a:extLst>
          </p:cNvPr>
          <p:cNvSpPr>
            <a:spLocks xmlns:a="http://schemas.openxmlformats.org/drawingml/2006/main" noGrp="1"/>
          </p:cNvSpPr>
          <p:nvPr/>
        </p:nvSpPr>
        <p:spPr>
          <a:xfrm xmlns:a="http://schemas.openxmlformats.org/drawingml/2006/main">
            <a:off x="6524625" y="61912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1D1CA"/>
                </a:solidFill>
                <a:latin typeface="Arial"/>
                <a:ea typeface="Arial"/>
                <a:cs typeface="Arial"/>
              </a:defRPr>
            </a:defPPr>
            <a:lvl1pPr>
              <a:defRPr sz="1200" b="0">
                <a:solidFill>
                  <a:srgbClr val="C1D1CA"/>
                </a:solidFill>
                <a:latin typeface="Arial"/>
                <a:ea typeface="Arial"/>
                <a:cs typeface="Arial"/>
              </a:defRPr>
            </a:lvl1pPr>
            <a:lvl2pPr>
              <a:defRPr sz="1200" b="0">
                <a:solidFill>
                  <a:srgbClr val="C1D1CA"/>
                </a:solidFill>
                <a:latin typeface="Arial"/>
                <a:ea typeface="Arial"/>
                <a:cs typeface="Arial"/>
              </a:defRPr>
            </a:lvl2pPr>
            <a:lvl3pPr>
              <a:defRPr sz="1200" b="0">
                <a:solidFill>
                  <a:srgbClr val="C1D1CA"/>
                </a:solidFill>
                <a:latin typeface="Arial"/>
                <a:ea typeface="Arial"/>
                <a:cs typeface="Arial"/>
              </a:defRPr>
            </a:lvl3pPr>
            <a:lvl4pPr>
              <a:defRPr sz="1200" b="0">
                <a:solidFill>
                  <a:srgbClr val="C1D1CA"/>
                </a:solidFill>
                <a:latin typeface="Arial"/>
                <a:ea typeface="Arial"/>
                <a:cs typeface="Arial"/>
              </a:defRPr>
            </a:lvl4pPr>
            <a:lvl5pPr>
              <a:defRPr sz="1200" b="0">
                <a:solidFill>
                  <a:srgbClr val="C1D1CA"/>
                </a:solidFill>
                <a:latin typeface="Arial"/>
                <a:ea typeface="Arial"/>
                <a:cs typeface="Arial"/>
              </a:defRPr>
            </a:lvl5pPr>
            <a:lvl6pPr>
              <a:defRPr sz="1200" b="0">
                <a:solidFill>
                  <a:srgbClr val="C1D1CA"/>
                </a:solidFill>
                <a:latin typeface="Arial"/>
                <a:ea typeface="Arial"/>
                <a:cs typeface="Arial"/>
              </a:defRPr>
            </a:lvl6pPr>
            <a:lvl7pPr>
              <a:defRPr sz="1200" b="0">
                <a:solidFill>
                  <a:srgbClr val="C1D1CA"/>
                </a:solidFill>
                <a:latin typeface="Arial"/>
                <a:ea typeface="Arial"/>
                <a:cs typeface="Arial"/>
              </a:defRPr>
            </a:lvl7pPr>
            <a:lvl8pPr>
              <a:defRPr sz="1200" b="0">
                <a:solidFill>
                  <a:srgbClr val="C1D1CA"/>
                </a:solidFill>
                <a:latin typeface="Arial"/>
                <a:ea typeface="Arial"/>
                <a:cs typeface="Arial"/>
              </a:defRPr>
            </a:lvl8pPr>
            <a:lvl9pPr>
              <a:defRPr sz="1200" b="0">
                <a:solidFill>
                  <a:srgbClr val="C1D1CA"/>
                </a:solidFill>
                <a:latin typeface="Arial"/>
                <a:ea typeface="Arial"/>
                <a:cs typeface="Arial"/>
              </a:defRPr>
            </a:lvl9pPr>
          </a:lstStyle>
          <a:p xmlns:a="http://schemas.openxmlformats.org/drawingml/2006/main">
            <a:pPr>
              <a:defRPr sz="1200" b="0">
                <a:solidFill>
                  <a:srgbClr val="C1D1CA"/>
                </a:solidFill>
                <a:latin typeface="Arial"/>
                <a:ea typeface="Arial"/>
                <a:cs typeface="Arial"/>
              </a:defRPr>
            </a:pPr>
            <a:r>
              <a:rPr sz="1200" b="0">
                <a:solidFill>
                  <a:srgbClr val="C1D1CA"/>
                </a:solidFill>
                <a:latin typeface="Arial"/>
                <a:ea typeface="Arial"/>
                <a:cs typeface="Arial"/>
              </a:rPr>
              <a:t>MapLibre + OpenFreeMap. Маршрут: FOSSGIS Foot с явным статусом качества.</a:t>
            </a:r>
          </a:p>
        </p:txBody>
      </p:sp>
    </p:spTree>
    <p:extLst>
      <p:ext uri="{BB962C8B-B14F-4D97-AF65-F5344CB8AC3E}">
        <p14:creationId xmlns:p14="http://schemas.microsoft.com/office/powerpoint/2010/main" val="1895789924"/>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92F822-B59D-418B-8CC7-8CFB67DB3939}"/>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47A49184-18D1-45C1-85B5-547F85F1F9E8}"/>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D84E403-E619-4EE2-B15B-C6894E94B6F2}"/>
              </a:ext>
            </a:extLst>
          </p:cNvPr>
          <p:cNvSpPr>
            <a:spLocks xmlns:a="http://schemas.openxmlformats.org/drawingml/2006/main" noGrp="1"/>
          </p:cNvSpPr>
          <p:nvPr/>
        </p:nvSpPr>
        <p:spPr>
          <a:xfrm xmlns:a="http://schemas.openxmlformats.org/drawingml/2006/main">
            <a:off x="609600" y="95250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Поиск в привычном чате</a:t>
            </a:r>
          </a:p>
        </p:txBody>
      </p:sp>
      <p:sp>
        <p:nvSpPr>
          <p:cNvPr id="4" name="">
            <a:extLst xmlns:a="http://schemas.openxmlformats.org/drawingml/2006/main">
              <a:ext uri="{FF2B5EF4-FFF2-40B4-BE49-F238E27FC236}">
                <a16:creationId xmlns:a16="http://schemas.microsoft.com/office/drawing/2014/main" id="{0BACD88B-D98F-4637-8118-933298442458}"/>
              </a:ext>
            </a:extLst>
          </p:cNvPr>
          <p:cNvSpPr>
            <a:spLocks xmlns:a="http://schemas.openxmlformats.org/drawingml/2006/main" noGrp="1"/>
          </p:cNvSpPr>
          <p:nvPr/>
        </p:nvSpPr>
        <p:spPr>
          <a:xfrm xmlns:a="http://schemas.openxmlformats.org/drawingml/2006/main">
            <a:off x="638175" y="27622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6E5D"/>
                </a:solidFill>
                <a:latin typeface="Arial"/>
                <a:ea typeface="Arial"/>
                <a:cs typeface="Arial"/>
              </a:defRPr>
            </a:defPPr>
            <a:lvl1pPr>
              <a:defRPr sz="2325" b="1">
                <a:solidFill>
                  <a:srgbClr val="0B6E5D"/>
                </a:solidFill>
                <a:latin typeface="Arial"/>
                <a:ea typeface="Arial"/>
                <a:cs typeface="Arial"/>
              </a:defRPr>
            </a:lvl1pPr>
            <a:lvl2pPr>
              <a:defRPr sz="2325" b="1">
                <a:solidFill>
                  <a:srgbClr val="0B6E5D"/>
                </a:solidFill>
                <a:latin typeface="Arial"/>
                <a:ea typeface="Arial"/>
                <a:cs typeface="Arial"/>
              </a:defRPr>
            </a:lvl2pPr>
            <a:lvl3pPr>
              <a:defRPr sz="2325" b="1">
                <a:solidFill>
                  <a:srgbClr val="0B6E5D"/>
                </a:solidFill>
                <a:latin typeface="Arial"/>
                <a:ea typeface="Arial"/>
                <a:cs typeface="Arial"/>
              </a:defRPr>
            </a:lvl3pPr>
            <a:lvl4pPr>
              <a:defRPr sz="2325" b="1">
                <a:solidFill>
                  <a:srgbClr val="0B6E5D"/>
                </a:solidFill>
                <a:latin typeface="Arial"/>
                <a:ea typeface="Arial"/>
                <a:cs typeface="Arial"/>
              </a:defRPr>
            </a:lvl4pPr>
            <a:lvl5pPr>
              <a:defRPr sz="2325" b="1">
                <a:solidFill>
                  <a:srgbClr val="0B6E5D"/>
                </a:solidFill>
                <a:latin typeface="Arial"/>
                <a:ea typeface="Arial"/>
                <a:cs typeface="Arial"/>
              </a:defRPr>
            </a:lvl5pPr>
            <a:lvl6pPr>
              <a:defRPr sz="2325" b="1">
                <a:solidFill>
                  <a:srgbClr val="0B6E5D"/>
                </a:solidFill>
                <a:latin typeface="Arial"/>
                <a:ea typeface="Arial"/>
                <a:cs typeface="Arial"/>
              </a:defRPr>
            </a:lvl6pPr>
            <a:lvl7pPr>
              <a:defRPr sz="2325" b="1">
                <a:solidFill>
                  <a:srgbClr val="0B6E5D"/>
                </a:solidFill>
                <a:latin typeface="Arial"/>
                <a:ea typeface="Arial"/>
                <a:cs typeface="Arial"/>
              </a:defRPr>
            </a:lvl7pPr>
            <a:lvl8pPr>
              <a:defRPr sz="2325" b="1">
                <a:solidFill>
                  <a:srgbClr val="0B6E5D"/>
                </a:solidFill>
                <a:latin typeface="Arial"/>
                <a:ea typeface="Arial"/>
                <a:cs typeface="Arial"/>
              </a:defRPr>
            </a:lvl8pPr>
            <a:lvl9pPr>
              <a:defRPr sz="2325" b="1">
                <a:solidFill>
                  <a:srgbClr val="0B6E5D"/>
                </a:solidFill>
                <a:latin typeface="Arial"/>
                <a:ea typeface="Arial"/>
                <a:cs typeface="Arial"/>
              </a:defRPr>
            </a:lvl9pPr>
          </a:lstStyle>
          <a:p xmlns:a="http://schemas.openxmlformats.org/drawingml/2006/main">
            <a:pPr>
              <a:defRPr sz="2325" b="1">
                <a:solidFill>
                  <a:srgbClr val="0B6E5D"/>
                </a:solidFill>
                <a:latin typeface="Arial"/>
                <a:ea typeface="Arial"/>
                <a:cs typeface="Arial"/>
              </a:defRPr>
            </a:pPr>
            <a:r>
              <a:rPr sz="2325" b="1">
                <a:solidFill>
                  <a:srgbClr val="0B6E5D"/>
                </a:solidFill>
                <a:latin typeface="Arial"/>
                <a:ea typeface="Arial"/>
                <a:cs typeface="Arial"/>
              </a:rPr>
              <a:t>«События»</a:t>
            </a:r>
          </a:p>
          <a:p xmlns:a="http://schemas.openxmlformats.org/drawingml/2006/main">
            <a:pPr>
              <a:defRPr sz="2325" b="1">
                <a:solidFill>
                  <a:srgbClr val="0B6E5D"/>
                </a:solidFill>
                <a:latin typeface="Arial"/>
                <a:ea typeface="Arial"/>
                <a:cs typeface="Arial"/>
              </a:defRPr>
            </a:pPr>
            <a:r>
              <a:rPr sz="2325" b="1">
                <a:solidFill>
                  <a:srgbClr val="0B6E5D"/>
                </a:solidFill>
                <a:latin typeface="Arial"/>
                <a:ea typeface="Arial"/>
                <a:cs typeface="Arial"/>
              </a:rPr>
              <a:t>Карточки прямо в ответе</a:t>
            </a:r>
          </a:p>
        </p:txBody>
      </p:sp>
      <p:sp>
        <p:nvSpPr>
          <p:cNvPr id="5" name="">
            <a:extLst xmlns:a="http://schemas.openxmlformats.org/drawingml/2006/main">
              <a:ext uri="{FF2B5EF4-FFF2-40B4-BE49-F238E27FC236}">
                <a16:creationId xmlns:a16="http://schemas.microsoft.com/office/drawing/2014/main" id="{F755E03D-C61B-4B6E-AEB6-E8F677DE404D}"/>
              </a:ext>
            </a:extLst>
          </p:cNvPr>
          <p:cNvSpPr>
            <a:spLocks xmlns:a="http://schemas.openxmlformats.org/drawingml/2006/main" noGrp="1"/>
          </p:cNvSpPr>
          <p:nvPr/>
        </p:nvSpPr>
        <p:spPr>
          <a:xfrm xmlns:a="http://schemas.openxmlformats.org/drawingml/2006/main">
            <a:off x="638175" y="4095750"/>
            <a:ext cx="5572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Помощник находит места и события.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В ответе появляются карточки</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и ссылки для следующего шага.</a:t>
            </a:r>
          </a:p>
        </p:txBody>
      </p:sp>
      <p:sp>
        <p:nvSpPr>
          <p:cNvPr id="6" name="">
            <a:extLst xmlns:a="http://schemas.openxmlformats.org/drawingml/2006/main">
              <a:ext uri="{FF2B5EF4-FFF2-40B4-BE49-F238E27FC236}">
                <a16:creationId xmlns:a16="http://schemas.microsoft.com/office/drawing/2014/main" id="{0CDD3884-8897-48C3-B5BD-01CE8ACCE45B}"/>
              </a:ext>
            </a:extLst>
          </p:cNvPr>
          <p:cNvSpPr>
            <a:spLocks xmlns:a="http://schemas.openxmlformats.org/drawingml/2006/main" noGrp="1"/>
          </p:cNvSpPr>
          <p:nvPr/>
        </p:nvSpPr>
        <p:spPr>
          <a:xfrm xmlns:a="http://schemas.openxmlformats.org/drawingml/2006/main">
            <a:off x="638175" y="55721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02B25"/>
                </a:solidFill>
                <a:latin typeface="Arial"/>
                <a:ea typeface="Arial"/>
                <a:cs typeface="Arial"/>
              </a:defRPr>
            </a:defPPr>
            <a:lvl1pPr>
              <a:defRPr sz="1800" b="1">
                <a:solidFill>
                  <a:srgbClr val="102B25"/>
                </a:solidFill>
                <a:latin typeface="Arial"/>
                <a:ea typeface="Arial"/>
                <a:cs typeface="Arial"/>
              </a:defRPr>
            </a:lvl1pPr>
            <a:lvl2pPr>
              <a:defRPr sz="1800" b="1">
                <a:solidFill>
                  <a:srgbClr val="102B25"/>
                </a:solidFill>
                <a:latin typeface="Arial"/>
                <a:ea typeface="Arial"/>
                <a:cs typeface="Arial"/>
              </a:defRPr>
            </a:lvl2pPr>
            <a:lvl3pPr>
              <a:defRPr sz="1800" b="1">
                <a:solidFill>
                  <a:srgbClr val="102B25"/>
                </a:solidFill>
                <a:latin typeface="Arial"/>
                <a:ea typeface="Arial"/>
                <a:cs typeface="Arial"/>
              </a:defRPr>
            </a:lvl3pPr>
            <a:lvl4pPr>
              <a:defRPr sz="1800" b="1">
                <a:solidFill>
                  <a:srgbClr val="102B25"/>
                </a:solidFill>
                <a:latin typeface="Arial"/>
                <a:ea typeface="Arial"/>
                <a:cs typeface="Arial"/>
              </a:defRPr>
            </a:lvl4pPr>
            <a:lvl5pPr>
              <a:defRPr sz="1800" b="1">
                <a:solidFill>
                  <a:srgbClr val="102B25"/>
                </a:solidFill>
                <a:latin typeface="Arial"/>
                <a:ea typeface="Arial"/>
                <a:cs typeface="Arial"/>
              </a:defRPr>
            </a:lvl5pPr>
            <a:lvl6pPr>
              <a:defRPr sz="1800" b="1">
                <a:solidFill>
                  <a:srgbClr val="102B25"/>
                </a:solidFill>
                <a:latin typeface="Arial"/>
                <a:ea typeface="Arial"/>
                <a:cs typeface="Arial"/>
              </a:defRPr>
            </a:lvl6pPr>
            <a:lvl7pPr>
              <a:defRPr sz="1800" b="1">
                <a:solidFill>
                  <a:srgbClr val="102B25"/>
                </a:solidFill>
                <a:latin typeface="Arial"/>
                <a:ea typeface="Arial"/>
                <a:cs typeface="Arial"/>
              </a:defRPr>
            </a:lvl7pPr>
            <a:lvl8pPr>
              <a:defRPr sz="1800" b="1">
                <a:solidFill>
                  <a:srgbClr val="102B25"/>
                </a:solidFill>
                <a:latin typeface="Arial"/>
                <a:ea typeface="Arial"/>
                <a:cs typeface="Arial"/>
              </a:defRPr>
            </a:lvl8pPr>
            <a:lvl9pPr>
              <a:defRPr sz="1800" b="1">
                <a:solidFill>
                  <a:srgbClr val="102B25"/>
                </a:solidFill>
                <a:latin typeface="Arial"/>
                <a:ea typeface="Arial"/>
                <a:cs typeface="Arial"/>
              </a:defRPr>
            </a:lvl9pPr>
          </a:lstStyle>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GPT‑5.5 объясняет evidence-карточки.</a:t>
            </a:r>
          </a:p>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При сбое остаётся поиск по каталогу.</a:t>
            </a:r>
          </a:p>
        </p:txBody>
      </p:sp>
      <p:pic>
        <p:nvPicPr>
          <p:cNvPr id="7" name="">
            <a:extLst xmlns:a="http://schemas.openxmlformats.org/drawingml/2006/main">
              <a:ext uri="{FF2B5EF4-FFF2-40B4-BE49-F238E27FC236}">
                <a16:creationId xmlns:a16="http://schemas.microsoft.com/office/drawing/2014/main" id="{71CD5AC8-34EE-4A2D-8034-2B763D208FDE}"/>
              </a:ext>
            </a:extLst>
          </p:cNvPr>
          <p:cNvPicPr>
            <a:picLocks xmlns:a="http://schemas.openxmlformats.org/drawingml/2006/main" noChangeAspect="1"/>
          </p:cNvPicPr>
          <p:nvPr/>
        </p:nvPicPr>
        <p:blipFill>
          <a:blip xmlns:r="http://schemas.openxmlformats.org/officeDocument/2006/relationships" xmlns:a="http://schemas.openxmlformats.org/drawingml/2006/main" r:embed="R33369603ce6e407a"/>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0F5A671-9950-4664-A799-708FAD1A6A3D}"/>
              </a:ext>
            </a:extLst>
          </p:cNvPr>
          <p:cNvSpPr>
            <a:spLocks xmlns:a="http://schemas.openxmlformats.org/drawingml/2006/main" noGrp="1"/>
          </p:cNvSpPr>
          <p:nvPr/>
        </p:nvSpPr>
        <p:spPr>
          <a:xfrm xmlns:a="http://schemas.openxmlformats.org/drawingml/2006/main">
            <a:off x="7639050" y="64198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GPT‑5.5/RAG + fallback каталога</a:t>
            </a:r>
          </a:p>
        </p:txBody>
      </p:sp>
    </p:spTree>
    <p:extLst>
      <p:ext uri="{BB962C8B-B14F-4D97-AF65-F5344CB8AC3E}">
        <p14:creationId xmlns:p14="http://schemas.microsoft.com/office/powerpoint/2010/main" val="1936150343"/>
      </p:ext>
    </p:extLst>
  </p:cSld>
</p:sld>
</file>

<file path=ppt/slides/slide7.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8658A6-9C21-4555-AAB3-B0445F5AF624}"/>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9D2F5AF1-CD34-4308-970A-488D9BDDE592}"/>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3CA54B3-1238-4EBC-A08F-E453ABAAAEDC}"/>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Данные, проверка и объяснение</a:t>
            </a:r>
          </a:p>
        </p:txBody>
      </p:sp>
      <p:sp>
        <p:nvSpPr>
          <p:cNvPr id="4" name="">
            <a:extLst xmlns:a="http://schemas.openxmlformats.org/drawingml/2006/main">
              <a:ext uri="{FF2B5EF4-FFF2-40B4-BE49-F238E27FC236}">
                <a16:creationId xmlns:a16="http://schemas.microsoft.com/office/drawing/2014/main" id="{C2E4A841-94B3-49C3-B5BC-D2B5A8252D0B}"/>
              </a:ext>
            </a:extLst>
          </p:cNvPr>
          <p:cNvSpPr>
            <a:spLocks xmlns:a="http://schemas.openxmlformats.org/drawingml/2006/main" noGrp="1"/>
          </p:cNvSpPr>
          <p:nvPr/>
        </p:nvSpPr>
        <p:spPr>
          <a:xfrm xmlns:a="http://schemas.openxmlformats.org/drawingml/2006/main">
            <a:off x="609600" y="26193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2F0EF44-01ED-46D2-9E8B-29A8F90F1E97}"/>
              </a:ext>
            </a:extLst>
          </p:cNvPr>
          <p:cNvSpPr>
            <a:spLocks xmlns:a="http://schemas.openxmlformats.org/drawingml/2006/main" noGrp="1"/>
          </p:cNvSpPr>
          <p:nvPr/>
        </p:nvSpPr>
        <p:spPr>
          <a:xfrm xmlns:a="http://schemas.openxmlformats.org/drawingml/2006/main">
            <a:off x="1409700" y="261937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Поиск по городской базе</a:t>
            </a:r>
          </a:p>
        </p:txBody>
      </p:sp>
      <p:sp>
        <p:nvSpPr>
          <p:cNvPr id="6" name="">
            <a:extLst xmlns:a="http://schemas.openxmlformats.org/drawingml/2006/main">
              <a:ext uri="{FF2B5EF4-FFF2-40B4-BE49-F238E27FC236}">
                <a16:creationId xmlns:a16="http://schemas.microsoft.com/office/drawing/2014/main" id="{5B8658D5-E185-4B72-A76F-374BEF7795EE}"/>
              </a:ext>
            </a:extLst>
          </p:cNvPr>
          <p:cNvSpPr>
            <a:spLocks xmlns:a="http://schemas.openxmlformats.org/drawingml/2006/main" noGrp="1"/>
          </p:cNvSpPr>
          <p:nvPr/>
        </p:nvSpPr>
        <p:spPr>
          <a:xfrm xmlns:a="http://schemas.openxmlformats.org/drawingml/2006/main">
            <a:off x="1409700" y="307657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Места и события с проверяемыми полями.</a:t>
            </a:r>
          </a:p>
        </p:txBody>
      </p:sp>
      <p:sp>
        <p:nvSpPr>
          <p:cNvPr id="7" name="">
            <a:extLst xmlns:a="http://schemas.openxmlformats.org/drawingml/2006/main">
              <a:ext uri="{FF2B5EF4-FFF2-40B4-BE49-F238E27FC236}">
                <a16:creationId xmlns:a16="http://schemas.microsoft.com/office/drawing/2014/main" id="{834DF710-6A71-4C13-A573-A8C3E718E3B9}"/>
              </a:ext>
            </a:extLst>
          </p:cNvPr>
          <p:cNvSpPr>
            <a:spLocks xmlns:a="http://schemas.openxmlformats.org/drawingml/2006/main" noGrp="1"/>
          </p:cNvSpPr>
          <p:nvPr/>
        </p:nvSpPr>
        <p:spPr>
          <a:xfrm xmlns:a="http://schemas.openxmlformats.org/drawingml/2006/main">
            <a:off x="609600" y="385762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8523F01-1DA4-43D5-A5AF-A8C18F336AFD}"/>
              </a:ext>
            </a:extLst>
          </p:cNvPr>
          <p:cNvSpPr>
            <a:spLocks xmlns:a="http://schemas.openxmlformats.org/drawingml/2006/main" noGrp="1"/>
          </p:cNvSpPr>
          <p:nvPr/>
        </p:nvSpPr>
        <p:spPr>
          <a:xfrm xmlns:a="http://schemas.openxmlformats.org/drawingml/2006/main">
            <a:off x="1409700" y="385762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Проверка условий кодом</a:t>
            </a:r>
          </a:p>
        </p:txBody>
      </p:sp>
      <p:sp>
        <p:nvSpPr>
          <p:cNvPr id="9" name="">
            <a:extLst xmlns:a="http://schemas.openxmlformats.org/drawingml/2006/main">
              <a:ext uri="{FF2B5EF4-FFF2-40B4-BE49-F238E27FC236}">
                <a16:creationId xmlns:a16="http://schemas.microsoft.com/office/drawing/2014/main" id="{868B7E13-1413-4AEF-A7A4-0ADC0B4474DA}"/>
              </a:ext>
            </a:extLst>
          </p:cNvPr>
          <p:cNvSpPr>
            <a:spLocks xmlns:a="http://schemas.openxmlformats.org/drawingml/2006/main" noGrp="1"/>
          </p:cNvSpPr>
          <p:nvPr/>
        </p:nvSpPr>
        <p:spPr>
          <a:xfrm xmlns:a="http://schemas.openxmlformats.org/drawingml/2006/main">
            <a:off x="1409700" y="431482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Время, бюджет и дата ограничивают выдачу.</a:t>
            </a:r>
          </a:p>
        </p:txBody>
      </p:sp>
      <p:sp>
        <p:nvSpPr>
          <p:cNvPr id="10" name="">
            <a:extLst xmlns:a="http://schemas.openxmlformats.org/drawingml/2006/main">
              <a:ext uri="{FF2B5EF4-FFF2-40B4-BE49-F238E27FC236}">
                <a16:creationId xmlns:a16="http://schemas.microsoft.com/office/drawing/2014/main" id="{BC5C574E-2F04-4156-9DC7-08185179ABB6}"/>
              </a:ext>
            </a:extLst>
          </p:cNvPr>
          <p:cNvSpPr>
            <a:spLocks xmlns:a="http://schemas.openxmlformats.org/drawingml/2006/main" noGrp="1"/>
          </p:cNvSpPr>
          <p:nvPr/>
        </p:nvSpPr>
        <p:spPr>
          <a:xfrm xmlns:a="http://schemas.openxmlformats.org/drawingml/2006/main">
            <a:off x="609600" y="50958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D75217F-859E-4921-BC61-1E6A2C024C96}"/>
              </a:ext>
            </a:extLst>
          </p:cNvPr>
          <p:cNvSpPr>
            <a:spLocks xmlns:a="http://schemas.openxmlformats.org/drawingml/2006/main" noGrp="1"/>
          </p:cNvSpPr>
          <p:nvPr/>
        </p:nvSpPr>
        <p:spPr>
          <a:xfrm xmlns:a="http://schemas.openxmlformats.org/drawingml/2006/main">
            <a:off x="1409700" y="509587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Объяснение GPT‑5.5</a:t>
            </a:r>
          </a:p>
        </p:txBody>
      </p:sp>
      <p:sp>
        <p:nvSpPr>
          <p:cNvPr id="12" name="">
            <a:extLst xmlns:a="http://schemas.openxmlformats.org/drawingml/2006/main">
              <a:ext uri="{FF2B5EF4-FFF2-40B4-BE49-F238E27FC236}">
                <a16:creationId xmlns:a16="http://schemas.microsoft.com/office/drawing/2014/main" id="{C1491C1D-B60E-4F34-9A67-15D5F1BCC2DD}"/>
              </a:ext>
            </a:extLst>
          </p:cNvPr>
          <p:cNvSpPr>
            <a:spLocks xmlns:a="http://schemas.openxmlformats.org/drawingml/2006/main" noGrp="1"/>
          </p:cNvSpPr>
          <p:nvPr/>
        </p:nvSpPr>
        <p:spPr>
          <a:xfrm xmlns:a="http://schemas.openxmlformats.org/drawingml/2006/main">
            <a:off x="1409700" y="555307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Модель использует evidence. Карточки и ссылки контролирует код.</a:t>
            </a:r>
          </a:p>
        </p:txBody>
      </p:sp>
      <p:sp>
        <p:nvSpPr>
          <p:cNvPr id="13" name="">
            <a:extLst xmlns:a="http://schemas.openxmlformats.org/drawingml/2006/main">
              <a:ext uri="{FF2B5EF4-FFF2-40B4-BE49-F238E27FC236}">
                <a16:creationId xmlns:a16="http://schemas.microsoft.com/office/drawing/2014/main" id="{0665C9AF-3D11-4D7C-B9B2-417FA7FEE306}"/>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1D1CA"/>
                </a:solidFill>
                <a:latin typeface="Arial"/>
                <a:ea typeface="Arial"/>
                <a:cs typeface="Arial"/>
              </a:defRPr>
            </a:defPPr>
            <a:lvl1pPr>
              <a:defRPr sz="1200" b="0">
                <a:solidFill>
                  <a:srgbClr val="C1D1CA"/>
                </a:solidFill>
                <a:latin typeface="Arial"/>
                <a:ea typeface="Arial"/>
                <a:cs typeface="Arial"/>
              </a:defRPr>
            </a:lvl1pPr>
            <a:lvl2pPr>
              <a:defRPr sz="1200" b="0">
                <a:solidFill>
                  <a:srgbClr val="C1D1CA"/>
                </a:solidFill>
                <a:latin typeface="Arial"/>
                <a:ea typeface="Arial"/>
                <a:cs typeface="Arial"/>
              </a:defRPr>
            </a:lvl2pPr>
            <a:lvl3pPr>
              <a:defRPr sz="1200" b="0">
                <a:solidFill>
                  <a:srgbClr val="C1D1CA"/>
                </a:solidFill>
                <a:latin typeface="Arial"/>
                <a:ea typeface="Arial"/>
                <a:cs typeface="Arial"/>
              </a:defRPr>
            </a:lvl3pPr>
            <a:lvl4pPr>
              <a:defRPr sz="1200" b="0">
                <a:solidFill>
                  <a:srgbClr val="C1D1CA"/>
                </a:solidFill>
                <a:latin typeface="Arial"/>
                <a:ea typeface="Arial"/>
                <a:cs typeface="Arial"/>
              </a:defRPr>
            </a:lvl4pPr>
            <a:lvl5pPr>
              <a:defRPr sz="1200" b="0">
                <a:solidFill>
                  <a:srgbClr val="C1D1CA"/>
                </a:solidFill>
                <a:latin typeface="Arial"/>
                <a:ea typeface="Arial"/>
                <a:cs typeface="Arial"/>
              </a:defRPr>
            </a:lvl5pPr>
            <a:lvl6pPr>
              <a:defRPr sz="1200" b="0">
                <a:solidFill>
                  <a:srgbClr val="C1D1CA"/>
                </a:solidFill>
                <a:latin typeface="Arial"/>
                <a:ea typeface="Arial"/>
                <a:cs typeface="Arial"/>
              </a:defRPr>
            </a:lvl6pPr>
            <a:lvl7pPr>
              <a:defRPr sz="1200" b="0">
                <a:solidFill>
                  <a:srgbClr val="C1D1CA"/>
                </a:solidFill>
                <a:latin typeface="Arial"/>
                <a:ea typeface="Arial"/>
                <a:cs typeface="Arial"/>
              </a:defRPr>
            </a:lvl7pPr>
            <a:lvl8pPr>
              <a:defRPr sz="1200" b="0">
                <a:solidFill>
                  <a:srgbClr val="C1D1CA"/>
                </a:solidFill>
                <a:latin typeface="Arial"/>
                <a:ea typeface="Arial"/>
                <a:cs typeface="Arial"/>
              </a:defRPr>
            </a:lvl8pPr>
            <a:lvl9pPr>
              <a:defRPr sz="1200" b="0">
                <a:solidFill>
                  <a:srgbClr val="C1D1CA"/>
                </a:solidFill>
                <a:latin typeface="Arial"/>
                <a:ea typeface="Arial"/>
                <a:cs typeface="Arial"/>
              </a:defRPr>
            </a:lvl9pPr>
          </a:lstStyle>
          <a:p xmlns:a="http://schemas.openxmlformats.org/drawingml/2006/main">
            <a:pPr>
              <a:defRPr sz="1200" b="0">
                <a:solidFill>
                  <a:srgbClr val="C1D1CA"/>
                </a:solidFill>
                <a:latin typeface="Arial"/>
                <a:ea typeface="Arial"/>
                <a:cs typeface="Arial"/>
              </a:defRPr>
            </a:pPr>
            <a:r>
              <a:rPr sz="1200" b="0">
                <a:solidFill>
                  <a:srgbClr val="C1D1CA"/>
                </a:solidFill>
                <a:latin typeface="Arial"/>
                <a:ea typeface="Arial"/>
                <a:cs typeface="Arial"/>
              </a:rPr>
              <a:t>Публичный evidence‑RAG проверен. Hosted web search выключен.</a:t>
            </a:r>
          </a:p>
        </p:txBody>
      </p:sp>
    </p:spTree>
    <p:extLst>
      <p:ext uri="{BB962C8B-B14F-4D97-AF65-F5344CB8AC3E}">
        <p14:creationId xmlns:p14="http://schemas.microsoft.com/office/powerpoint/2010/main" val="1996901608"/>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97735B-AEDD-4E6F-98AC-C7AF60B8D5FC}"/>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C9B08DD0-84FB-4D23-B15B-8D1A6984E3C6}"/>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EA8C503-CFF1-4433-976E-256AD43A4166}"/>
              </a:ext>
            </a:extLst>
          </p:cNvPr>
          <p:cNvSpPr>
            <a:spLocks xmlns:a="http://schemas.openxmlformats.org/drawingml/2006/main" noGrp="1"/>
          </p:cNvSpPr>
          <p:nvPr/>
        </p:nvSpPr>
        <p:spPr>
          <a:xfrm xmlns:a="http://schemas.openxmlformats.org/drawingml/2006/main">
            <a:off x="609600" y="9525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B25"/>
                </a:solidFill>
                <a:latin typeface="Arial"/>
                <a:ea typeface="Arial"/>
                <a:cs typeface="Arial"/>
              </a:defRPr>
            </a:defPPr>
            <a:lvl1pPr>
              <a:defRPr sz="3450" b="1">
                <a:solidFill>
                  <a:srgbClr val="102B25"/>
                </a:solidFill>
                <a:latin typeface="Arial"/>
                <a:ea typeface="Arial"/>
                <a:cs typeface="Arial"/>
              </a:defRPr>
            </a:lvl1pPr>
            <a:lvl2pPr>
              <a:defRPr sz="3450" b="1">
                <a:solidFill>
                  <a:srgbClr val="102B25"/>
                </a:solidFill>
                <a:latin typeface="Arial"/>
                <a:ea typeface="Arial"/>
                <a:cs typeface="Arial"/>
              </a:defRPr>
            </a:lvl2pPr>
            <a:lvl3pPr>
              <a:defRPr sz="3450" b="1">
                <a:solidFill>
                  <a:srgbClr val="102B25"/>
                </a:solidFill>
                <a:latin typeface="Arial"/>
                <a:ea typeface="Arial"/>
                <a:cs typeface="Arial"/>
              </a:defRPr>
            </a:lvl3pPr>
            <a:lvl4pPr>
              <a:defRPr sz="3450" b="1">
                <a:solidFill>
                  <a:srgbClr val="102B25"/>
                </a:solidFill>
                <a:latin typeface="Arial"/>
                <a:ea typeface="Arial"/>
                <a:cs typeface="Arial"/>
              </a:defRPr>
            </a:lvl4pPr>
            <a:lvl5pPr>
              <a:defRPr sz="3450" b="1">
                <a:solidFill>
                  <a:srgbClr val="102B25"/>
                </a:solidFill>
                <a:latin typeface="Arial"/>
                <a:ea typeface="Arial"/>
                <a:cs typeface="Arial"/>
              </a:defRPr>
            </a:lvl5pPr>
            <a:lvl6pPr>
              <a:defRPr sz="3450" b="1">
                <a:solidFill>
                  <a:srgbClr val="102B25"/>
                </a:solidFill>
                <a:latin typeface="Arial"/>
                <a:ea typeface="Arial"/>
                <a:cs typeface="Arial"/>
              </a:defRPr>
            </a:lvl6pPr>
            <a:lvl7pPr>
              <a:defRPr sz="3450" b="1">
                <a:solidFill>
                  <a:srgbClr val="102B25"/>
                </a:solidFill>
                <a:latin typeface="Arial"/>
                <a:ea typeface="Arial"/>
                <a:cs typeface="Arial"/>
              </a:defRPr>
            </a:lvl7pPr>
            <a:lvl8pPr>
              <a:defRPr sz="3450" b="1">
                <a:solidFill>
                  <a:srgbClr val="102B25"/>
                </a:solidFill>
                <a:latin typeface="Arial"/>
                <a:ea typeface="Arial"/>
                <a:cs typeface="Arial"/>
              </a:defRPr>
            </a:lvl8pPr>
            <a:lvl9pPr>
              <a:defRPr sz="3450" b="1">
                <a:solidFill>
                  <a:srgbClr val="102B25"/>
                </a:solidFill>
                <a:latin typeface="Arial"/>
                <a:ea typeface="Arial"/>
                <a:cs typeface="Arial"/>
              </a:defRPr>
            </a:lvl9pPr>
          </a:lstStyle>
          <a:p xmlns:a="http://schemas.openxmlformats.org/drawingml/2006/main">
            <a:pPr>
              <a:defRPr sz="3450" b="1">
                <a:solidFill>
                  <a:srgbClr val="102B25"/>
                </a:solidFill>
                <a:latin typeface="Arial"/>
                <a:ea typeface="Arial"/>
                <a:cs typeface="Arial"/>
              </a:defRPr>
            </a:pPr>
            <a:r>
              <a:rPr sz="3450" b="1">
                <a:solidFill>
                  <a:srgbClr val="102B25"/>
                </a:solidFill>
                <a:latin typeface="Arial"/>
                <a:ea typeface="Arial"/>
                <a:cs typeface="Arial"/>
              </a:rPr>
              <a:t>События из актуальной афиши</a:t>
            </a:r>
          </a:p>
        </p:txBody>
      </p:sp>
      <p:sp>
        <p:nvSpPr>
          <p:cNvPr id="4" name="">
            <a:extLst xmlns:a="http://schemas.openxmlformats.org/drawingml/2006/main">
              <a:ext uri="{FF2B5EF4-FFF2-40B4-BE49-F238E27FC236}">
                <a16:creationId xmlns:a16="http://schemas.microsoft.com/office/drawing/2014/main" id="{44FE4EBC-D6FD-4966-B94E-41CF2F58DE46}"/>
              </a:ext>
            </a:extLst>
          </p:cNvPr>
          <p:cNvSpPr>
            <a:spLocks xmlns:a="http://schemas.openxmlformats.org/drawingml/2006/main" noGrp="1"/>
          </p:cNvSpPr>
          <p:nvPr/>
        </p:nvSpPr>
        <p:spPr>
          <a:xfrm xmlns:a="http://schemas.openxmlformats.org/drawingml/2006/main">
            <a:off x="609600" y="271462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453D2A-932E-4166-850F-F43A65C65679}"/>
              </a:ext>
            </a:extLst>
          </p:cNvPr>
          <p:cNvSpPr>
            <a:spLocks xmlns:a="http://schemas.openxmlformats.org/drawingml/2006/main" noGrp="1"/>
          </p:cNvSpPr>
          <p:nvPr/>
        </p:nvSpPr>
        <p:spPr>
          <a:xfrm xmlns:a="http://schemas.openxmlformats.org/drawingml/2006/main">
            <a:off x="1409700" y="2714625"/>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Sxodim для Астаны</a:t>
            </a:r>
          </a:p>
        </p:txBody>
      </p:sp>
      <p:sp>
        <p:nvSpPr>
          <p:cNvPr id="6" name="">
            <a:extLst xmlns:a="http://schemas.openxmlformats.org/drawingml/2006/main">
              <a:ext uri="{FF2B5EF4-FFF2-40B4-BE49-F238E27FC236}">
                <a16:creationId xmlns:a16="http://schemas.microsoft.com/office/drawing/2014/main" id="{A89A6BA4-0688-4A6E-AEDB-A16DA950E493}"/>
              </a:ext>
            </a:extLst>
          </p:cNvPr>
          <p:cNvSpPr>
            <a:spLocks xmlns:a="http://schemas.openxmlformats.org/drawingml/2006/main" noGrp="1"/>
          </p:cNvSpPr>
          <p:nvPr/>
        </p:nvSpPr>
        <p:spPr>
          <a:xfrm xmlns:a="http://schemas.openxmlformats.org/drawingml/2006/main">
            <a:off x="1409700" y="3171825"/>
            <a:ext cx="5391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Факты о событиях приходят по HTTP.</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Ссылка ведёт на первоисточник.</a:t>
            </a:r>
          </a:p>
        </p:txBody>
      </p:sp>
      <p:sp>
        <p:nvSpPr>
          <p:cNvPr id="7" name="">
            <a:extLst xmlns:a="http://schemas.openxmlformats.org/drawingml/2006/main">
              <a:ext uri="{FF2B5EF4-FFF2-40B4-BE49-F238E27FC236}">
                <a16:creationId xmlns:a16="http://schemas.microsoft.com/office/drawing/2014/main" id="{33DF6D72-F1CE-4A99-AA75-67162EE1A48D}"/>
              </a:ext>
            </a:extLst>
          </p:cNvPr>
          <p:cNvSpPr>
            <a:spLocks xmlns:a="http://schemas.openxmlformats.org/drawingml/2006/main" noGrp="1"/>
          </p:cNvSpPr>
          <p:nvPr/>
        </p:nvSpPr>
        <p:spPr>
          <a:xfrm xmlns:a="http://schemas.openxmlformats.org/drawingml/2006/main">
            <a:off x="609600" y="43338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27BF9CB-8B7B-45A2-B1FF-DA5C19E73553}"/>
              </a:ext>
            </a:extLst>
          </p:cNvPr>
          <p:cNvSpPr>
            <a:spLocks xmlns:a="http://schemas.openxmlformats.org/drawingml/2006/main" noGrp="1"/>
          </p:cNvSpPr>
          <p:nvPr/>
        </p:nvSpPr>
        <p:spPr>
          <a:xfrm xmlns:a="http://schemas.openxmlformats.org/drawingml/2006/main">
            <a:off x="1409700" y="4333875"/>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Обновление по запросу</a:t>
            </a:r>
          </a:p>
        </p:txBody>
      </p:sp>
      <p:sp>
        <p:nvSpPr>
          <p:cNvPr id="9" name="">
            <a:extLst xmlns:a="http://schemas.openxmlformats.org/drawingml/2006/main">
              <a:ext uri="{FF2B5EF4-FFF2-40B4-BE49-F238E27FC236}">
                <a16:creationId xmlns:a16="http://schemas.microsoft.com/office/drawing/2014/main" id="{84B9953D-F293-40A7-8A14-65F833BC7CB3}"/>
              </a:ext>
            </a:extLst>
          </p:cNvPr>
          <p:cNvSpPr>
            <a:spLocks xmlns:a="http://schemas.openxmlformats.org/drawingml/2006/main" noGrp="1"/>
          </p:cNvSpPr>
          <p:nvPr/>
        </p:nvSpPr>
        <p:spPr>
          <a:xfrm xmlns:a="http://schemas.openxmlformats.org/drawingml/2006/main">
            <a:off x="1409700" y="4791075"/>
            <a:ext cx="5391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Кэш на час. При сбое остаётся</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последний доступный датированный набор.</a:t>
            </a:r>
          </a:p>
        </p:txBody>
      </p:sp>
      <p:pic>
        <p:nvPicPr>
          <p:cNvPr id="10" name="">
            <a:extLst xmlns:a="http://schemas.openxmlformats.org/drawingml/2006/main">
              <a:ext uri="{FF2B5EF4-FFF2-40B4-BE49-F238E27FC236}">
                <a16:creationId xmlns:a16="http://schemas.microsoft.com/office/drawing/2014/main" id="{DA2E96BB-6108-432A-8E83-C453FE4D4089}"/>
              </a:ext>
            </a:extLst>
          </p:cNvPr>
          <p:cNvPicPr>
            <a:picLocks xmlns:a="http://schemas.openxmlformats.org/drawingml/2006/main" noChangeAspect="1"/>
          </p:cNvPicPr>
          <p:nvPr/>
        </p:nvPicPr>
        <p:blipFill>
          <a:blip xmlns:r="http://schemas.openxmlformats.org/officeDocument/2006/relationships" xmlns:a="http://schemas.openxmlformats.org/drawingml/2006/main" r:embed="R8016f18ec1d8493a"/>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50A143D-B1D5-47FC-A82C-8C0C72B97625}"/>
              </a:ext>
            </a:extLst>
          </p:cNvPr>
          <p:cNvSpPr>
            <a:spLocks xmlns:a="http://schemas.openxmlformats.org/drawingml/2006/main" noGrp="1"/>
          </p:cNvSpPr>
          <p:nvPr/>
        </p:nvSpPr>
        <p:spPr>
          <a:xfrm xmlns:a="http://schemas.openxmlformats.org/drawingml/2006/main">
            <a:off x="7715250" y="64198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Свои иллюстрации, не афиши событий.</a:t>
            </a:r>
          </a:p>
        </p:txBody>
      </p:sp>
    </p:spTree>
    <p:extLst>
      <p:ext uri="{BB962C8B-B14F-4D97-AF65-F5344CB8AC3E}">
        <p14:creationId xmlns:p14="http://schemas.microsoft.com/office/powerpoint/2010/main" val="1162087809"/>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E9EF63-E7B6-4BD4-9F9F-E3D1C6E4C0C7}"/>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B8AA2324-95E0-4C51-B2D4-856CCAA51829}"/>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986D730D-9DC7-4FAF-9B63-582C85FD8FE3}"/>
              </a:ext>
            </a:extLst>
          </p:cNvPr>
          <p:cNvSpPr>
            <a:spLocks xmlns:a="http://schemas.openxmlformats.org/drawingml/2006/main" noGrp="1"/>
          </p:cNvSpPr>
          <p:nvPr/>
        </p:nvSpPr>
        <p:spPr>
          <a:xfrm xmlns:a="http://schemas.openxmlformats.org/drawingml/2006/main">
            <a:off x="609600" y="95250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Память под контролем</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пользователя</a:t>
            </a:r>
          </a:p>
        </p:txBody>
      </p:sp>
      <p:sp>
        <p:nvSpPr>
          <p:cNvPr id="4" name="">
            <a:extLst xmlns:a="http://schemas.openxmlformats.org/drawingml/2006/main">
              <a:ext uri="{FF2B5EF4-FFF2-40B4-BE49-F238E27FC236}">
                <a16:creationId xmlns:a16="http://schemas.microsoft.com/office/drawing/2014/main" id="{1829AE20-C94A-466B-BB59-CF2937E95F1F}"/>
              </a:ext>
            </a:extLst>
          </p:cNvPr>
          <p:cNvSpPr>
            <a:spLocks xmlns:a="http://schemas.openxmlformats.org/drawingml/2006/main" noGrp="1"/>
          </p:cNvSpPr>
          <p:nvPr/>
        </p:nvSpPr>
        <p:spPr>
          <a:xfrm xmlns:a="http://schemas.openxmlformats.org/drawingml/2006/main">
            <a:off x="638175" y="27527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6E5D"/>
                </a:solidFill>
                <a:latin typeface="Arial"/>
                <a:ea typeface="Arial"/>
                <a:cs typeface="Arial"/>
              </a:defRPr>
            </a:defPPr>
            <a:lvl1pPr>
              <a:defRPr sz="2175" b="1">
                <a:solidFill>
                  <a:srgbClr val="0B6E5D"/>
                </a:solidFill>
                <a:latin typeface="Arial"/>
                <a:ea typeface="Arial"/>
                <a:cs typeface="Arial"/>
              </a:defRPr>
            </a:lvl1pPr>
            <a:lvl2pPr>
              <a:defRPr sz="2175" b="1">
                <a:solidFill>
                  <a:srgbClr val="0B6E5D"/>
                </a:solidFill>
                <a:latin typeface="Arial"/>
                <a:ea typeface="Arial"/>
                <a:cs typeface="Arial"/>
              </a:defRPr>
            </a:lvl2pPr>
            <a:lvl3pPr>
              <a:defRPr sz="2175" b="1">
                <a:solidFill>
                  <a:srgbClr val="0B6E5D"/>
                </a:solidFill>
                <a:latin typeface="Arial"/>
                <a:ea typeface="Arial"/>
                <a:cs typeface="Arial"/>
              </a:defRPr>
            </a:lvl3pPr>
            <a:lvl4pPr>
              <a:defRPr sz="2175" b="1">
                <a:solidFill>
                  <a:srgbClr val="0B6E5D"/>
                </a:solidFill>
                <a:latin typeface="Arial"/>
                <a:ea typeface="Arial"/>
                <a:cs typeface="Arial"/>
              </a:defRPr>
            </a:lvl4pPr>
            <a:lvl5pPr>
              <a:defRPr sz="2175" b="1">
                <a:solidFill>
                  <a:srgbClr val="0B6E5D"/>
                </a:solidFill>
                <a:latin typeface="Arial"/>
                <a:ea typeface="Arial"/>
                <a:cs typeface="Arial"/>
              </a:defRPr>
            </a:lvl5pPr>
            <a:lvl6pPr>
              <a:defRPr sz="2175" b="1">
                <a:solidFill>
                  <a:srgbClr val="0B6E5D"/>
                </a:solidFill>
                <a:latin typeface="Arial"/>
                <a:ea typeface="Arial"/>
                <a:cs typeface="Arial"/>
              </a:defRPr>
            </a:lvl6pPr>
            <a:lvl7pPr>
              <a:defRPr sz="2175" b="1">
                <a:solidFill>
                  <a:srgbClr val="0B6E5D"/>
                </a:solidFill>
                <a:latin typeface="Arial"/>
                <a:ea typeface="Arial"/>
                <a:cs typeface="Arial"/>
              </a:defRPr>
            </a:lvl7pPr>
            <a:lvl8pPr>
              <a:defRPr sz="2175" b="1">
                <a:solidFill>
                  <a:srgbClr val="0B6E5D"/>
                </a:solidFill>
                <a:latin typeface="Arial"/>
                <a:ea typeface="Arial"/>
                <a:cs typeface="Arial"/>
              </a:defRPr>
            </a:lvl8pPr>
            <a:lvl9pPr>
              <a:defRPr sz="2175" b="1">
                <a:solidFill>
                  <a:srgbClr val="0B6E5D"/>
                </a:solidFill>
                <a:latin typeface="Arial"/>
                <a:ea typeface="Arial"/>
                <a:cs typeface="Arial"/>
              </a:defRPr>
            </a:lvl9pPr>
          </a:lstStyle>
          <a:p xmlns:a="http://schemas.openxmlformats.org/drawingml/2006/main">
            <a:pPr>
              <a:defRPr sz="2175" b="1">
                <a:solidFill>
                  <a:srgbClr val="0B6E5D"/>
                </a:solidFill>
                <a:latin typeface="Arial"/>
                <a:ea typeface="Arial"/>
                <a:cs typeface="Arial"/>
              </a:defRPr>
            </a:pPr>
            <a:r>
              <a:rPr sz="2175" b="1">
                <a:solidFill>
                  <a:srgbClr val="0B6E5D"/>
                </a:solidFill>
                <a:latin typeface="Arial"/>
                <a:ea typeface="Arial"/>
                <a:cs typeface="Arial"/>
              </a:rPr>
              <a:t>Интересы можно изменить.</a:t>
            </a:r>
          </a:p>
          <a:p xmlns:a="http://schemas.openxmlformats.org/drawingml/2006/main">
            <a:pPr>
              <a:defRPr sz="2175" b="1">
                <a:solidFill>
                  <a:srgbClr val="0B6E5D"/>
                </a:solidFill>
                <a:latin typeface="Arial"/>
                <a:ea typeface="Arial"/>
                <a:cs typeface="Arial"/>
              </a:defRPr>
            </a:pPr>
            <a:r>
              <a:rPr sz="2175" b="1">
                <a:solidFill>
                  <a:srgbClr val="0B6E5D"/>
                </a:solidFill>
                <a:latin typeface="Arial"/>
                <a:ea typeface="Arial"/>
                <a:cs typeface="Arial"/>
              </a:rPr>
              <a:t>Диалог и историю можно удалить.</a:t>
            </a:r>
          </a:p>
        </p:txBody>
      </p:sp>
      <p:sp>
        <p:nvSpPr>
          <p:cNvPr id="5" name="">
            <a:extLst xmlns:a="http://schemas.openxmlformats.org/drawingml/2006/main">
              <a:ext uri="{FF2B5EF4-FFF2-40B4-BE49-F238E27FC236}">
                <a16:creationId xmlns:a16="http://schemas.microsoft.com/office/drawing/2014/main" id="{83D6715F-16ED-4960-8508-5E5C36253A89}"/>
              </a:ext>
            </a:extLst>
          </p:cNvPr>
          <p:cNvSpPr>
            <a:spLocks xmlns:a="http://schemas.openxmlformats.org/drawingml/2006/main" noGrp="1"/>
          </p:cNvSpPr>
          <p:nvPr/>
        </p:nvSpPr>
        <p:spPr>
          <a:xfrm xmlns:a="http://schemas.openxmlformats.org/drawingml/2006/main">
            <a:off x="638175" y="3943350"/>
            <a:ext cx="571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Согласие определяет, что сохраняется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в браузере. Точка старта остаётся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только до закрытия страницы.</a:t>
            </a:r>
          </a:p>
        </p:txBody>
      </p:sp>
      <p:sp>
        <p:nvSpPr>
          <p:cNvPr id="6" name="">
            <a:extLst xmlns:a="http://schemas.openxmlformats.org/drawingml/2006/main">
              <a:ext uri="{FF2B5EF4-FFF2-40B4-BE49-F238E27FC236}">
                <a16:creationId xmlns:a16="http://schemas.microsoft.com/office/drawing/2014/main" id="{6FF6E85D-3DD4-41F2-9A7C-D0069491A93A}"/>
              </a:ext>
            </a:extLst>
          </p:cNvPr>
          <p:cNvSpPr>
            <a:spLocks xmlns:a="http://schemas.openxmlformats.org/drawingml/2006/main" noGrp="1"/>
          </p:cNvSpPr>
          <p:nvPr/>
        </p:nvSpPr>
        <p:spPr>
          <a:xfrm xmlns:a="http://schemas.openxmlformats.org/drawingml/2006/main">
            <a:off x="638175" y="54292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02B25"/>
                </a:solidFill>
                <a:latin typeface="Arial"/>
                <a:ea typeface="Arial"/>
                <a:cs typeface="Arial"/>
              </a:defRPr>
            </a:defPPr>
            <a:lvl1pPr>
              <a:defRPr sz="1800" b="1">
                <a:solidFill>
                  <a:srgbClr val="102B25"/>
                </a:solidFill>
                <a:latin typeface="Arial"/>
                <a:ea typeface="Arial"/>
                <a:cs typeface="Arial"/>
              </a:defRPr>
            </a:lvl1pPr>
            <a:lvl2pPr>
              <a:defRPr sz="1800" b="1">
                <a:solidFill>
                  <a:srgbClr val="102B25"/>
                </a:solidFill>
                <a:latin typeface="Arial"/>
                <a:ea typeface="Arial"/>
                <a:cs typeface="Arial"/>
              </a:defRPr>
            </a:lvl2pPr>
            <a:lvl3pPr>
              <a:defRPr sz="1800" b="1">
                <a:solidFill>
                  <a:srgbClr val="102B25"/>
                </a:solidFill>
                <a:latin typeface="Arial"/>
                <a:ea typeface="Arial"/>
                <a:cs typeface="Arial"/>
              </a:defRPr>
            </a:lvl3pPr>
            <a:lvl4pPr>
              <a:defRPr sz="1800" b="1">
                <a:solidFill>
                  <a:srgbClr val="102B25"/>
                </a:solidFill>
                <a:latin typeface="Arial"/>
                <a:ea typeface="Arial"/>
                <a:cs typeface="Arial"/>
              </a:defRPr>
            </a:lvl4pPr>
            <a:lvl5pPr>
              <a:defRPr sz="1800" b="1">
                <a:solidFill>
                  <a:srgbClr val="102B25"/>
                </a:solidFill>
                <a:latin typeface="Arial"/>
                <a:ea typeface="Arial"/>
                <a:cs typeface="Arial"/>
              </a:defRPr>
            </a:lvl5pPr>
            <a:lvl6pPr>
              <a:defRPr sz="1800" b="1">
                <a:solidFill>
                  <a:srgbClr val="102B25"/>
                </a:solidFill>
                <a:latin typeface="Arial"/>
                <a:ea typeface="Arial"/>
                <a:cs typeface="Arial"/>
              </a:defRPr>
            </a:lvl6pPr>
            <a:lvl7pPr>
              <a:defRPr sz="1800" b="1">
                <a:solidFill>
                  <a:srgbClr val="102B25"/>
                </a:solidFill>
                <a:latin typeface="Arial"/>
                <a:ea typeface="Arial"/>
                <a:cs typeface="Arial"/>
              </a:defRPr>
            </a:lvl7pPr>
            <a:lvl8pPr>
              <a:defRPr sz="1800" b="1">
                <a:solidFill>
                  <a:srgbClr val="102B25"/>
                </a:solidFill>
                <a:latin typeface="Arial"/>
                <a:ea typeface="Arial"/>
                <a:cs typeface="Arial"/>
              </a:defRPr>
            </a:lvl8pPr>
            <a:lvl9pPr>
              <a:defRPr sz="1800" b="1">
                <a:solidFill>
                  <a:srgbClr val="102B25"/>
                </a:solidFill>
                <a:latin typeface="Arial"/>
                <a:ea typeface="Arial"/>
                <a:cs typeface="Arial"/>
              </a:defRPr>
            </a:lvl9pPr>
          </a:lstStyle>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Сохранённый план не означает бронь.</a:t>
            </a:r>
          </a:p>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Неизвестная цена остаётся неизвестной.</a:t>
            </a:r>
          </a:p>
        </p:txBody>
      </p:sp>
      <p:pic>
        <p:nvPicPr>
          <p:cNvPr id="7" name="">
            <a:extLst xmlns:a="http://schemas.openxmlformats.org/drawingml/2006/main">
              <a:ext uri="{FF2B5EF4-FFF2-40B4-BE49-F238E27FC236}">
                <a16:creationId xmlns:a16="http://schemas.microsoft.com/office/drawing/2014/main" id="{64A90E39-A0EB-4E77-BBB6-393C049112C0}"/>
              </a:ext>
            </a:extLst>
          </p:cNvPr>
          <p:cNvPicPr>
            <a:picLocks xmlns:a="http://schemas.openxmlformats.org/drawingml/2006/main" noChangeAspect="1"/>
          </p:cNvPicPr>
          <p:nvPr/>
        </p:nvPicPr>
        <p:blipFill>
          <a:blip xmlns:r="http://schemas.openxmlformats.org/officeDocument/2006/relationships" xmlns:a="http://schemas.openxmlformats.org/drawingml/2006/main" r:embed="Rbcb40d3d51614348"/>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2809D9-D4DF-4BA4-9268-A70A22CE6508}"/>
              </a:ext>
            </a:extLst>
          </p:cNvPr>
          <p:cNvSpPr>
            <a:spLocks xmlns:a="http://schemas.openxmlformats.org/drawingml/2006/main" noGrp="1"/>
          </p:cNvSpPr>
          <p:nvPr/>
        </p:nvSpPr>
        <p:spPr>
          <a:xfrm xmlns:a="http://schemas.openxmlformats.org/drawingml/2006/main">
            <a:off x="7734300" y="64198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Локальная память браузера</a:t>
            </a:r>
          </a:p>
        </p:txBody>
      </p:sp>
    </p:spTree>
    <p:extLst>
      <p:ext uri="{BB962C8B-B14F-4D97-AF65-F5344CB8AC3E}">
        <p14:creationId xmlns:p14="http://schemas.microsoft.com/office/powerpoint/2010/main" val="730903603"/>
      </p:ext>
    </p:extLst>
  </p:cSld>
</p:sld>
</file>

<file path=ppt/slides/slide10.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2862F41-37F4-4496-8247-F1A19153742F}"/>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a:t>
            </a:r>
          </a:p>
        </p:txBody>
      </p:sp>
      <p:sp>
        <p:nvSpPr>
          <p:cNvPr id="2" name="">
            <a:extLst xmlns:a="http://schemas.openxmlformats.org/drawingml/2006/main">
              <a:ext uri="{FF2B5EF4-FFF2-40B4-BE49-F238E27FC236}">
                <a16:creationId xmlns:a16="http://schemas.microsoft.com/office/drawing/2014/main" id="{7CA5F3A7-62F4-4737-BD26-21E0776DD471}"/>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8E2269B-9521-4850-BE61-66214BBB19A1}"/>
              </a:ext>
            </a:extLst>
          </p:cNvPr>
          <p:cNvSpPr>
            <a:spLocks xmlns:a="http://schemas.openxmlformats.org/drawingml/2006/main" noGrp="1"/>
          </p:cNvSpPr>
          <p:nvPr/>
        </p:nvSpPr>
        <p:spPr>
          <a:xfrm xmlns:a="http://schemas.openxmlformats.org/drawingml/2006/main">
            <a:off x="609600" y="95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Пилот работает в Астане</a:t>
            </a:r>
          </a:p>
        </p:txBody>
      </p:sp>
      <p:sp>
        <p:nvSpPr>
          <p:cNvPr id="4" name="">
            <a:extLst xmlns:a="http://schemas.openxmlformats.org/drawingml/2006/main">
              <a:ext uri="{FF2B5EF4-FFF2-40B4-BE49-F238E27FC236}">
                <a16:creationId xmlns:a16="http://schemas.microsoft.com/office/drawing/2014/main" id="{C4BF67CD-2C00-4672-8A78-58E7A30E14E4}"/>
              </a:ext>
            </a:extLst>
          </p:cNvPr>
          <p:cNvSpPr>
            <a:spLocks xmlns:a="http://schemas.openxmlformats.org/drawingml/2006/main" noGrp="1"/>
          </p:cNvSpPr>
          <p:nvPr/>
        </p:nvSpPr>
        <p:spPr>
          <a:xfrm xmlns:a="http://schemas.openxmlformats.org/drawingml/2006/main">
            <a:off x="638175" y="25717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FFC55"/>
                </a:solidFill>
                <a:latin typeface="Arial"/>
                <a:ea typeface="Arial"/>
                <a:cs typeface="Arial"/>
              </a:defRPr>
            </a:defPPr>
            <a:lvl1pPr>
              <a:defRPr sz="2250" b="1">
                <a:solidFill>
                  <a:srgbClr val="CFFC55"/>
                </a:solidFill>
                <a:latin typeface="Arial"/>
                <a:ea typeface="Arial"/>
                <a:cs typeface="Arial"/>
              </a:defRPr>
            </a:lvl1pPr>
            <a:lvl2pPr>
              <a:defRPr sz="2250" b="1">
                <a:solidFill>
                  <a:srgbClr val="CFFC55"/>
                </a:solidFill>
                <a:latin typeface="Arial"/>
                <a:ea typeface="Arial"/>
                <a:cs typeface="Arial"/>
              </a:defRPr>
            </a:lvl2pPr>
            <a:lvl3pPr>
              <a:defRPr sz="2250" b="1">
                <a:solidFill>
                  <a:srgbClr val="CFFC55"/>
                </a:solidFill>
                <a:latin typeface="Arial"/>
                <a:ea typeface="Arial"/>
                <a:cs typeface="Arial"/>
              </a:defRPr>
            </a:lvl3pPr>
            <a:lvl4pPr>
              <a:defRPr sz="2250" b="1">
                <a:solidFill>
                  <a:srgbClr val="CFFC55"/>
                </a:solidFill>
                <a:latin typeface="Arial"/>
                <a:ea typeface="Arial"/>
                <a:cs typeface="Arial"/>
              </a:defRPr>
            </a:lvl4pPr>
            <a:lvl5pPr>
              <a:defRPr sz="2250" b="1">
                <a:solidFill>
                  <a:srgbClr val="CFFC55"/>
                </a:solidFill>
                <a:latin typeface="Arial"/>
                <a:ea typeface="Arial"/>
                <a:cs typeface="Arial"/>
              </a:defRPr>
            </a:lvl5pPr>
            <a:lvl6pPr>
              <a:defRPr sz="2250" b="1">
                <a:solidFill>
                  <a:srgbClr val="CFFC55"/>
                </a:solidFill>
                <a:latin typeface="Arial"/>
                <a:ea typeface="Arial"/>
                <a:cs typeface="Arial"/>
              </a:defRPr>
            </a:lvl6pPr>
            <a:lvl7pPr>
              <a:defRPr sz="2250" b="1">
                <a:solidFill>
                  <a:srgbClr val="CFFC55"/>
                </a:solidFill>
                <a:latin typeface="Arial"/>
                <a:ea typeface="Arial"/>
                <a:cs typeface="Arial"/>
              </a:defRPr>
            </a:lvl7pPr>
            <a:lvl8pPr>
              <a:defRPr sz="2250" b="1">
                <a:solidFill>
                  <a:srgbClr val="CFFC55"/>
                </a:solidFill>
                <a:latin typeface="Arial"/>
                <a:ea typeface="Arial"/>
                <a:cs typeface="Arial"/>
              </a:defRPr>
            </a:lvl8pPr>
            <a:lvl9pPr>
              <a:defRPr sz="2250" b="1">
                <a:solidFill>
                  <a:srgbClr val="CFFC55"/>
                </a:solidFill>
                <a:latin typeface="Arial"/>
                <a:ea typeface="Arial"/>
                <a:cs typeface="Arial"/>
              </a:defRPr>
            </a:lvl9pPr>
          </a:lstStyle>
          <a:p xmlns:a="http://schemas.openxmlformats.org/drawingml/2006/main">
            <a:pPr>
              <a:defRPr sz="2250" b="1">
                <a:solidFill>
                  <a:srgbClr val="CFFC55"/>
                </a:solidFill>
                <a:latin typeface="Arial"/>
                <a:ea typeface="Arial"/>
                <a:cs typeface="Arial"/>
              </a:defRPr>
            </a:pPr>
            <a:r>
              <a:rPr sz="2250" b="1">
                <a:solidFill>
                  <a:srgbClr val="CFFC55"/>
                </a:solidFill>
                <a:latin typeface="Arial"/>
                <a:ea typeface="Arial"/>
                <a:cs typeface="Arial"/>
              </a:rPr>
              <a:t>Публичная версия</a:t>
            </a:r>
          </a:p>
        </p:txBody>
      </p:sp>
      <p:sp>
        <p:nvSpPr>
          <p:cNvPr id="5" name="">
            <a:extLst xmlns:a="http://schemas.openxmlformats.org/drawingml/2006/main">
              <a:ext uri="{FF2B5EF4-FFF2-40B4-BE49-F238E27FC236}">
                <a16:creationId xmlns:a16="http://schemas.microsoft.com/office/drawing/2014/main" id="{7A38CF3D-8C7E-436C-A0C0-CAA22437A1F9}"/>
              </a:ext>
            </a:extLst>
          </p:cNvPr>
          <p:cNvSpPr>
            <a:spLocks xmlns:a="http://schemas.openxmlformats.org/drawingml/2006/main" noGrp="1"/>
          </p:cNvSpPr>
          <p:nvPr/>
        </p:nvSpPr>
        <p:spPr>
          <a:xfrm xmlns:a="http://schemas.openxmlformats.org/drawingml/2006/main">
            <a:off x="638175" y="30670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HTTPS, live-афиша Sxodim,</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GPT‑5.5/evidence‑RAG и пеший</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маршрут по дорожной геометрии.</a:t>
            </a:r>
          </a:p>
        </p:txBody>
      </p:sp>
      <p:sp>
        <p:nvSpPr>
          <p:cNvPr id="6" name="">
            <a:extLst xmlns:a="http://schemas.openxmlformats.org/drawingml/2006/main">
              <a:ext uri="{FF2B5EF4-FFF2-40B4-BE49-F238E27FC236}">
                <a16:creationId xmlns:a16="http://schemas.microsoft.com/office/drawing/2014/main" id="{00C52120-6AD2-443C-80C5-97BF832719E7}"/>
              </a:ext>
            </a:extLst>
          </p:cNvPr>
          <p:cNvSpPr>
            <a:spLocks xmlns:a="http://schemas.openxmlformats.org/drawingml/2006/main" noGrp="1"/>
          </p:cNvSpPr>
          <p:nvPr/>
        </p:nvSpPr>
        <p:spPr>
          <a:xfrm xmlns:a="http://schemas.openxmlformats.org/drawingml/2006/main">
            <a:off x="6496050" y="2571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FFC55"/>
                </a:solidFill>
                <a:latin typeface="Arial"/>
                <a:ea typeface="Arial"/>
                <a:cs typeface="Arial"/>
              </a:defRPr>
            </a:defPPr>
            <a:lvl1pPr>
              <a:defRPr sz="2250" b="1">
                <a:solidFill>
                  <a:srgbClr val="CFFC55"/>
                </a:solidFill>
                <a:latin typeface="Arial"/>
                <a:ea typeface="Arial"/>
                <a:cs typeface="Arial"/>
              </a:defRPr>
            </a:lvl1pPr>
            <a:lvl2pPr>
              <a:defRPr sz="2250" b="1">
                <a:solidFill>
                  <a:srgbClr val="CFFC55"/>
                </a:solidFill>
                <a:latin typeface="Arial"/>
                <a:ea typeface="Arial"/>
                <a:cs typeface="Arial"/>
              </a:defRPr>
            </a:lvl2pPr>
            <a:lvl3pPr>
              <a:defRPr sz="2250" b="1">
                <a:solidFill>
                  <a:srgbClr val="CFFC55"/>
                </a:solidFill>
                <a:latin typeface="Arial"/>
                <a:ea typeface="Arial"/>
                <a:cs typeface="Arial"/>
              </a:defRPr>
            </a:lvl3pPr>
            <a:lvl4pPr>
              <a:defRPr sz="2250" b="1">
                <a:solidFill>
                  <a:srgbClr val="CFFC55"/>
                </a:solidFill>
                <a:latin typeface="Arial"/>
                <a:ea typeface="Arial"/>
                <a:cs typeface="Arial"/>
              </a:defRPr>
            </a:lvl4pPr>
            <a:lvl5pPr>
              <a:defRPr sz="2250" b="1">
                <a:solidFill>
                  <a:srgbClr val="CFFC55"/>
                </a:solidFill>
                <a:latin typeface="Arial"/>
                <a:ea typeface="Arial"/>
                <a:cs typeface="Arial"/>
              </a:defRPr>
            </a:lvl5pPr>
            <a:lvl6pPr>
              <a:defRPr sz="2250" b="1">
                <a:solidFill>
                  <a:srgbClr val="CFFC55"/>
                </a:solidFill>
                <a:latin typeface="Arial"/>
                <a:ea typeface="Arial"/>
                <a:cs typeface="Arial"/>
              </a:defRPr>
            </a:lvl6pPr>
            <a:lvl7pPr>
              <a:defRPr sz="2250" b="1">
                <a:solidFill>
                  <a:srgbClr val="CFFC55"/>
                </a:solidFill>
                <a:latin typeface="Arial"/>
                <a:ea typeface="Arial"/>
                <a:cs typeface="Arial"/>
              </a:defRPr>
            </a:lvl7pPr>
            <a:lvl8pPr>
              <a:defRPr sz="2250" b="1">
                <a:solidFill>
                  <a:srgbClr val="CFFC55"/>
                </a:solidFill>
                <a:latin typeface="Arial"/>
                <a:ea typeface="Arial"/>
                <a:cs typeface="Arial"/>
              </a:defRPr>
            </a:lvl8pPr>
            <a:lvl9pPr>
              <a:defRPr sz="2250" b="1">
                <a:solidFill>
                  <a:srgbClr val="CFFC55"/>
                </a:solidFill>
                <a:latin typeface="Arial"/>
                <a:ea typeface="Arial"/>
                <a:cs typeface="Arial"/>
              </a:defRPr>
            </a:lvl9pPr>
          </a:lstStyle>
          <a:p xmlns:a="http://schemas.openxmlformats.org/drawingml/2006/main">
            <a:pPr>
              <a:defRPr sz="2250" b="1">
                <a:solidFill>
                  <a:srgbClr val="CFFC55"/>
                </a:solidFill>
                <a:latin typeface="Arial"/>
                <a:ea typeface="Arial"/>
                <a:cs typeface="Arial"/>
              </a:defRPr>
            </a:pPr>
            <a:r>
              <a:rPr sz="2250" b="1">
                <a:solidFill>
                  <a:srgbClr val="CFFC55"/>
                </a:solidFill>
                <a:latin typeface="Arial"/>
                <a:ea typeface="Arial"/>
                <a:cs typeface="Arial"/>
              </a:rPr>
              <a:t>Следующая проверка</a:t>
            </a:r>
          </a:p>
        </p:txBody>
      </p:sp>
      <p:sp>
        <p:nvSpPr>
          <p:cNvPr id="7" name="">
            <a:extLst xmlns:a="http://schemas.openxmlformats.org/drawingml/2006/main">
              <a:ext uri="{FF2B5EF4-FFF2-40B4-BE49-F238E27FC236}">
                <a16:creationId xmlns:a16="http://schemas.microsoft.com/office/drawing/2014/main" id="{8B845142-4E59-44B8-B08A-C452BA732F16}"/>
              </a:ext>
            </a:extLst>
          </p:cNvPr>
          <p:cNvSpPr>
            <a:spLocks xmlns:a="http://schemas.openxmlformats.org/drawingml/2006/main" noGrp="1"/>
          </p:cNvSpPr>
          <p:nvPr/>
        </p:nvSpPr>
        <p:spPr>
          <a:xfrm xmlns:a="http://schemas.openxmlformats.org/drawingml/2006/main">
            <a:off x="6496050" y="30670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Физический iPhone и польза пилота.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Для жюри открыть видео по ссылке.</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После проверки: Алматы.</a:t>
            </a:r>
          </a:p>
        </p:txBody>
      </p:sp>
      <p:sp>
        <p:nvSpPr>
          <p:cNvPr id="8" name="">
            <a:extLst xmlns:a="http://schemas.openxmlformats.org/drawingml/2006/main">
              <a:ext uri="{FF2B5EF4-FFF2-40B4-BE49-F238E27FC236}">
                <a16:creationId xmlns:a16="http://schemas.microsoft.com/office/drawing/2014/main" id="{027A5BE6-E027-4C2F-9A12-B358D4B03EB0}"/>
              </a:ext>
            </a:extLst>
          </p:cNvPr>
          <p:cNvSpPr>
            <a:spLocks xmlns:a="http://schemas.openxmlformats.org/drawingml/2006/main" noGrp="1"/>
          </p:cNvSpPr>
          <p:nvPr/>
        </p:nvSpPr>
        <p:spPr>
          <a:xfrm xmlns:a="http://schemas.openxmlformats.org/drawingml/2006/main">
            <a:off x="638175" y="45720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C1D1CA"/>
                </a:solidFill>
                <a:latin typeface="Arial"/>
                <a:ea typeface="Arial"/>
                <a:cs typeface="Arial"/>
              </a:defRPr>
            </a:defPPr>
            <a:lvl1pPr>
              <a:defRPr sz="1575" b="1">
                <a:solidFill>
                  <a:srgbClr val="C1D1CA"/>
                </a:solidFill>
                <a:latin typeface="Arial"/>
                <a:ea typeface="Arial"/>
                <a:cs typeface="Arial"/>
              </a:defRPr>
            </a:lvl1pPr>
            <a:lvl2pPr>
              <a:defRPr sz="1575" b="1">
                <a:solidFill>
                  <a:srgbClr val="C1D1CA"/>
                </a:solidFill>
                <a:latin typeface="Arial"/>
                <a:ea typeface="Arial"/>
                <a:cs typeface="Arial"/>
              </a:defRPr>
            </a:lvl2pPr>
            <a:lvl3pPr>
              <a:defRPr sz="1575" b="1">
                <a:solidFill>
                  <a:srgbClr val="C1D1CA"/>
                </a:solidFill>
                <a:latin typeface="Arial"/>
                <a:ea typeface="Arial"/>
                <a:cs typeface="Arial"/>
              </a:defRPr>
            </a:lvl3pPr>
            <a:lvl4pPr>
              <a:defRPr sz="1575" b="1">
                <a:solidFill>
                  <a:srgbClr val="C1D1CA"/>
                </a:solidFill>
                <a:latin typeface="Arial"/>
                <a:ea typeface="Arial"/>
                <a:cs typeface="Arial"/>
              </a:defRPr>
            </a:lvl4pPr>
            <a:lvl5pPr>
              <a:defRPr sz="1575" b="1">
                <a:solidFill>
                  <a:srgbClr val="C1D1CA"/>
                </a:solidFill>
                <a:latin typeface="Arial"/>
                <a:ea typeface="Arial"/>
                <a:cs typeface="Arial"/>
              </a:defRPr>
            </a:lvl5pPr>
            <a:lvl6pPr>
              <a:defRPr sz="1575" b="1">
                <a:solidFill>
                  <a:srgbClr val="C1D1CA"/>
                </a:solidFill>
                <a:latin typeface="Arial"/>
                <a:ea typeface="Arial"/>
                <a:cs typeface="Arial"/>
              </a:defRPr>
            </a:lvl6pPr>
            <a:lvl7pPr>
              <a:defRPr sz="1575" b="1">
                <a:solidFill>
                  <a:srgbClr val="C1D1CA"/>
                </a:solidFill>
                <a:latin typeface="Arial"/>
                <a:ea typeface="Arial"/>
                <a:cs typeface="Arial"/>
              </a:defRPr>
            </a:lvl7pPr>
            <a:lvl8pPr>
              <a:defRPr sz="1575" b="1">
                <a:solidFill>
                  <a:srgbClr val="C1D1CA"/>
                </a:solidFill>
                <a:latin typeface="Arial"/>
                <a:ea typeface="Arial"/>
                <a:cs typeface="Arial"/>
              </a:defRPr>
            </a:lvl8pPr>
            <a:lvl9pPr>
              <a:defRPr sz="1575" b="1">
                <a:solidFill>
                  <a:srgbClr val="C1D1CA"/>
                </a:solidFill>
                <a:latin typeface="Arial"/>
                <a:ea typeface="Arial"/>
                <a:cs typeface="Arial"/>
              </a:defRPr>
            </a:lvl9pPr>
          </a:lstStyle>
          <a:p xmlns:a="http://schemas.openxmlformats.org/drawingml/2006/main">
            <a:pPr>
              <a:defRPr sz="1575" b="1">
                <a:solidFill>
                  <a:srgbClr val="C1D1CA"/>
                </a:solidFill>
                <a:latin typeface="Arial"/>
                <a:ea typeface="Arial"/>
                <a:cs typeface="Arial"/>
              </a:defRPr>
            </a:pPr>
            <a:r>
              <a:rPr sz="1575" b="1">
                <a:solidFill>
                  <a:srgbClr val="C1D1CA"/>
                </a:solidFill>
                <a:latin typeface="Arial"/>
                <a:ea typeface="Arial"/>
                <a:cs typeface="Arial"/>
              </a:rPr>
              <a:t>Приложение</a:t>
            </a:r>
          </a:p>
        </p:txBody>
      </p:sp>
      <p:sp>
        <p:nvSpPr>
          <p:cNvPr id="9" name="">
            <a:extLst xmlns:a="http://schemas.openxmlformats.org/drawingml/2006/main">
              <a:ext uri="{FF2B5EF4-FFF2-40B4-BE49-F238E27FC236}">
                <a16:creationId xmlns:a16="http://schemas.microsoft.com/office/drawing/2014/main" id="{72106AE6-537C-439B-890D-F472B21AE1E5}"/>
              </a:ext>
            </a:extLst>
          </p:cNvPr>
          <p:cNvSpPr>
            <a:spLocks xmlns:a="http://schemas.openxmlformats.org/drawingml/2006/main" noGrp="1"/>
          </p:cNvSpPr>
          <p:nvPr/>
        </p:nvSpPr>
        <p:spPr>
          <a:xfrm xmlns:a="http://schemas.openxmlformats.org/drawingml/2006/main">
            <a:off x="638175" y="4933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qettyqapp.anamai.kz</a:t>
            </a:r>
          </a:p>
        </p:txBody>
      </p:sp>
      <p:sp>
        <p:nvSpPr>
          <p:cNvPr id="10" name="">
            <a:extLst xmlns:a="http://schemas.openxmlformats.org/drawingml/2006/main">
              <a:ext uri="{FF2B5EF4-FFF2-40B4-BE49-F238E27FC236}">
                <a16:creationId xmlns:a16="http://schemas.microsoft.com/office/drawing/2014/main" id="{2FB60D0C-F994-492C-B4CB-2D49D5CA7C5D}"/>
              </a:ext>
            </a:extLst>
          </p:cNvPr>
          <p:cNvSpPr>
            <a:spLocks xmlns:a="http://schemas.openxmlformats.org/drawingml/2006/main" noGrp="1"/>
          </p:cNvSpPr>
          <p:nvPr/>
        </p:nvSpPr>
        <p:spPr>
          <a:xfrm xmlns:a="http://schemas.openxmlformats.org/drawingml/2006/main">
            <a:off x="6496050" y="45720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C1D1CA"/>
                </a:solidFill>
                <a:latin typeface="Arial"/>
                <a:ea typeface="Arial"/>
                <a:cs typeface="Arial"/>
              </a:defRPr>
            </a:defPPr>
            <a:lvl1pPr>
              <a:defRPr sz="1575" b="1">
                <a:solidFill>
                  <a:srgbClr val="C1D1CA"/>
                </a:solidFill>
                <a:latin typeface="Arial"/>
                <a:ea typeface="Arial"/>
                <a:cs typeface="Arial"/>
              </a:defRPr>
            </a:lvl1pPr>
            <a:lvl2pPr>
              <a:defRPr sz="1575" b="1">
                <a:solidFill>
                  <a:srgbClr val="C1D1CA"/>
                </a:solidFill>
                <a:latin typeface="Arial"/>
                <a:ea typeface="Arial"/>
                <a:cs typeface="Arial"/>
              </a:defRPr>
            </a:lvl2pPr>
            <a:lvl3pPr>
              <a:defRPr sz="1575" b="1">
                <a:solidFill>
                  <a:srgbClr val="C1D1CA"/>
                </a:solidFill>
                <a:latin typeface="Arial"/>
                <a:ea typeface="Arial"/>
                <a:cs typeface="Arial"/>
              </a:defRPr>
            </a:lvl3pPr>
            <a:lvl4pPr>
              <a:defRPr sz="1575" b="1">
                <a:solidFill>
                  <a:srgbClr val="C1D1CA"/>
                </a:solidFill>
                <a:latin typeface="Arial"/>
                <a:ea typeface="Arial"/>
                <a:cs typeface="Arial"/>
              </a:defRPr>
            </a:lvl4pPr>
            <a:lvl5pPr>
              <a:defRPr sz="1575" b="1">
                <a:solidFill>
                  <a:srgbClr val="C1D1CA"/>
                </a:solidFill>
                <a:latin typeface="Arial"/>
                <a:ea typeface="Arial"/>
                <a:cs typeface="Arial"/>
              </a:defRPr>
            </a:lvl5pPr>
            <a:lvl6pPr>
              <a:defRPr sz="1575" b="1">
                <a:solidFill>
                  <a:srgbClr val="C1D1CA"/>
                </a:solidFill>
                <a:latin typeface="Arial"/>
                <a:ea typeface="Arial"/>
                <a:cs typeface="Arial"/>
              </a:defRPr>
            </a:lvl6pPr>
            <a:lvl7pPr>
              <a:defRPr sz="1575" b="1">
                <a:solidFill>
                  <a:srgbClr val="C1D1CA"/>
                </a:solidFill>
                <a:latin typeface="Arial"/>
                <a:ea typeface="Arial"/>
                <a:cs typeface="Arial"/>
              </a:defRPr>
            </a:lvl7pPr>
            <a:lvl8pPr>
              <a:defRPr sz="1575" b="1">
                <a:solidFill>
                  <a:srgbClr val="C1D1CA"/>
                </a:solidFill>
                <a:latin typeface="Arial"/>
                <a:ea typeface="Arial"/>
                <a:cs typeface="Arial"/>
              </a:defRPr>
            </a:lvl8pPr>
            <a:lvl9pPr>
              <a:defRPr sz="1575" b="1">
                <a:solidFill>
                  <a:srgbClr val="C1D1CA"/>
                </a:solidFill>
                <a:latin typeface="Arial"/>
                <a:ea typeface="Arial"/>
                <a:cs typeface="Arial"/>
              </a:defRPr>
            </a:lvl9pPr>
          </a:lstStyle>
          <a:p xmlns:a="http://schemas.openxmlformats.org/drawingml/2006/main">
            <a:pPr>
              <a:defRPr sz="1575" b="1">
                <a:solidFill>
                  <a:srgbClr val="C1D1CA"/>
                </a:solidFill>
                <a:latin typeface="Arial"/>
                <a:ea typeface="Arial"/>
                <a:cs typeface="Arial"/>
              </a:defRPr>
            </a:pPr>
            <a:r>
              <a:rPr sz="1575" b="1">
                <a:solidFill>
                  <a:srgbClr val="C1D1CA"/>
                </a:solidFill>
                <a:latin typeface="Arial"/>
                <a:ea typeface="Arial"/>
                <a:cs typeface="Arial"/>
              </a:rPr>
              <a:t>Видео-демо · 2:05</a:t>
            </a:r>
          </a:p>
        </p:txBody>
      </p:sp>
      <p:sp>
        <p:nvSpPr>
          <p:cNvPr id="11" name="">
            <a:extLst xmlns:a="http://schemas.openxmlformats.org/drawingml/2006/main">
              <a:ext uri="{FF2B5EF4-FFF2-40B4-BE49-F238E27FC236}">
                <a16:creationId xmlns:a16="http://schemas.microsoft.com/office/drawing/2014/main" id="{1A18F447-0EE4-433B-B121-BC73FC1C74B2}"/>
              </a:ext>
            </a:extLst>
          </p:cNvPr>
          <p:cNvSpPr>
            <a:spLocks xmlns:a="http://schemas.openxmlformats.org/drawingml/2006/main" noGrp="1"/>
          </p:cNvSpPr>
          <p:nvPr/>
        </p:nvSpPr>
        <p:spPr>
          <a:xfrm xmlns:a="http://schemas.openxmlformats.org/drawingml/2006/main">
            <a:off x="6496050" y="4933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youtu.be/9xqpaYvvaZo</a:t>
            </a:r>
          </a:p>
        </p:txBody>
      </p:sp>
      <p:sp>
        <p:nvSpPr>
          <p:cNvPr id="12" name="">
            <a:extLst xmlns:a="http://schemas.openxmlformats.org/drawingml/2006/main">
              <a:ext uri="{FF2B5EF4-FFF2-40B4-BE49-F238E27FC236}">
                <a16:creationId xmlns:a16="http://schemas.microsoft.com/office/drawing/2014/main" id="{B3C5A725-18A3-4F4F-A0D7-F197D5A611D3}"/>
              </a:ext>
            </a:extLst>
          </p:cNvPr>
          <p:cNvSpPr>
            <a:spLocks xmlns:a="http://schemas.openxmlformats.org/drawingml/2006/main" noGrp="1"/>
          </p:cNvSpPr>
          <p:nvPr/>
        </p:nvSpPr>
        <p:spPr>
          <a:xfrm xmlns:a="http://schemas.openxmlformats.org/drawingml/2006/main">
            <a:off x="638175" y="57340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Tim Asproyanidi</a:t>
            </a:r>
          </a:p>
        </p:txBody>
      </p:sp>
      <p:sp>
        <p:nvSpPr>
          <p:cNvPr id="13" name="">
            <a:extLst xmlns:a="http://schemas.openxmlformats.org/drawingml/2006/main">
              <a:ext uri="{FF2B5EF4-FFF2-40B4-BE49-F238E27FC236}">
                <a16:creationId xmlns:a16="http://schemas.microsoft.com/office/drawing/2014/main" id="{555A5996-8260-41C8-B4E3-723B890681B6}"/>
              </a:ext>
            </a:extLst>
          </p:cNvPr>
          <p:cNvSpPr>
            <a:spLocks xmlns:a="http://schemas.openxmlformats.org/drawingml/2006/main" noGrp="1"/>
          </p:cNvSpPr>
          <p:nvPr/>
        </p:nvSpPr>
        <p:spPr>
          <a:xfrm xmlns:a="http://schemas.openxmlformats.org/drawingml/2006/main">
            <a:off x="638175" y="6153150"/>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C1D1CA"/>
                </a:solidFill>
                <a:latin typeface="Arial"/>
                <a:ea typeface="Arial"/>
                <a:cs typeface="Arial"/>
              </a:defRPr>
            </a:defPPr>
            <a:lvl1pPr>
              <a:defRPr sz="1425" b="0">
                <a:solidFill>
                  <a:srgbClr val="C1D1CA"/>
                </a:solidFill>
                <a:latin typeface="Arial"/>
                <a:ea typeface="Arial"/>
                <a:cs typeface="Arial"/>
              </a:defRPr>
            </a:lvl1pPr>
            <a:lvl2pPr>
              <a:defRPr sz="1425" b="0">
                <a:solidFill>
                  <a:srgbClr val="C1D1CA"/>
                </a:solidFill>
                <a:latin typeface="Arial"/>
                <a:ea typeface="Arial"/>
                <a:cs typeface="Arial"/>
              </a:defRPr>
            </a:lvl2pPr>
            <a:lvl3pPr>
              <a:defRPr sz="1425" b="0">
                <a:solidFill>
                  <a:srgbClr val="C1D1CA"/>
                </a:solidFill>
                <a:latin typeface="Arial"/>
                <a:ea typeface="Arial"/>
                <a:cs typeface="Arial"/>
              </a:defRPr>
            </a:lvl3pPr>
            <a:lvl4pPr>
              <a:defRPr sz="1425" b="0">
                <a:solidFill>
                  <a:srgbClr val="C1D1CA"/>
                </a:solidFill>
                <a:latin typeface="Arial"/>
                <a:ea typeface="Arial"/>
                <a:cs typeface="Arial"/>
              </a:defRPr>
            </a:lvl4pPr>
            <a:lvl5pPr>
              <a:defRPr sz="1425" b="0">
                <a:solidFill>
                  <a:srgbClr val="C1D1CA"/>
                </a:solidFill>
                <a:latin typeface="Arial"/>
                <a:ea typeface="Arial"/>
                <a:cs typeface="Arial"/>
              </a:defRPr>
            </a:lvl5pPr>
            <a:lvl6pPr>
              <a:defRPr sz="1425" b="0">
                <a:solidFill>
                  <a:srgbClr val="C1D1CA"/>
                </a:solidFill>
                <a:latin typeface="Arial"/>
                <a:ea typeface="Arial"/>
                <a:cs typeface="Arial"/>
              </a:defRPr>
            </a:lvl6pPr>
            <a:lvl7pPr>
              <a:defRPr sz="1425" b="0">
                <a:solidFill>
                  <a:srgbClr val="C1D1CA"/>
                </a:solidFill>
                <a:latin typeface="Arial"/>
                <a:ea typeface="Arial"/>
                <a:cs typeface="Arial"/>
              </a:defRPr>
            </a:lvl7pPr>
            <a:lvl8pPr>
              <a:defRPr sz="1425" b="0">
                <a:solidFill>
                  <a:srgbClr val="C1D1CA"/>
                </a:solidFill>
                <a:latin typeface="Arial"/>
                <a:ea typeface="Arial"/>
                <a:cs typeface="Arial"/>
              </a:defRPr>
            </a:lvl8pPr>
            <a:lvl9pPr>
              <a:defRPr sz="1425" b="0">
                <a:solidFill>
                  <a:srgbClr val="C1D1CA"/>
                </a:solidFill>
                <a:latin typeface="Arial"/>
                <a:ea typeface="Arial"/>
                <a:cs typeface="Arial"/>
              </a:defRPr>
            </a:lvl9pPr>
          </a:lstStyle>
          <a:p xmlns:a="http://schemas.openxmlformats.org/drawingml/2006/main">
            <a:pPr>
              <a:defRPr sz="1425" b="0">
                <a:solidFill>
                  <a:srgbClr val="C1D1CA"/>
                </a:solidFill>
                <a:latin typeface="Arial"/>
                <a:ea typeface="Arial"/>
                <a:cs typeface="Arial"/>
              </a:defRPr>
            </a:pPr>
            <a:r>
              <a:rPr sz="1425" b="0">
                <a:solidFill>
                  <a:srgbClr val="C1D1CA"/>
                </a:solidFill>
                <a:latin typeface="Arial"/>
                <a:ea typeface="Arial"/>
                <a:cs typeface="Arial"/>
              </a:rPr>
              <a:t>Qaragandy   Boostseller.kz   +7 777 836 85 76</a:t>
            </a:r>
          </a:p>
        </p:txBody>
      </p:sp>
      <p:sp>
        <p:nvSpPr>
          <p:cNvPr id="14" name="">
            <a:extLst xmlns:a="http://schemas.openxmlformats.org/drawingml/2006/main">
              <a:ext uri="{FF2B5EF4-FFF2-40B4-BE49-F238E27FC236}">
                <a16:creationId xmlns:a16="http://schemas.microsoft.com/office/drawing/2014/main" id="{2E4E141E-637A-4AF8-9AF9-0884DC4AE79A}"/>
              </a:ext>
            </a:extLst>
          </p:cNvPr>
          <p:cNvSpPr>
            <a:spLocks xmlns:a="http://schemas.openxmlformats.org/drawingml/2006/main" noGrp="1"/>
          </p:cNvSpPr>
          <p:nvPr/>
        </p:nvSpPr>
        <p:spPr>
          <a:xfrm xmlns:a="http://schemas.openxmlformats.org/drawingml/2006/main">
            <a:off x="7791450" y="615315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C1D1CA"/>
                </a:solidFill>
                <a:latin typeface="Arial"/>
                <a:ea typeface="Arial"/>
                <a:cs typeface="Arial"/>
              </a:defRPr>
            </a:defPPr>
            <a:lvl1pPr>
              <a:defRPr sz="1350" b="0">
                <a:solidFill>
                  <a:srgbClr val="C1D1CA"/>
                </a:solidFill>
                <a:latin typeface="Arial"/>
                <a:ea typeface="Arial"/>
                <a:cs typeface="Arial"/>
              </a:defRPr>
            </a:lvl1pPr>
            <a:lvl2pPr>
              <a:defRPr sz="1350" b="0">
                <a:solidFill>
                  <a:srgbClr val="C1D1CA"/>
                </a:solidFill>
                <a:latin typeface="Arial"/>
                <a:ea typeface="Arial"/>
                <a:cs typeface="Arial"/>
              </a:defRPr>
            </a:lvl2pPr>
            <a:lvl3pPr>
              <a:defRPr sz="1350" b="0">
                <a:solidFill>
                  <a:srgbClr val="C1D1CA"/>
                </a:solidFill>
                <a:latin typeface="Arial"/>
                <a:ea typeface="Arial"/>
                <a:cs typeface="Arial"/>
              </a:defRPr>
            </a:lvl3pPr>
            <a:lvl4pPr>
              <a:defRPr sz="1350" b="0">
                <a:solidFill>
                  <a:srgbClr val="C1D1CA"/>
                </a:solidFill>
                <a:latin typeface="Arial"/>
                <a:ea typeface="Arial"/>
                <a:cs typeface="Arial"/>
              </a:defRPr>
            </a:lvl4pPr>
            <a:lvl5pPr>
              <a:defRPr sz="1350" b="0">
                <a:solidFill>
                  <a:srgbClr val="C1D1CA"/>
                </a:solidFill>
                <a:latin typeface="Arial"/>
                <a:ea typeface="Arial"/>
                <a:cs typeface="Arial"/>
              </a:defRPr>
            </a:lvl5pPr>
            <a:lvl6pPr>
              <a:defRPr sz="1350" b="0">
                <a:solidFill>
                  <a:srgbClr val="C1D1CA"/>
                </a:solidFill>
                <a:latin typeface="Arial"/>
                <a:ea typeface="Arial"/>
                <a:cs typeface="Arial"/>
              </a:defRPr>
            </a:lvl6pPr>
            <a:lvl7pPr>
              <a:defRPr sz="1350" b="0">
                <a:solidFill>
                  <a:srgbClr val="C1D1CA"/>
                </a:solidFill>
                <a:latin typeface="Arial"/>
                <a:ea typeface="Arial"/>
                <a:cs typeface="Arial"/>
              </a:defRPr>
            </a:lvl7pPr>
            <a:lvl8pPr>
              <a:defRPr sz="1350" b="0">
                <a:solidFill>
                  <a:srgbClr val="C1D1CA"/>
                </a:solidFill>
                <a:latin typeface="Arial"/>
                <a:ea typeface="Arial"/>
                <a:cs typeface="Arial"/>
              </a:defRPr>
            </a:lvl8pPr>
            <a:lvl9pPr>
              <a:defRPr sz="1350" b="0">
                <a:solidFill>
                  <a:srgbClr val="C1D1CA"/>
                </a:solidFill>
                <a:latin typeface="Arial"/>
                <a:ea typeface="Arial"/>
                <a:cs typeface="Arial"/>
              </a:defRPr>
            </a:lvl9pPr>
          </a:lstStyle>
          <a:p xmlns:a="http://schemas.openxmlformats.org/drawingml/2006/main">
            <a:pPr>
              <a:defRPr sz="1350" b="0">
                <a:solidFill>
                  <a:srgbClr val="C1D1CA"/>
                </a:solidFill>
                <a:latin typeface="Arial"/>
                <a:ea typeface="Arial"/>
                <a:cs typeface="Arial"/>
              </a:defRPr>
            </a:pPr>
            <a:r>
              <a:rPr sz="1350" b="0">
                <a:solidFill>
                  <a:srgbClr val="C1D1CA"/>
                </a:solidFill>
                <a:latin typeface="Arial"/>
                <a:ea typeface="Arial"/>
                <a:cs typeface="Arial"/>
              </a:rPr>
              <a:t>github.com/timyname/QETTYQ</a:t>
            </a:r>
          </a:p>
        </p:txBody>
      </p:sp>
    </p:spTree>
    <p:extLst>
      <p:ext uri="{BB962C8B-B14F-4D97-AF65-F5344CB8AC3E}">
        <p14:creationId xmlns:p14="http://schemas.microsoft.com/office/powerpoint/2010/main" val="1610247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2026-10-20T19:04:19.7570000Z</dcterms:created>
  <dcterms:modified xsi:type="dcterms:W3CDTF">2026-10-20T19:04:19.7570000Z</dcterms:modified>
</coreProperties>
</file>