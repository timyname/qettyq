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b831fa7a7b4226" /><Relationship Type="http://schemas.openxmlformats.org/officeDocument/2006/relationships/extended-properties" Target="/docProps/app.xml" Id="R8944d821f45347d4" /><Relationship Type="http://schemas.openxmlformats.org/officeDocument/2006/relationships/officeDocument" Target="/ppt/presentation.xml" Id="Re51d2266515a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2cc89cbdaa4b8a"/>
  </p:sldMasterIdLst>
  <p:notesMasterIdLst>
    <p:notesMasterId xmlns:r="http://schemas.openxmlformats.org/officeDocument/2006/relationships" r:id="R158b694291ba4655"/>
  </p:notesMasterIdLst>
  <p:sldIdLst>
    <p:sldId xmlns:r="http://schemas.openxmlformats.org/officeDocument/2006/relationships" id="256" r:id="Rc81e843ade934086"/>
    <p:sldId xmlns:r="http://schemas.openxmlformats.org/officeDocument/2006/relationships" id="257" r:id="Rcbf771e2a23d442b"/>
    <p:sldId xmlns:r="http://schemas.openxmlformats.org/officeDocument/2006/relationships" id="258" r:id="R2df45799b82c4008"/>
    <p:sldId xmlns:r="http://schemas.openxmlformats.org/officeDocument/2006/relationships" id="259" r:id="R7d403780dc81448a"/>
    <p:sldId xmlns:r="http://schemas.openxmlformats.org/officeDocument/2006/relationships" id="260" r:id="R48819d5dd430400d"/>
    <p:sldId xmlns:r="http://schemas.openxmlformats.org/officeDocument/2006/relationships" id="261" r:id="R1b042c0eb1ba4166"/>
    <p:sldId xmlns:r="http://schemas.openxmlformats.org/officeDocument/2006/relationships" id="262" r:id="R29c0b8ddead14f12"/>
    <p:sldId xmlns:r="http://schemas.openxmlformats.org/officeDocument/2006/relationships" id="263" r:id="Rc755f9b255384df2"/>
    <p:sldId xmlns:r="http://schemas.openxmlformats.org/officeDocument/2006/relationships" id="264" r:id="Rb9b0ccc1cb32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670e8bfb6c4c89" /><Relationship Type="http://schemas.openxmlformats.org/officeDocument/2006/relationships/slideMaster" Target="/ppt/slideMasters/slideMaster1.xml" Id="R5f2cc89cbdaa4b8a" /><Relationship Type="http://schemas.openxmlformats.org/officeDocument/2006/relationships/notesMaster" Target="/ppt/notesMasters/notesMaster1.xml" Id="R158b694291ba4655" /><Relationship Type="http://schemas.openxmlformats.org/officeDocument/2006/relationships/presProps" Target="/ppt/presProps.xml" Id="Rcc7b89147a03458b" /><Relationship Type="http://schemas.openxmlformats.org/officeDocument/2006/relationships/tableStyles" Target="/ppt/tableStyles.xml" Id="R6a54d265540644ee" /><Relationship Type="http://schemas.openxmlformats.org/officeDocument/2006/relationships/slide" Target="/ppt/slides/slide1.xml" Id="Rc81e843ade934086" /><Relationship Type="http://schemas.openxmlformats.org/officeDocument/2006/relationships/slide" Target="/ppt/slides/slide2.xml" Id="Rcbf771e2a23d442b" /><Relationship Type="http://schemas.openxmlformats.org/officeDocument/2006/relationships/slide" Target="/ppt/slides/slide3.xml" Id="R2df45799b82c4008" /><Relationship Type="http://schemas.openxmlformats.org/officeDocument/2006/relationships/slide" Target="/ppt/slides/slide4.xml" Id="R7d403780dc81448a" /><Relationship Type="http://schemas.openxmlformats.org/officeDocument/2006/relationships/slide" Target="/ppt/slides/slide5.xml" Id="R48819d5dd430400d" /><Relationship Type="http://schemas.openxmlformats.org/officeDocument/2006/relationships/slide" Target="/ppt/slides/slide6.xml" Id="R1b042c0eb1ba4166" /><Relationship Type="http://schemas.openxmlformats.org/officeDocument/2006/relationships/slide" Target="/ppt/slides/slide7.xml" Id="R29c0b8ddead14f12" /><Relationship Type="http://schemas.openxmlformats.org/officeDocument/2006/relationships/slide" Target="/ppt/slides/slide8.xml" Id="Rc755f9b255384df2" /><Relationship Type="http://schemas.openxmlformats.org/officeDocument/2006/relationships/slide" Target="/ppt/slides/slide9.xml" Id="Rb9b0ccc1cb32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e3b190c89544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5b607f3b964663" /><Relationship Type="http://schemas.openxmlformats.org/officeDocument/2006/relationships/notesMaster" Target="/ppt/notesMasters/notesMaster1.xml" Id="R25a5c37ac65444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ad5f9d1624773" /><Relationship Type="http://schemas.openxmlformats.org/officeDocument/2006/relationships/notesMaster" Target="/ppt/notesMasters/notesMaster1.xml" Id="R66506694140e4d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174bf99e994e12" /><Relationship Type="http://schemas.openxmlformats.org/officeDocument/2006/relationships/notesMaster" Target="/ppt/notesMasters/notesMaster1.xml" Id="R5943ee02293940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dacadcda047fa" /><Relationship Type="http://schemas.openxmlformats.org/officeDocument/2006/relationships/notesMaster" Target="/ppt/notesMasters/notesMaster1.xml" Id="Rff9e740f320d42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ecc7d389654666" /><Relationship Type="http://schemas.openxmlformats.org/officeDocument/2006/relationships/notesMaster" Target="/ppt/notesMasters/notesMaster1.xml" Id="Rf5a71be398a44c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7843f5472a4b6d" /><Relationship Type="http://schemas.openxmlformats.org/officeDocument/2006/relationships/notesMaster" Target="/ppt/notesMasters/notesMaster1.xml" Id="Rb0cd4b2ee61444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0c7a3df85f4f4f" /><Relationship Type="http://schemas.openxmlformats.org/officeDocument/2006/relationships/notesMaster" Target="/ppt/notesMasters/notesMaster1.xml" Id="R66eb0d4597fb47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cdf9e26b9b4d6d" /><Relationship Type="http://schemas.openxmlformats.org/officeDocument/2006/relationships/notesMaster" Target="/ppt/notesMasters/notesMaster1.xml" Id="R7d043720e3d44a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96a252c8df42e2" /><Relationship Type="http://schemas.openxmlformats.org/officeDocument/2006/relationships/notesMaster" Target="/ppt/notesMasters/notesMaster1.xml" Id="R4998f911f46f4b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85e20deb541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d1d5d7e6d45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03cafd8784a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a83a356f04f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c598734eb49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205cf99f141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1E0D1F-BA0C-4481-8875-351539A00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F55913-76DB-4AAE-B3C2-FB3EB69540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958E3B-C6FB-4429-8EC2-ECFE03508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ADBBD7-3CE5-4D0B-B3C7-1D5754F05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72B947-ECF2-46FC-8FD4-9721552BA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64C5BD-E633-4998-80F3-89FB89416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0B9BC0-6B97-4BF5-9AFC-80E95E59A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4F6786-4162-4CBB-BAE4-1DB006183B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D81A47-F620-43BA-A976-BA68A7428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A1CB7D-C5C8-48DA-AF7B-AD6BB6131F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4cd8d1b0174cae" /><Relationship Type="http://schemas.openxmlformats.org/officeDocument/2006/relationships/slideLayout" Target="/ppt/slideLayouts/slideLayout1.xml" Id="R8188ac7c6a274f0b" /><Relationship Type="http://schemas.openxmlformats.org/officeDocument/2006/relationships/slideLayout" Target="/ppt/slideLayouts/slideLayout2.xml" Id="R1df44f078b0d4fbd" /><Relationship Type="http://schemas.openxmlformats.org/officeDocument/2006/relationships/slideLayout" Target="/ppt/slideLayouts/slideLayout3.xml" Id="Rb14cf4e0d36140ed" /><Relationship Type="http://schemas.openxmlformats.org/officeDocument/2006/relationships/slideLayout" Target="/ppt/slideLayouts/slideLayout4.xml" Id="Rb3f2031a149743ba" /><Relationship Type="http://schemas.openxmlformats.org/officeDocument/2006/relationships/slideLayout" Target="/ppt/slideLayouts/slideLayout5.xml" Id="R1a218d47343d4c21" /><Relationship Type="http://schemas.openxmlformats.org/officeDocument/2006/relationships/slideLayout" Target="/ppt/slideLayouts/slideLayout6.xml" Id="R49465386bd5140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88ac7c6a274f0b"/>
    <p:sldLayoutId xmlns:r="http://schemas.openxmlformats.org/officeDocument/2006/relationships" id="2147483650" r:id="R1df44f078b0d4fbd"/>
    <p:sldLayoutId xmlns:r="http://schemas.openxmlformats.org/officeDocument/2006/relationships" id="2147483651" r:id="Rb14cf4e0d36140ed"/>
    <p:sldLayoutId xmlns:r="http://schemas.openxmlformats.org/officeDocument/2006/relationships" id="2147483652" r:id="Rb3f2031a149743ba"/>
    <p:sldLayoutId xmlns:r="http://schemas.openxmlformats.org/officeDocument/2006/relationships" id="2147483653" r:id="R1a218d47343d4c21"/>
    <p:sldLayoutId xmlns:r="http://schemas.openxmlformats.org/officeDocument/2006/relationships" id="2147483654" r:id="R49465386bd5140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cfd10b98354db2" /><Relationship Type="http://schemas.openxmlformats.org/officeDocument/2006/relationships/image" Target="/ppt/media/image.png" Id="R135c88375a3748e3" /><Relationship Type="http://schemas.openxmlformats.org/officeDocument/2006/relationships/notesSlide" Target="/ppt/notesSlides/notesSlide1.xml" Id="R77395a5dc23740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de53ce8d049f1" /><Relationship Type="http://schemas.openxmlformats.org/officeDocument/2006/relationships/notesSlide" Target="/ppt/notesSlides/notesSlide2.xml" Id="Rd58250efb4564e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f8c1b4dce4034" /><Relationship Type="http://schemas.openxmlformats.org/officeDocument/2006/relationships/image" Target="/ppt/media/image2.png" Id="Re3f29c7dabd8476e" /><Relationship Type="http://schemas.openxmlformats.org/officeDocument/2006/relationships/notesSlide" Target="/ppt/notesSlides/notesSlide3.xml" Id="Ra3bf0af68333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5d21fa457e4d59" /><Relationship Type="http://schemas.openxmlformats.org/officeDocument/2006/relationships/image" Target="/ppt/media/image3.png" Id="R0c22f0198c9f4dea" /><Relationship Type="http://schemas.openxmlformats.org/officeDocument/2006/relationships/image" Target="/ppt/media/image4.png" Id="Ra746a5899791481d" /><Relationship Type="http://schemas.openxmlformats.org/officeDocument/2006/relationships/image" Target="/ppt/media/image5.png" Id="R80d30ea9741b4271" /><Relationship Type="http://schemas.openxmlformats.org/officeDocument/2006/relationships/notesSlide" Target="/ppt/notesSlides/notesSlide4.xml" Id="Rf77838dc91e540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926a2af614b46" /><Relationship Type="http://schemas.openxmlformats.org/officeDocument/2006/relationships/notesSlide" Target="/ppt/notesSlides/notesSlide5.xml" Id="R75cf6200c86748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21c1b0da546f6" /><Relationship Type="http://schemas.openxmlformats.org/officeDocument/2006/relationships/notesSlide" Target="/ppt/notesSlides/notesSlide6.xml" Id="R9ee3d96066594b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0b78fcd9a24468" /><Relationship Type="http://schemas.openxmlformats.org/officeDocument/2006/relationships/image" Target="/ppt/media/image6.png" Id="Rb2510487b785429f" /><Relationship Type="http://schemas.openxmlformats.org/officeDocument/2006/relationships/notesSlide" Target="/ppt/notesSlides/notesSlide7.xml" Id="Rdad1a4d9a27d42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8efe140ac44e4" /><Relationship Type="http://schemas.openxmlformats.org/officeDocument/2006/relationships/image" Target="/ppt/media/image7.png" Id="Re8191761718d4fad" /><Relationship Type="http://schemas.openxmlformats.org/officeDocument/2006/relationships/notesSlide" Target="/ppt/notesSlides/notesSlide8.xml" Id="Rfb36fcaf5f4c44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b07a259e5416e" /><Relationship Type="http://schemas.openxmlformats.org/officeDocument/2006/relationships/image" Target="/ppt/media/image8.png" Id="R0cd5ac539639442d" /><Relationship Type="http://schemas.openxmlformats.org/officeDocument/2006/relationships/notesSlide" Target="/ppt/notesSlides/notesSlide9.xml" Id="Rbc001c3d8d3149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DBBB5-C971-447B-928C-16358CC87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c88375a3748e3"/>
          <a:srcRect xmlns:a="http://schemas.openxmlformats.org/drawingml/2006/main" l="20688" t="0" r="20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0"/>
            <a:ext cx="7143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3D5DD-551D-4191-9AA9-A2E69068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1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EDD1D-A98D-4B21-8DCF-AB64ACFD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  <a:lvl1pPr>
              <a:defRPr sz="825" b="1">
                <a:solidFill>
                  <a:srgbClr val="FFFFFF"/>
                </a:solidFill>
              </a:defRPr>
            </a:lvl1pPr>
            <a:lvl2pPr>
              <a:defRPr sz="825" b="1">
                <a:solidFill>
                  <a:srgbClr val="FFFFFF"/>
                </a:solidFill>
              </a:defRPr>
            </a:lvl2pPr>
            <a:lvl3pPr>
              <a:defRPr sz="825" b="1">
                <a:solidFill>
                  <a:srgbClr val="FFFFFF"/>
                </a:solidFill>
              </a:defRPr>
            </a:lvl3pPr>
            <a:lvl4pPr>
              <a:defRPr sz="825" b="1">
                <a:solidFill>
                  <a:srgbClr val="FFFFFF"/>
                </a:solidFill>
              </a:defRPr>
            </a:lvl4pPr>
            <a:lvl5pPr>
              <a:defRPr sz="825" b="1">
                <a:solidFill>
                  <a:srgbClr val="FFFFFF"/>
                </a:solidFill>
              </a:defRPr>
            </a:lvl5pPr>
            <a:lvl6pPr>
              <a:defRPr sz="825" b="1">
                <a:solidFill>
                  <a:srgbClr val="FFFFFF"/>
                </a:solidFill>
              </a:defRPr>
            </a:lvl6pPr>
            <a:lvl7pPr>
              <a:defRPr sz="825" b="1">
                <a:solidFill>
                  <a:srgbClr val="FFFFFF"/>
                </a:solidFill>
              </a:defRPr>
            </a:lvl7pPr>
            <a:lvl8pPr>
              <a:defRPr sz="825" b="1">
                <a:solidFill>
                  <a:srgbClr val="FFFFFF"/>
                </a:solidFill>
              </a:defRPr>
            </a:lvl8pPr>
            <a:lvl9pPr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QETTYQ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27188-47D3-412D-B614-627FB08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F1113"/>
                </a:solidFill>
              </a:defRPr>
            </a:defPPr>
            <a:lvl1pPr>
              <a:defRPr sz="4650" b="1">
                <a:solidFill>
                  <a:srgbClr val="0F1113"/>
                </a:solidFill>
              </a:defRPr>
            </a:lvl1pPr>
            <a:lvl2pPr>
              <a:defRPr sz="4650" b="1">
                <a:solidFill>
                  <a:srgbClr val="0F1113"/>
                </a:solidFill>
              </a:defRPr>
            </a:lvl2pPr>
            <a:lvl3pPr>
              <a:defRPr sz="4650" b="1">
                <a:solidFill>
                  <a:srgbClr val="0F1113"/>
                </a:solidFill>
              </a:defRPr>
            </a:lvl3pPr>
            <a:lvl4pPr>
              <a:defRPr sz="4650" b="1">
                <a:solidFill>
                  <a:srgbClr val="0F1113"/>
                </a:solidFill>
              </a:defRPr>
            </a:lvl4pPr>
            <a:lvl5pPr>
              <a:defRPr sz="4650" b="1">
                <a:solidFill>
                  <a:srgbClr val="0F1113"/>
                </a:solidFill>
              </a:defRPr>
            </a:lvl5pPr>
            <a:lvl6pPr>
              <a:defRPr sz="4650" b="1">
                <a:solidFill>
                  <a:srgbClr val="0F1113"/>
                </a:solidFill>
              </a:defRPr>
            </a:lvl6pPr>
            <a:lvl7pPr>
              <a:defRPr sz="4650" b="1">
                <a:solidFill>
                  <a:srgbClr val="0F1113"/>
                </a:solidFill>
              </a:defRPr>
            </a:lvl7pPr>
            <a:lvl8pPr>
              <a:defRPr sz="4650" b="1">
                <a:solidFill>
                  <a:srgbClr val="0F1113"/>
                </a:solidFill>
              </a:defRPr>
            </a:lvl8pPr>
            <a:lvl9pPr>
              <a:defRPr sz="465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0F1113"/>
                </a:solidFill>
              </a:defRPr>
            </a:pPr>
            <a:r>
              <a:rPr sz="4650" b="1">
                <a:solidFill>
                  <a:srgbClr val="0F1113"/>
                </a:solidFill>
              </a:rPr>
              <a:t>Не список.</a:t>
            </a:r>
          </a:p>
          <a:p xmlns:a="http://schemas.openxmlformats.org/drawingml/2006/main">
            <a:pPr>
              <a:defRPr sz="4650" b="1">
                <a:solidFill>
                  <a:srgbClr val="0F1113"/>
                </a:solidFill>
              </a:defRPr>
            </a:pPr>
            <a:r>
              <a:rPr sz="4650" b="1">
                <a:solidFill>
                  <a:srgbClr val="0F1113"/>
                </a:solidFill>
              </a:rPr>
              <a:t>Один путь.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A4C59-6239-4723-9F5E-94AEE223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E7175"/>
                </a:solidFill>
              </a:defRPr>
            </a:defPPr>
            <a:lvl1pPr>
              <a:defRPr sz="1650" b="0">
                <a:solidFill>
                  <a:srgbClr val="6E7175"/>
                </a:solidFill>
              </a:defRPr>
            </a:lvl1pPr>
            <a:lvl2pPr>
              <a:defRPr sz="1650" b="0">
                <a:solidFill>
                  <a:srgbClr val="6E7175"/>
                </a:solidFill>
              </a:defRPr>
            </a:lvl2pPr>
            <a:lvl3pPr>
              <a:defRPr sz="1650" b="0">
                <a:solidFill>
                  <a:srgbClr val="6E7175"/>
                </a:solidFill>
              </a:defRPr>
            </a:lvl3pPr>
            <a:lvl4pPr>
              <a:defRPr sz="1650" b="0">
                <a:solidFill>
                  <a:srgbClr val="6E7175"/>
                </a:solidFill>
              </a:defRPr>
            </a:lvl4pPr>
            <a:lvl5pPr>
              <a:defRPr sz="1650" b="0">
                <a:solidFill>
                  <a:srgbClr val="6E7175"/>
                </a:solidFill>
              </a:defRPr>
            </a:lvl5pPr>
            <a:lvl6pPr>
              <a:defRPr sz="1650" b="0">
                <a:solidFill>
                  <a:srgbClr val="6E7175"/>
                </a:solidFill>
              </a:defRPr>
            </a:lvl6pPr>
            <a:lvl7pPr>
              <a:defRPr sz="1650" b="0">
                <a:solidFill>
                  <a:srgbClr val="6E7175"/>
                </a:solidFill>
              </a:defRPr>
            </a:lvl7pPr>
            <a:lvl8pPr>
              <a:defRPr sz="1650" b="0">
                <a:solidFill>
                  <a:srgbClr val="6E7175"/>
                </a:solidFill>
              </a:defRPr>
            </a:lvl8pPr>
            <a:lvl9pPr>
              <a:defRPr sz="165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175"/>
                </a:solidFill>
              </a:defRPr>
            </a:pPr>
            <a:r>
              <a:rPr sz="1650" b="0">
                <a:solidFill>
                  <a:srgbClr val="6E7175"/>
                </a:solidFill>
              </a:rPr>
              <a:t>Контекстный городской выбор для Казахстана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70E26-E484-4D55-87F2-7BB22816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7F6E"/>
                </a:solidFill>
              </a:defRPr>
            </a:defPPr>
            <a:lvl1pPr>
              <a:defRPr sz="1200" b="1">
                <a:solidFill>
                  <a:srgbClr val="0A7F6E"/>
                </a:solidFill>
              </a:defRPr>
            </a:lvl1pPr>
            <a:lvl2pPr>
              <a:defRPr sz="1200" b="1">
                <a:solidFill>
                  <a:srgbClr val="0A7F6E"/>
                </a:solidFill>
              </a:defRPr>
            </a:lvl2pPr>
            <a:lvl3pPr>
              <a:defRPr sz="1200" b="1">
                <a:solidFill>
                  <a:srgbClr val="0A7F6E"/>
                </a:solidFill>
              </a:defRPr>
            </a:lvl3pPr>
            <a:lvl4pPr>
              <a:defRPr sz="1200" b="1">
                <a:solidFill>
                  <a:srgbClr val="0A7F6E"/>
                </a:solidFill>
              </a:defRPr>
            </a:lvl4pPr>
            <a:lvl5pPr>
              <a:defRPr sz="1200" b="1">
                <a:solidFill>
                  <a:srgbClr val="0A7F6E"/>
                </a:solidFill>
              </a:defRPr>
            </a:lvl5pPr>
            <a:lvl6pPr>
              <a:defRPr sz="1200" b="1">
                <a:solidFill>
                  <a:srgbClr val="0A7F6E"/>
                </a:solidFill>
              </a:defRPr>
            </a:lvl6pPr>
            <a:lvl7pPr>
              <a:defRPr sz="1200" b="1">
                <a:solidFill>
                  <a:srgbClr val="0A7F6E"/>
                </a:solidFill>
              </a:defRPr>
            </a:lvl7pPr>
            <a:lvl8pPr>
              <a:defRPr sz="1200" b="1">
                <a:solidFill>
                  <a:srgbClr val="0A7F6E"/>
                </a:solidFill>
              </a:defRPr>
            </a:lvl8pPr>
            <a:lvl9pPr>
              <a:defRPr sz="120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Пилот · Астана</a:t>
            </a:r>
          </a:p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Tim Asproyanidi · Boostseller.kz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D5059-D244-4FBC-B3D5-64F97578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57934-BD9B-415C-A6B5-B4528EF6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8688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1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DA3AF-2667-415A-A299-67D83B56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9F46B"/>
                </a:solidFill>
              </a:defRPr>
            </a:defPPr>
            <a:lvl1pPr>
              <a:defRPr sz="975" b="1">
                <a:solidFill>
                  <a:srgbClr val="C9F46B"/>
                </a:solidFill>
              </a:defRPr>
            </a:lvl1pPr>
            <a:lvl2pPr>
              <a:defRPr sz="975" b="1">
                <a:solidFill>
                  <a:srgbClr val="C9F46B"/>
                </a:solidFill>
              </a:defRPr>
            </a:lvl2pPr>
            <a:lvl3pPr>
              <a:defRPr sz="975" b="1">
                <a:solidFill>
                  <a:srgbClr val="C9F46B"/>
                </a:solidFill>
              </a:defRPr>
            </a:lvl3pPr>
            <a:lvl4pPr>
              <a:defRPr sz="975" b="1">
                <a:solidFill>
                  <a:srgbClr val="C9F46B"/>
                </a:solidFill>
              </a:defRPr>
            </a:lvl4pPr>
            <a:lvl5pPr>
              <a:defRPr sz="975" b="1">
                <a:solidFill>
                  <a:srgbClr val="C9F46B"/>
                </a:solidFill>
              </a:defRPr>
            </a:lvl5pPr>
            <a:lvl6pPr>
              <a:defRPr sz="975" b="1">
                <a:solidFill>
                  <a:srgbClr val="C9F46B"/>
                </a:solidFill>
              </a:defRPr>
            </a:lvl6pPr>
            <a:lvl7pPr>
              <a:defRPr sz="975" b="1">
                <a:solidFill>
                  <a:srgbClr val="C9F46B"/>
                </a:solidFill>
              </a:defRPr>
            </a:lvl7pPr>
            <a:lvl8pPr>
              <a:defRPr sz="975" b="1">
                <a:solidFill>
                  <a:srgbClr val="C9F46B"/>
                </a:solidFill>
              </a:defRPr>
            </a:lvl8pPr>
            <a:lvl9pPr>
              <a:defRPr sz="975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9F46B"/>
                </a:solidFill>
              </a:defRPr>
            </a:pPr>
            <a:r>
              <a:rPr sz="975" b="1">
                <a:solidFill>
                  <a:srgbClr val="C9F46B"/>
                </a:solidFill>
              </a:rPr>
              <a:t>ПРОБЛЕМА / ВЫБОР ПЕРЕГРУЖЕН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8D3C8-66B8-4205-96BA-CD945581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6572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  <a:lvl1pPr>
              <a:defRPr sz="4200" b="1">
                <a:solidFill>
                  <a:srgbClr val="FFFFFF"/>
                </a:solidFill>
              </a:defRPr>
            </a:lvl1pPr>
            <a:lvl2pPr>
              <a:defRPr sz="4200" b="1">
                <a:solidFill>
                  <a:srgbClr val="FFFFFF"/>
                </a:solidFill>
              </a:defRPr>
            </a:lvl2pPr>
            <a:lvl3pPr>
              <a:defRPr sz="4200" b="1">
                <a:solidFill>
                  <a:srgbClr val="FFFFFF"/>
                </a:solidFill>
              </a:defRPr>
            </a:lvl3pPr>
            <a:lvl4pPr>
              <a:defRPr sz="4200" b="1">
                <a:solidFill>
                  <a:srgbClr val="FFFFFF"/>
                </a:solidFill>
              </a:defRPr>
            </a:lvl4pPr>
            <a:lvl5pPr>
              <a:defRPr sz="4200" b="1">
                <a:solidFill>
                  <a:srgbClr val="FFFFFF"/>
                </a:solidFill>
              </a:defRPr>
            </a:lvl5pPr>
            <a:lvl6pPr>
              <a:defRPr sz="4200" b="1">
                <a:solidFill>
                  <a:srgbClr val="FFFFFF"/>
                </a:solidFill>
              </a:defRPr>
            </a:lvl6pPr>
            <a:lvl7pPr>
              <a:defRPr sz="4200" b="1">
                <a:solidFill>
                  <a:srgbClr val="FFFFFF"/>
                </a:solidFill>
              </a:defRPr>
            </a:lvl7pPr>
            <a:lvl8pPr>
              <a:defRPr sz="4200" b="1">
                <a:solidFill>
                  <a:srgbClr val="FFFFFF"/>
                </a:solidFill>
              </a:defRPr>
            </a:lvl8pPr>
            <a:lvl9pPr>
              <a:defRPr sz="4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У человека есть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90 минут — не вечер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на исследование города.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F1F2A-3C65-4BA0-AE58-5792825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81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9C0BD"/>
                </a:solidFill>
              </a:defRPr>
            </a:defPPr>
            <a:lvl1pPr>
              <a:defRPr sz="1650" b="0">
                <a:solidFill>
                  <a:srgbClr val="B9C0BD"/>
                </a:solidFill>
              </a:defRPr>
            </a:lvl1pPr>
            <a:lvl2pPr>
              <a:defRPr sz="1650" b="0">
                <a:solidFill>
                  <a:srgbClr val="B9C0BD"/>
                </a:solidFill>
              </a:defRPr>
            </a:lvl2pPr>
            <a:lvl3pPr>
              <a:defRPr sz="1650" b="0">
                <a:solidFill>
                  <a:srgbClr val="B9C0BD"/>
                </a:solidFill>
              </a:defRPr>
            </a:lvl3pPr>
            <a:lvl4pPr>
              <a:defRPr sz="1650" b="0">
                <a:solidFill>
                  <a:srgbClr val="B9C0BD"/>
                </a:solidFill>
              </a:defRPr>
            </a:lvl4pPr>
            <a:lvl5pPr>
              <a:defRPr sz="1650" b="0">
                <a:solidFill>
                  <a:srgbClr val="B9C0BD"/>
                </a:solidFill>
              </a:defRPr>
            </a:lvl5pPr>
            <a:lvl6pPr>
              <a:defRPr sz="1650" b="0">
                <a:solidFill>
                  <a:srgbClr val="B9C0BD"/>
                </a:solidFill>
              </a:defRPr>
            </a:lvl6pPr>
            <a:lvl7pPr>
              <a:defRPr sz="1650" b="0">
                <a:solidFill>
                  <a:srgbClr val="B9C0BD"/>
                </a:solidFill>
              </a:defRPr>
            </a:lvl7pPr>
            <a:lvl8pPr>
              <a:defRPr sz="1650" b="0">
                <a:solidFill>
                  <a:srgbClr val="B9C0BD"/>
                </a:solidFill>
              </a:defRPr>
            </a:lvl8pPr>
            <a:lvl9pPr>
              <a:defRPr sz="1650" b="0">
                <a:solidFill>
                  <a:srgbClr val="B9C0B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9C0BD"/>
                </a:solidFill>
              </a:defRPr>
            </a:pPr>
            <a:r>
              <a:rPr sz="1650" b="0">
                <a:solidFill>
                  <a:srgbClr val="B9C0BD"/>
                </a:solidFill>
              </a:rPr>
              <a:t>Каталоги показывают всё. QETTYQ учитывает то, что реально ограничивает решение сейчас.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FE74E-9BEA-4306-AA49-14275545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9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3E374-0717-4BF4-B1A4-9A0132B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71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F46B"/>
                </a:solidFill>
              </a:defRPr>
            </a:defPPr>
            <a:lvl1pPr>
              <a:defRPr sz="1050" b="1">
                <a:solidFill>
                  <a:srgbClr val="C9F46B"/>
                </a:solidFill>
              </a:defRPr>
            </a:lvl1pPr>
            <a:lvl2pPr>
              <a:defRPr sz="1050" b="1">
                <a:solidFill>
                  <a:srgbClr val="C9F46B"/>
                </a:solidFill>
              </a:defRPr>
            </a:lvl2pPr>
            <a:lvl3pPr>
              <a:defRPr sz="1050" b="1">
                <a:solidFill>
                  <a:srgbClr val="C9F46B"/>
                </a:solidFill>
              </a:defRPr>
            </a:lvl3pPr>
            <a:lvl4pPr>
              <a:defRPr sz="1050" b="1">
                <a:solidFill>
                  <a:srgbClr val="C9F46B"/>
                </a:solidFill>
              </a:defRPr>
            </a:lvl4pPr>
            <a:lvl5pPr>
              <a:defRPr sz="1050" b="1">
                <a:solidFill>
                  <a:srgbClr val="C9F46B"/>
                </a:solidFill>
              </a:defRPr>
            </a:lvl5pPr>
            <a:lvl6pPr>
              <a:defRPr sz="1050" b="1">
                <a:solidFill>
                  <a:srgbClr val="C9F46B"/>
                </a:solidFill>
              </a:defRPr>
            </a:lvl6pPr>
            <a:lvl7pPr>
              <a:defRPr sz="1050" b="1">
                <a:solidFill>
                  <a:srgbClr val="C9F46B"/>
                </a:solidFill>
              </a:defRPr>
            </a:lvl7pPr>
            <a:lvl8pPr>
              <a:defRPr sz="1050" b="1">
                <a:solidFill>
                  <a:srgbClr val="C9F46B"/>
                </a:solidFill>
              </a:defRPr>
            </a:lvl8pPr>
            <a:lvl9pPr>
              <a:defRPr sz="10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9F46B"/>
                </a:solidFill>
              </a:defRPr>
            </a:pPr>
            <a:r>
              <a:rPr sz="1050" b="1">
                <a:solidFill>
                  <a:srgbClr val="C9F46B"/>
                </a:solidFill>
              </a:rPr>
              <a:t>ВРЕМЯ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1C0FB-813A-4422-AE8D-1444C54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859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сколько свободно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B8CA8-762F-4782-899E-44F6A3D4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3175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3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39305-5731-46EE-87E0-8825EB09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52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БЮДЖЕТ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3A07D-E8F2-491F-AAD5-BA5C482D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что допустимо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CCA39-FD19-459A-A3AE-AEB76AC8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32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9C311-0922-4224-859E-FAE47076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НАСТРОЕНИЕ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BCCEE-EDE7-44BD-93E6-DB204E5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48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что откликается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FBCBB-84D6-41BC-8D9F-97D00963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AAB2AF"/>
                </a:solidFill>
              </a:defRPr>
            </a:defPPr>
            <a:lvl1pPr>
              <a:defRPr sz="750" b="1">
                <a:solidFill>
                  <a:srgbClr val="AAB2AF"/>
                </a:solidFill>
              </a:defRPr>
            </a:lvl1pPr>
            <a:lvl2pPr>
              <a:defRPr sz="750" b="1">
                <a:solidFill>
                  <a:srgbClr val="AAB2AF"/>
                </a:solidFill>
              </a:defRPr>
            </a:lvl2pPr>
            <a:lvl3pPr>
              <a:defRPr sz="750" b="1">
                <a:solidFill>
                  <a:srgbClr val="AAB2AF"/>
                </a:solidFill>
              </a:defRPr>
            </a:lvl3pPr>
            <a:lvl4pPr>
              <a:defRPr sz="750" b="1">
                <a:solidFill>
                  <a:srgbClr val="AAB2AF"/>
                </a:solidFill>
              </a:defRPr>
            </a:lvl4pPr>
            <a:lvl5pPr>
              <a:defRPr sz="750" b="1">
                <a:solidFill>
                  <a:srgbClr val="AAB2AF"/>
                </a:solidFill>
              </a:defRPr>
            </a:lvl5pPr>
            <a:lvl6pPr>
              <a:defRPr sz="750" b="1">
                <a:solidFill>
                  <a:srgbClr val="AAB2AF"/>
                </a:solidFill>
              </a:defRPr>
            </a:lvl6pPr>
            <a:lvl7pPr>
              <a:defRPr sz="750" b="1">
                <a:solidFill>
                  <a:srgbClr val="AAB2AF"/>
                </a:solidFill>
              </a:defRPr>
            </a:lvl7pPr>
            <a:lvl8pPr>
              <a:defRPr sz="750" b="1">
                <a:solidFill>
                  <a:srgbClr val="AAB2AF"/>
                </a:solidFill>
              </a:defRPr>
            </a:lvl8pPr>
            <a:lvl9pPr>
              <a:defRPr sz="750" b="1">
                <a:solidFill>
                  <a:srgbClr val="AAB2AF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AAB2AF"/>
                </a:solidFill>
              </a:defRPr>
            </a:pPr>
            <a:r>
              <a:rPr sz="750" b="1">
                <a:solidFill>
                  <a:srgbClr val="AAB2AF"/>
                </a:solidFill>
              </a:rPr>
              <a:t>QETTYQ APP · QARAGANDY / ASTANA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8F5B4-BCC4-4491-9D25-6417501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FFFFFF"/>
                </a:solidFill>
              </a:defRPr>
            </a:defPPr>
            <a:lvl1pPr algn="r">
              <a:defRPr sz="900" b="1">
                <a:solidFill>
                  <a:srgbClr val="FFFFFF"/>
                </a:solidFill>
              </a:defRPr>
            </a:lvl1pPr>
            <a:lvl2pPr algn="r">
              <a:defRPr sz="900" b="1">
                <a:solidFill>
                  <a:srgbClr val="FFFFFF"/>
                </a:solidFill>
              </a:defRPr>
            </a:lvl2pPr>
            <a:lvl3pPr algn="r">
              <a:defRPr sz="900" b="1">
                <a:solidFill>
                  <a:srgbClr val="FFFFFF"/>
                </a:solidFill>
              </a:defRPr>
            </a:lvl3pPr>
            <a:lvl4pPr algn="r">
              <a:defRPr sz="900" b="1">
                <a:solidFill>
                  <a:srgbClr val="FFFFFF"/>
                </a:solidFill>
              </a:defRPr>
            </a:lvl4pPr>
            <a:lvl5pPr algn="r">
              <a:defRPr sz="900" b="1">
                <a:solidFill>
                  <a:srgbClr val="FFFFFF"/>
                </a:solidFill>
              </a:defRPr>
            </a:lvl5pPr>
            <a:lvl6pPr algn="r">
              <a:defRPr sz="900" b="1">
                <a:solidFill>
                  <a:srgbClr val="FFFFFF"/>
                </a:solidFill>
              </a:defRPr>
            </a:lvl6pPr>
            <a:lvl7pPr algn="r">
              <a:defRPr sz="900" b="1">
                <a:solidFill>
                  <a:srgbClr val="FFFFFF"/>
                </a:solidFill>
              </a:defRPr>
            </a:lvl7pPr>
            <a:lvl8pPr algn="r">
              <a:defRPr sz="900" b="1">
                <a:solidFill>
                  <a:srgbClr val="FFFFFF"/>
                </a:solidFill>
              </a:defRPr>
            </a:lvl8pPr>
            <a:lvl9pPr algn="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683818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D5014-C127-4AC9-848F-E108904B10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29c7dabd8476e"/>
          <a:srcRect xmlns:a="http://schemas.openxmlformats.org/drawingml/2006/main" l="11825" t="0" r="118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3853D-D184-4D2E-B76E-FD9A61D9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4810125" cy="5381625"/>
          </a:xfrm>
          <a:prstGeom xmlns:a="http://schemas.openxmlformats.org/drawingml/2006/main" prst="roundRect">
            <a:avLst>
              <a:gd name="adj" fmla="val 4752"/>
            </a:avLst>
          </a:prstGeom>
          <a:solidFill xmlns:a="http://schemas.openxmlformats.org/drawingml/2006/main">
            <a:srgbClr val="0D17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A1BB0-6B8B-4EF0-B56A-EDADD680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9F46B"/>
                </a:solidFill>
              </a:defRPr>
            </a:defPPr>
            <a:lvl1pPr>
              <a:defRPr sz="975" b="1">
                <a:solidFill>
                  <a:srgbClr val="C9F46B"/>
                </a:solidFill>
              </a:defRPr>
            </a:lvl1pPr>
            <a:lvl2pPr>
              <a:defRPr sz="975" b="1">
                <a:solidFill>
                  <a:srgbClr val="C9F46B"/>
                </a:solidFill>
              </a:defRPr>
            </a:lvl2pPr>
            <a:lvl3pPr>
              <a:defRPr sz="975" b="1">
                <a:solidFill>
                  <a:srgbClr val="C9F46B"/>
                </a:solidFill>
              </a:defRPr>
            </a:lvl3pPr>
            <a:lvl4pPr>
              <a:defRPr sz="975" b="1">
                <a:solidFill>
                  <a:srgbClr val="C9F46B"/>
                </a:solidFill>
              </a:defRPr>
            </a:lvl4pPr>
            <a:lvl5pPr>
              <a:defRPr sz="975" b="1">
                <a:solidFill>
                  <a:srgbClr val="C9F46B"/>
                </a:solidFill>
              </a:defRPr>
            </a:lvl5pPr>
            <a:lvl6pPr>
              <a:defRPr sz="975" b="1">
                <a:solidFill>
                  <a:srgbClr val="C9F46B"/>
                </a:solidFill>
              </a:defRPr>
            </a:lvl6pPr>
            <a:lvl7pPr>
              <a:defRPr sz="975" b="1">
                <a:solidFill>
                  <a:srgbClr val="C9F46B"/>
                </a:solidFill>
              </a:defRPr>
            </a:lvl7pPr>
            <a:lvl8pPr>
              <a:defRPr sz="975" b="1">
                <a:solidFill>
                  <a:srgbClr val="C9F46B"/>
                </a:solidFill>
              </a:defRPr>
            </a:lvl8pPr>
            <a:lvl9pPr>
              <a:defRPr sz="975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9F46B"/>
                </a:solidFill>
              </a:defRPr>
            </a:pPr>
            <a:r>
              <a:rPr sz="975" b="1">
                <a:solidFill>
                  <a:srgbClr val="C9F46B"/>
                </a:solidFill>
              </a:rPr>
              <a:t>АСТАНА · ПИЛОТ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DEFF4-5DB2-4947-926B-204358B6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3905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Город ветра,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дистанций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и быстрых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решений.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77C22-1B50-4687-A8DE-0E9A6BC5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C0BD"/>
                </a:solidFill>
              </a:defRPr>
            </a:defPPr>
            <a:lvl1pPr>
              <a:defRPr sz="1200" b="0">
                <a:solidFill>
                  <a:srgbClr val="B9C0BD"/>
                </a:solidFill>
              </a:defRPr>
            </a:lvl1pPr>
            <a:lvl2pPr>
              <a:defRPr sz="1200" b="0">
                <a:solidFill>
                  <a:srgbClr val="B9C0BD"/>
                </a:solidFill>
              </a:defRPr>
            </a:lvl2pPr>
            <a:lvl3pPr>
              <a:defRPr sz="1200" b="0">
                <a:solidFill>
                  <a:srgbClr val="B9C0BD"/>
                </a:solidFill>
              </a:defRPr>
            </a:lvl3pPr>
            <a:lvl4pPr>
              <a:defRPr sz="1200" b="0">
                <a:solidFill>
                  <a:srgbClr val="B9C0BD"/>
                </a:solidFill>
              </a:defRPr>
            </a:lvl4pPr>
            <a:lvl5pPr>
              <a:defRPr sz="1200" b="0">
                <a:solidFill>
                  <a:srgbClr val="B9C0BD"/>
                </a:solidFill>
              </a:defRPr>
            </a:lvl5pPr>
            <a:lvl6pPr>
              <a:defRPr sz="1200" b="0">
                <a:solidFill>
                  <a:srgbClr val="B9C0BD"/>
                </a:solidFill>
              </a:defRPr>
            </a:lvl6pPr>
            <a:lvl7pPr>
              <a:defRPr sz="1200" b="0">
                <a:solidFill>
                  <a:srgbClr val="B9C0BD"/>
                </a:solidFill>
              </a:defRPr>
            </a:lvl7pPr>
            <a:lvl8pPr>
              <a:defRPr sz="1200" b="0">
                <a:solidFill>
                  <a:srgbClr val="B9C0BD"/>
                </a:solidFill>
              </a:defRPr>
            </a:lvl8pPr>
            <a:lvl9pPr>
              <a:defRPr sz="1200" b="0">
                <a:solidFill>
                  <a:srgbClr val="B9C0BD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C0BD"/>
                </a:solidFill>
              </a:defRPr>
            </a:pPr>
            <a:r>
              <a:rPr sz="1200" b="0">
                <a:solidFill>
                  <a:srgbClr val="B9C0BD"/>
                </a:solidFill>
              </a:rPr>
              <a:t>80 реальных POI в локальном snapshot · источники OpenStreetMap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5BE4F-C3D4-4E6F-A1DF-4FDA0C45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FFFFFF"/>
                </a:solidFill>
              </a:defRPr>
            </a:defPPr>
            <a:lvl1pPr algn="r">
              <a:defRPr sz="900" b="1">
                <a:solidFill>
                  <a:srgbClr val="FFFFFF"/>
                </a:solidFill>
              </a:defRPr>
            </a:lvl1pPr>
            <a:lvl2pPr algn="r">
              <a:defRPr sz="900" b="1">
                <a:solidFill>
                  <a:srgbClr val="FFFFFF"/>
                </a:solidFill>
              </a:defRPr>
            </a:lvl2pPr>
            <a:lvl3pPr algn="r">
              <a:defRPr sz="900" b="1">
                <a:solidFill>
                  <a:srgbClr val="FFFFFF"/>
                </a:solidFill>
              </a:defRPr>
            </a:lvl3pPr>
            <a:lvl4pPr algn="r">
              <a:defRPr sz="900" b="1">
                <a:solidFill>
                  <a:srgbClr val="FFFFFF"/>
                </a:solidFill>
              </a:defRPr>
            </a:lvl4pPr>
            <a:lvl5pPr algn="r">
              <a:defRPr sz="900" b="1">
                <a:solidFill>
                  <a:srgbClr val="FFFFFF"/>
                </a:solidFill>
              </a:defRPr>
            </a:lvl5pPr>
            <a:lvl6pPr algn="r">
              <a:defRPr sz="900" b="1">
                <a:solidFill>
                  <a:srgbClr val="FFFFFF"/>
                </a:solidFill>
              </a:defRPr>
            </a:lvl6pPr>
            <a:lvl7pPr algn="r">
              <a:defRPr sz="900" b="1">
                <a:solidFill>
                  <a:srgbClr val="FFFFFF"/>
                </a:solidFill>
              </a:defRPr>
            </a:lvl7pPr>
            <a:lvl8pPr algn="r">
              <a:defRPr sz="900" b="1">
                <a:solidFill>
                  <a:srgbClr val="FFFFFF"/>
                </a:solidFill>
              </a:defRPr>
            </a:lvl8pPr>
            <a:lvl9pPr algn="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6497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49228-6FA8-47F9-B77E-295DAB9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7F6E"/>
                </a:solidFill>
              </a:defRPr>
            </a:defPPr>
            <a:lvl1pPr>
              <a:defRPr sz="975" b="1">
                <a:solidFill>
                  <a:srgbClr val="0A7F6E"/>
                </a:solidFill>
              </a:defRPr>
            </a:lvl1pPr>
            <a:lvl2pPr>
              <a:defRPr sz="975" b="1">
                <a:solidFill>
                  <a:srgbClr val="0A7F6E"/>
                </a:solidFill>
              </a:defRPr>
            </a:lvl2pPr>
            <a:lvl3pPr>
              <a:defRPr sz="975" b="1">
                <a:solidFill>
                  <a:srgbClr val="0A7F6E"/>
                </a:solidFill>
              </a:defRPr>
            </a:lvl3pPr>
            <a:lvl4pPr>
              <a:defRPr sz="975" b="1">
                <a:solidFill>
                  <a:srgbClr val="0A7F6E"/>
                </a:solidFill>
              </a:defRPr>
            </a:lvl4pPr>
            <a:lvl5pPr>
              <a:defRPr sz="975" b="1">
                <a:solidFill>
                  <a:srgbClr val="0A7F6E"/>
                </a:solidFill>
              </a:defRPr>
            </a:lvl5pPr>
            <a:lvl6pPr>
              <a:defRPr sz="975" b="1">
                <a:solidFill>
                  <a:srgbClr val="0A7F6E"/>
                </a:solidFill>
              </a:defRPr>
            </a:lvl6pPr>
            <a:lvl7pPr>
              <a:defRPr sz="975" b="1">
                <a:solidFill>
                  <a:srgbClr val="0A7F6E"/>
                </a:solidFill>
              </a:defRPr>
            </a:lvl7pPr>
            <a:lvl8pPr>
              <a:defRPr sz="975" b="1">
                <a:solidFill>
                  <a:srgbClr val="0A7F6E"/>
                </a:solidFill>
              </a:defRPr>
            </a:lvl8pPr>
            <a:lvl9pPr>
              <a:defRPr sz="97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7F6E"/>
                </a:solidFill>
              </a:defRPr>
            </a:pPr>
            <a:r>
              <a:rPr sz="975" b="1">
                <a:solidFill>
                  <a:srgbClr val="0A7F6E"/>
                </a:solidFill>
              </a:rPr>
              <a:t>ПРОДУКТ / 4 ШАГА ДО ПЛАНА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0F060-0CB3-4305-B0E6-77AAD671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113"/>
                </a:solidFill>
              </a:defRPr>
            </a:defPPr>
            <a:lvl1pPr>
              <a:defRPr sz="2700" b="1">
                <a:solidFill>
                  <a:srgbClr val="0F1113"/>
                </a:solidFill>
              </a:defRPr>
            </a:lvl1pPr>
            <a:lvl2pPr>
              <a:defRPr sz="2700" b="1">
                <a:solidFill>
                  <a:srgbClr val="0F1113"/>
                </a:solidFill>
              </a:defRPr>
            </a:lvl2pPr>
            <a:lvl3pPr>
              <a:defRPr sz="2700" b="1">
                <a:solidFill>
                  <a:srgbClr val="0F1113"/>
                </a:solidFill>
              </a:defRPr>
            </a:lvl3pPr>
            <a:lvl4pPr>
              <a:defRPr sz="2700" b="1">
                <a:solidFill>
                  <a:srgbClr val="0F1113"/>
                </a:solidFill>
              </a:defRPr>
            </a:lvl4pPr>
            <a:lvl5pPr>
              <a:defRPr sz="2700" b="1">
                <a:solidFill>
                  <a:srgbClr val="0F1113"/>
                </a:solidFill>
              </a:defRPr>
            </a:lvl5pPr>
            <a:lvl6pPr>
              <a:defRPr sz="2700" b="1">
                <a:solidFill>
                  <a:srgbClr val="0F1113"/>
                </a:solidFill>
              </a:defRPr>
            </a:lvl6pPr>
            <a:lvl7pPr>
              <a:defRPr sz="2700" b="1">
                <a:solidFill>
                  <a:srgbClr val="0F1113"/>
                </a:solidFill>
              </a:defRPr>
            </a:lvl7pPr>
            <a:lvl8pPr>
              <a:defRPr sz="2700" b="1">
                <a:solidFill>
                  <a:srgbClr val="0F1113"/>
                </a:solidFill>
              </a:defRPr>
            </a:lvl8pPr>
            <a:lvl9pPr>
              <a:defRPr sz="27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F1113"/>
                </a:solidFill>
              </a:defRPr>
            </a:pPr>
            <a:r>
              <a:rPr sz="2700" b="1">
                <a:solidFill>
                  <a:srgbClr val="0F1113"/>
                </a:solidFill>
              </a:rPr>
              <a:t>Контекст → вкус → 1–3 варианта → план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B26AB-900B-4DD9-978C-71D0520E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857500" cy="4171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36032-7014-4953-BF76-B36110AF09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2f0198c9f4dea"/>
          <a:stretch xmlns:a="http://schemas.openxmlformats.org/drawingml/2006/main"/>
        </p:blipFill>
        <p:spPr>
          <a:xfrm xmlns:a="http://schemas.openxmlformats.org/drawingml/2006/main">
            <a:off x="1481995" y="1847850"/>
            <a:ext cx="1646110" cy="3562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65588-99ED-4632-9F9A-AA1F021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7F6E"/>
                </a:solidFill>
              </a:defRPr>
            </a:defPPr>
            <a:lvl1pPr>
              <a:defRPr sz="1050" b="1">
                <a:solidFill>
                  <a:srgbClr val="0A7F6E"/>
                </a:solidFill>
              </a:defRPr>
            </a:lvl1pPr>
            <a:lvl2pPr>
              <a:defRPr sz="1050" b="1">
                <a:solidFill>
                  <a:srgbClr val="0A7F6E"/>
                </a:solidFill>
              </a:defRPr>
            </a:lvl2pPr>
            <a:lvl3pPr>
              <a:defRPr sz="1050" b="1">
                <a:solidFill>
                  <a:srgbClr val="0A7F6E"/>
                </a:solidFill>
              </a:defRPr>
            </a:lvl3pPr>
            <a:lvl4pPr>
              <a:defRPr sz="1050" b="1">
                <a:solidFill>
                  <a:srgbClr val="0A7F6E"/>
                </a:solidFill>
              </a:defRPr>
            </a:lvl4pPr>
            <a:lvl5pPr>
              <a:defRPr sz="1050" b="1">
                <a:solidFill>
                  <a:srgbClr val="0A7F6E"/>
                </a:solidFill>
              </a:defRPr>
            </a:lvl5pPr>
            <a:lvl6pPr>
              <a:defRPr sz="1050" b="1">
                <a:solidFill>
                  <a:srgbClr val="0A7F6E"/>
                </a:solidFill>
              </a:defRPr>
            </a:lvl6pPr>
            <a:lvl7pPr>
              <a:defRPr sz="1050" b="1">
                <a:solidFill>
                  <a:srgbClr val="0A7F6E"/>
                </a:solidFill>
              </a:defRPr>
            </a:lvl7pPr>
            <a:lvl8pPr>
              <a:defRPr sz="1050" b="1">
                <a:solidFill>
                  <a:srgbClr val="0A7F6E"/>
                </a:solidFill>
              </a:defRPr>
            </a:lvl8pPr>
            <a:lvl9pPr>
              <a:defRPr sz="105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7F6E"/>
                </a:solidFill>
              </a:defRPr>
            </a:pPr>
            <a:r>
              <a:rPr sz="1050" b="1">
                <a:solidFill>
                  <a:srgbClr val="0A7F6E"/>
                </a:solidFill>
              </a:rPr>
              <a:t>01  Ограничения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E4F88-0D25-47C2-849F-8DF22229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2857500" cy="4171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37130-E488-456E-A8A2-B468450F62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6a5899791481d"/>
          <a:stretch xmlns:a="http://schemas.openxmlformats.org/drawingml/2006/main"/>
        </p:blipFill>
        <p:spPr>
          <a:xfrm xmlns:a="http://schemas.openxmlformats.org/drawingml/2006/main">
            <a:off x="5518242" y="1847850"/>
            <a:ext cx="1003117" cy="3562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5D6C6-198D-413D-900E-B61225B0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7F6E"/>
                </a:solidFill>
              </a:defRPr>
            </a:defPPr>
            <a:lvl1pPr>
              <a:defRPr sz="1050" b="1">
                <a:solidFill>
                  <a:srgbClr val="0A7F6E"/>
                </a:solidFill>
              </a:defRPr>
            </a:lvl1pPr>
            <a:lvl2pPr>
              <a:defRPr sz="1050" b="1">
                <a:solidFill>
                  <a:srgbClr val="0A7F6E"/>
                </a:solidFill>
              </a:defRPr>
            </a:lvl2pPr>
            <a:lvl3pPr>
              <a:defRPr sz="1050" b="1">
                <a:solidFill>
                  <a:srgbClr val="0A7F6E"/>
                </a:solidFill>
              </a:defRPr>
            </a:lvl3pPr>
            <a:lvl4pPr>
              <a:defRPr sz="1050" b="1">
                <a:solidFill>
                  <a:srgbClr val="0A7F6E"/>
                </a:solidFill>
              </a:defRPr>
            </a:lvl4pPr>
            <a:lvl5pPr>
              <a:defRPr sz="1050" b="1">
                <a:solidFill>
                  <a:srgbClr val="0A7F6E"/>
                </a:solidFill>
              </a:defRPr>
            </a:lvl5pPr>
            <a:lvl6pPr>
              <a:defRPr sz="1050" b="1">
                <a:solidFill>
                  <a:srgbClr val="0A7F6E"/>
                </a:solidFill>
              </a:defRPr>
            </a:lvl6pPr>
            <a:lvl7pPr>
              <a:defRPr sz="1050" b="1">
                <a:solidFill>
                  <a:srgbClr val="0A7F6E"/>
                </a:solidFill>
              </a:defRPr>
            </a:lvl7pPr>
            <a:lvl8pPr>
              <a:defRPr sz="1050" b="1">
                <a:solidFill>
                  <a:srgbClr val="0A7F6E"/>
                </a:solidFill>
              </a:defRPr>
            </a:lvl8pPr>
            <a:lvl9pPr>
              <a:defRPr sz="105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7F6E"/>
                </a:solidFill>
              </a:defRPr>
            </a:pPr>
            <a:r>
              <a:rPr sz="1050" b="1">
                <a:solidFill>
                  <a:srgbClr val="0A7F6E"/>
                </a:solidFill>
              </a:rPr>
              <a:t>02  Честная выдача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B7B35-50EC-4F46-85A6-08C3194D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4171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06AAD-A94E-48F3-89EB-4ED4C7DBC7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30ea9741b4271"/>
          <a:stretch xmlns:a="http://schemas.openxmlformats.org/drawingml/2006/main"/>
        </p:blipFill>
        <p:spPr>
          <a:xfrm xmlns:a="http://schemas.openxmlformats.org/drawingml/2006/main">
            <a:off x="8950511" y="1847850"/>
            <a:ext cx="1568077" cy="3562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D3F41-643E-4BAB-A286-FA6A2C3B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7F6E"/>
                </a:solidFill>
              </a:defRPr>
            </a:defPPr>
            <a:lvl1pPr>
              <a:defRPr sz="1050" b="1">
                <a:solidFill>
                  <a:srgbClr val="0A7F6E"/>
                </a:solidFill>
              </a:defRPr>
            </a:lvl1pPr>
            <a:lvl2pPr>
              <a:defRPr sz="1050" b="1">
                <a:solidFill>
                  <a:srgbClr val="0A7F6E"/>
                </a:solidFill>
              </a:defRPr>
            </a:lvl2pPr>
            <a:lvl3pPr>
              <a:defRPr sz="1050" b="1">
                <a:solidFill>
                  <a:srgbClr val="0A7F6E"/>
                </a:solidFill>
              </a:defRPr>
            </a:lvl3pPr>
            <a:lvl4pPr>
              <a:defRPr sz="1050" b="1">
                <a:solidFill>
                  <a:srgbClr val="0A7F6E"/>
                </a:solidFill>
              </a:defRPr>
            </a:lvl4pPr>
            <a:lvl5pPr>
              <a:defRPr sz="1050" b="1">
                <a:solidFill>
                  <a:srgbClr val="0A7F6E"/>
                </a:solidFill>
              </a:defRPr>
            </a:lvl5pPr>
            <a:lvl6pPr>
              <a:defRPr sz="1050" b="1">
                <a:solidFill>
                  <a:srgbClr val="0A7F6E"/>
                </a:solidFill>
              </a:defRPr>
            </a:lvl6pPr>
            <a:lvl7pPr>
              <a:defRPr sz="1050" b="1">
                <a:solidFill>
                  <a:srgbClr val="0A7F6E"/>
                </a:solidFill>
              </a:defRPr>
            </a:lvl7pPr>
            <a:lvl8pPr>
              <a:defRPr sz="1050" b="1">
                <a:solidFill>
                  <a:srgbClr val="0A7F6E"/>
                </a:solidFill>
              </a:defRPr>
            </a:lvl8pPr>
            <a:lvl9pPr>
              <a:defRPr sz="105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7F6E"/>
                </a:solidFill>
              </a:defRPr>
            </a:pPr>
            <a:r>
              <a:rPr sz="1050" b="1">
                <a:solidFill>
                  <a:srgbClr val="0A7F6E"/>
                </a:solidFill>
              </a:rPr>
              <a:t>03  Понятный маршрут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1B31C-C756-44F3-944F-F4D1BC7F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26E80-03C6-4BA6-A39A-3BB723CB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7231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19591-F6ED-49AA-948E-ADE579CA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7F6E"/>
                </a:solidFill>
              </a:defRPr>
            </a:defPPr>
            <a:lvl1pPr>
              <a:defRPr sz="975" b="1">
                <a:solidFill>
                  <a:srgbClr val="0A7F6E"/>
                </a:solidFill>
              </a:defRPr>
            </a:lvl1pPr>
            <a:lvl2pPr>
              <a:defRPr sz="975" b="1">
                <a:solidFill>
                  <a:srgbClr val="0A7F6E"/>
                </a:solidFill>
              </a:defRPr>
            </a:lvl2pPr>
            <a:lvl3pPr>
              <a:defRPr sz="975" b="1">
                <a:solidFill>
                  <a:srgbClr val="0A7F6E"/>
                </a:solidFill>
              </a:defRPr>
            </a:lvl3pPr>
            <a:lvl4pPr>
              <a:defRPr sz="975" b="1">
                <a:solidFill>
                  <a:srgbClr val="0A7F6E"/>
                </a:solidFill>
              </a:defRPr>
            </a:lvl4pPr>
            <a:lvl5pPr>
              <a:defRPr sz="975" b="1">
                <a:solidFill>
                  <a:srgbClr val="0A7F6E"/>
                </a:solidFill>
              </a:defRPr>
            </a:lvl5pPr>
            <a:lvl6pPr>
              <a:defRPr sz="975" b="1">
                <a:solidFill>
                  <a:srgbClr val="0A7F6E"/>
                </a:solidFill>
              </a:defRPr>
            </a:lvl6pPr>
            <a:lvl7pPr>
              <a:defRPr sz="975" b="1">
                <a:solidFill>
                  <a:srgbClr val="0A7F6E"/>
                </a:solidFill>
              </a:defRPr>
            </a:lvl7pPr>
            <a:lvl8pPr>
              <a:defRPr sz="975" b="1">
                <a:solidFill>
                  <a:srgbClr val="0A7F6E"/>
                </a:solidFill>
              </a:defRPr>
            </a:lvl8pPr>
            <a:lvl9pPr>
              <a:defRPr sz="97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7F6E"/>
                </a:solidFill>
              </a:defRPr>
            </a:pPr>
            <a:r>
              <a:rPr sz="975" b="1">
                <a:solidFill>
                  <a:srgbClr val="0A7F6E"/>
                </a:solidFill>
              </a:rPr>
              <a:t>ЛОГИКА / AI НЕ НАРУШАЕТ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A69BA-2367-4076-B366-9B051738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0F1113"/>
                </a:solidFill>
              </a:defRPr>
            </a:defPPr>
            <a:lvl1pPr>
              <a:defRPr sz="3825" b="1">
                <a:solidFill>
                  <a:srgbClr val="0F1113"/>
                </a:solidFill>
              </a:defRPr>
            </a:lvl1pPr>
            <a:lvl2pPr>
              <a:defRPr sz="3825" b="1">
                <a:solidFill>
                  <a:srgbClr val="0F1113"/>
                </a:solidFill>
              </a:defRPr>
            </a:lvl2pPr>
            <a:lvl3pPr>
              <a:defRPr sz="3825" b="1">
                <a:solidFill>
                  <a:srgbClr val="0F1113"/>
                </a:solidFill>
              </a:defRPr>
            </a:lvl3pPr>
            <a:lvl4pPr>
              <a:defRPr sz="3825" b="1">
                <a:solidFill>
                  <a:srgbClr val="0F1113"/>
                </a:solidFill>
              </a:defRPr>
            </a:lvl4pPr>
            <a:lvl5pPr>
              <a:defRPr sz="3825" b="1">
                <a:solidFill>
                  <a:srgbClr val="0F1113"/>
                </a:solidFill>
              </a:defRPr>
            </a:lvl5pPr>
            <a:lvl6pPr>
              <a:defRPr sz="3825" b="1">
                <a:solidFill>
                  <a:srgbClr val="0F1113"/>
                </a:solidFill>
              </a:defRPr>
            </a:lvl6pPr>
            <a:lvl7pPr>
              <a:defRPr sz="3825" b="1">
                <a:solidFill>
                  <a:srgbClr val="0F1113"/>
                </a:solidFill>
              </a:defRPr>
            </a:lvl7pPr>
            <a:lvl8pPr>
              <a:defRPr sz="3825" b="1">
                <a:solidFill>
                  <a:srgbClr val="0F1113"/>
                </a:solidFill>
              </a:defRPr>
            </a:lvl8pPr>
            <a:lvl9pPr>
              <a:defRPr sz="38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0F1113"/>
                </a:solidFill>
              </a:defRPr>
            </a:pPr>
            <a:r>
              <a:rPr sz="3825" b="1">
                <a:solidFill>
                  <a:srgbClr val="0F1113"/>
                </a:solidFill>
              </a:rPr>
              <a:t>Сначала факты.</a:t>
            </a:r>
          </a:p>
          <a:p xmlns:a="http://schemas.openxmlformats.org/drawingml/2006/main">
            <a:pPr>
              <a:defRPr sz="3825" b="1">
                <a:solidFill>
                  <a:srgbClr val="0F1113"/>
                </a:solidFill>
              </a:defRPr>
            </a:pPr>
            <a:r>
              <a:rPr sz="3825" b="1">
                <a:solidFill>
                  <a:srgbClr val="0F1113"/>
                </a:solidFill>
              </a:rPr>
              <a:t>Потом объяснение.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37604-EE86-40DF-BF87-7A5A8487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E7175"/>
                </a:solidFill>
              </a:defRPr>
            </a:defPPr>
            <a:lvl1pPr>
              <a:defRPr sz="1500" b="0">
                <a:solidFill>
                  <a:srgbClr val="6E7175"/>
                </a:solidFill>
              </a:defRPr>
            </a:lvl1pPr>
            <a:lvl2pPr>
              <a:defRPr sz="1500" b="0">
                <a:solidFill>
                  <a:srgbClr val="6E7175"/>
                </a:solidFill>
              </a:defRPr>
            </a:lvl2pPr>
            <a:lvl3pPr>
              <a:defRPr sz="1500" b="0">
                <a:solidFill>
                  <a:srgbClr val="6E7175"/>
                </a:solidFill>
              </a:defRPr>
            </a:lvl3pPr>
            <a:lvl4pPr>
              <a:defRPr sz="1500" b="0">
                <a:solidFill>
                  <a:srgbClr val="6E7175"/>
                </a:solidFill>
              </a:defRPr>
            </a:lvl4pPr>
            <a:lvl5pPr>
              <a:defRPr sz="1500" b="0">
                <a:solidFill>
                  <a:srgbClr val="6E7175"/>
                </a:solidFill>
              </a:defRPr>
            </a:lvl5pPr>
            <a:lvl6pPr>
              <a:defRPr sz="1500" b="0">
                <a:solidFill>
                  <a:srgbClr val="6E7175"/>
                </a:solidFill>
              </a:defRPr>
            </a:lvl6pPr>
            <a:lvl7pPr>
              <a:defRPr sz="1500" b="0">
                <a:solidFill>
                  <a:srgbClr val="6E7175"/>
                </a:solidFill>
              </a:defRPr>
            </a:lvl7pPr>
            <a:lvl8pPr>
              <a:defRPr sz="1500" b="0">
                <a:solidFill>
                  <a:srgbClr val="6E7175"/>
                </a:solidFill>
              </a:defRPr>
            </a:lvl8pPr>
            <a:lvl9pPr>
              <a:defRPr sz="150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E7175"/>
                </a:solidFill>
              </a:defRPr>
            </a:pPr>
            <a:r>
              <a:rPr sz="1500" b="0">
                <a:solidFill>
                  <a:srgbClr val="6E7175"/>
                </a:solidFill>
              </a:rPr>
              <a:t>QETTYQ не просит модель выдумывать места. Кандидаты приходят из snapshot, проходят жёсткие фильтры, и только затем получают объяснение по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21071-E32F-404D-9E4A-DF219A43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09650"/>
            <a:ext cx="4476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89D06-67F7-4FD8-9754-14CCFC6D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3049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7F6E"/>
                </a:solidFill>
              </a:defRPr>
            </a:defPPr>
            <a:lvl1pPr>
              <a:defRPr sz="1200" b="1">
                <a:solidFill>
                  <a:srgbClr val="0A7F6E"/>
                </a:solidFill>
              </a:defRPr>
            </a:lvl1pPr>
            <a:lvl2pPr>
              <a:defRPr sz="1200" b="1">
                <a:solidFill>
                  <a:srgbClr val="0A7F6E"/>
                </a:solidFill>
              </a:defRPr>
            </a:lvl2pPr>
            <a:lvl3pPr>
              <a:defRPr sz="1200" b="1">
                <a:solidFill>
                  <a:srgbClr val="0A7F6E"/>
                </a:solidFill>
              </a:defRPr>
            </a:lvl3pPr>
            <a:lvl4pPr>
              <a:defRPr sz="1200" b="1">
                <a:solidFill>
                  <a:srgbClr val="0A7F6E"/>
                </a:solidFill>
              </a:defRPr>
            </a:lvl4pPr>
            <a:lvl5pPr>
              <a:defRPr sz="1200" b="1">
                <a:solidFill>
                  <a:srgbClr val="0A7F6E"/>
                </a:solidFill>
              </a:defRPr>
            </a:lvl5pPr>
            <a:lvl6pPr>
              <a:defRPr sz="1200" b="1">
                <a:solidFill>
                  <a:srgbClr val="0A7F6E"/>
                </a:solidFill>
              </a:defRPr>
            </a:lvl6pPr>
            <a:lvl7pPr>
              <a:defRPr sz="1200" b="1">
                <a:solidFill>
                  <a:srgbClr val="0A7F6E"/>
                </a:solidFill>
              </a:defRPr>
            </a:lvl7pPr>
            <a:lvl8pPr>
              <a:defRPr sz="1200" b="1">
                <a:solidFill>
                  <a:srgbClr val="0A7F6E"/>
                </a:solidFill>
              </a:defRPr>
            </a:lvl8pPr>
            <a:lvl9pPr>
              <a:defRPr sz="120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522CA-0D71-4729-8553-01F73B0D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1811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1113"/>
                </a:solidFill>
              </a:defRPr>
            </a:defPPr>
            <a:lvl1pPr>
              <a:defRPr sz="1125" b="1">
                <a:solidFill>
                  <a:srgbClr val="0F1113"/>
                </a:solidFill>
              </a:defRPr>
            </a:lvl1pPr>
            <a:lvl2pPr>
              <a:defRPr sz="1125" b="1">
                <a:solidFill>
                  <a:srgbClr val="0F1113"/>
                </a:solidFill>
              </a:defRPr>
            </a:lvl2pPr>
            <a:lvl3pPr>
              <a:defRPr sz="1125" b="1">
                <a:solidFill>
                  <a:srgbClr val="0F1113"/>
                </a:solidFill>
              </a:defRPr>
            </a:lvl3pPr>
            <a:lvl4pPr>
              <a:defRPr sz="1125" b="1">
                <a:solidFill>
                  <a:srgbClr val="0F1113"/>
                </a:solidFill>
              </a:defRPr>
            </a:lvl4pPr>
            <a:lvl5pPr>
              <a:defRPr sz="1125" b="1">
                <a:solidFill>
                  <a:srgbClr val="0F1113"/>
                </a:solidFill>
              </a:defRPr>
            </a:lvl5pPr>
            <a:lvl6pPr>
              <a:defRPr sz="1125" b="1">
                <a:solidFill>
                  <a:srgbClr val="0F1113"/>
                </a:solidFill>
              </a:defRPr>
            </a:lvl6pPr>
            <a:lvl7pPr>
              <a:defRPr sz="1125" b="1">
                <a:solidFill>
                  <a:srgbClr val="0F1113"/>
                </a:solidFill>
              </a:defRPr>
            </a:lvl7pPr>
            <a:lvl8pPr>
              <a:defRPr sz="1125" b="1">
                <a:solidFill>
                  <a:srgbClr val="0F1113"/>
                </a:solidFill>
              </a:defRPr>
            </a:lvl8pPr>
            <a:lvl9pPr>
              <a:defRPr sz="11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1113"/>
                </a:solidFill>
              </a:defRPr>
            </a:pPr>
            <a:r>
              <a:rPr sz="1125" b="1">
                <a:solidFill>
                  <a:srgbClr val="0F1113"/>
                </a:solidFill>
              </a:rPr>
              <a:t>REAL POI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0BBFB-63E6-497F-B0EC-7E462F4F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95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175"/>
                </a:solidFill>
              </a:defRPr>
            </a:defPPr>
            <a:lvl1pPr>
              <a:defRPr sz="1200" b="0">
                <a:solidFill>
                  <a:srgbClr val="6E7175"/>
                </a:solidFill>
              </a:defRPr>
            </a:lvl1pPr>
            <a:lvl2pPr>
              <a:defRPr sz="1200" b="0">
                <a:solidFill>
                  <a:srgbClr val="6E7175"/>
                </a:solidFill>
              </a:defRPr>
            </a:lvl2pPr>
            <a:lvl3pPr>
              <a:defRPr sz="1200" b="0">
                <a:solidFill>
                  <a:srgbClr val="6E7175"/>
                </a:solidFill>
              </a:defRPr>
            </a:lvl3pPr>
            <a:lvl4pPr>
              <a:defRPr sz="1200" b="0">
                <a:solidFill>
                  <a:srgbClr val="6E7175"/>
                </a:solidFill>
              </a:defRPr>
            </a:lvl4pPr>
            <a:lvl5pPr>
              <a:defRPr sz="1200" b="0">
                <a:solidFill>
                  <a:srgbClr val="6E7175"/>
                </a:solidFill>
              </a:defRPr>
            </a:lvl5pPr>
            <a:lvl6pPr>
              <a:defRPr sz="1200" b="0">
                <a:solidFill>
                  <a:srgbClr val="6E7175"/>
                </a:solidFill>
              </a:defRPr>
            </a:lvl6pPr>
            <a:lvl7pPr>
              <a:defRPr sz="1200" b="0">
                <a:solidFill>
                  <a:srgbClr val="6E7175"/>
                </a:solidFill>
              </a:defRPr>
            </a:lvl7pPr>
            <a:lvl8pPr>
              <a:defRPr sz="1200" b="0">
                <a:solidFill>
                  <a:srgbClr val="6E7175"/>
                </a:solidFill>
              </a:defRPr>
            </a:lvl8pPr>
            <a:lvl9pPr>
              <a:defRPr sz="120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175"/>
                </a:solidFill>
              </a:defRPr>
            </a:pPr>
            <a:r>
              <a:rPr sz="1200" b="0">
                <a:solidFill>
                  <a:srgbClr val="6E7175"/>
                </a:solidFill>
              </a:rPr>
              <a:t>OSM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AA6B8-7DEB-40B2-A557-3864F979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476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71083-851A-4A3B-A151-B2B6AE9C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66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7F6E"/>
                </a:solidFill>
              </a:defRPr>
            </a:defPPr>
            <a:lvl1pPr>
              <a:defRPr sz="1200" b="1">
                <a:solidFill>
                  <a:srgbClr val="0A7F6E"/>
                </a:solidFill>
              </a:defRPr>
            </a:lvl1pPr>
            <a:lvl2pPr>
              <a:defRPr sz="1200" b="1">
                <a:solidFill>
                  <a:srgbClr val="0A7F6E"/>
                </a:solidFill>
              </a:defRPr>
            </a:lvl2pPr>
            <a:lvl3pPr>
              <a:defRPr sz="1200" b="1">
                <a:solidFill>
                  <a:srgbClr val="0A7F6E"/>
                </a:solidFill>
              </a:defRPr>
            </a:lvl3pPr>
            <a:lvl4pPr>
              <a:defRPr sz="1200" b="1">
                <a:solidFill>
                  <a:srgbClr val="0A7F6E"/>
                </a:solidFill>
              </a:defRPr>
            </a:lvl4pPr>
            <a:lvl5pPr>
              <a:defRPr sz="1200" b="1">
                <a:solidFill>
                  <a:srgbClr val="0A7F6E"/>
                </a:solidFill>
              </a:defRPr>
            </a:lvl5pPr>
            <a:lvl6pPr>
              <a:defRPr sz="1200" b="1">
                <a:solidFill>
                  <a:srgbClr val="0A7F6E"/>
                </a:solidFill>
              </a:defRPr>
            </a:lvl6pPr>
            <a:lvl7pPr>
              <a:defRPr sz="1200" b="1">
                <a:solidFill>
                  <a:srgbClr val="0A7F6E"/>
                </a:solidFill>
              </a:defRPr>
            </a:lvl7pPr>
            <a:lvl8pPr>
              <a:defRPr sz="1200" b="1">
                <a:solidFill>
                  <a:srgbClr val="0A7F6E"/>
                </a:solidFill>
              </a:defRPr>
            </a:lvl8pPr>
            <a:lvl9pPr>
              <a:defRPr sz="120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E0FB4-CF79-4FD1-A74C-5F8D8731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1113"/>
                </a:solidFill>
              </a:defRPr>
            </a:defPPr>
            <a:lvl1pPr>
              <a:defRPr sz="1125" b="1">
                <a:solidFill>
                  <a:srgbClr val="0F1113"/>
                </a:solidFill>
              </a:defRPr>
            </a:lvl1pPr>
            <a:lvl2pPr>
              <a:defRPr sz="1125" b="1">
                <a:solidFill>
                  <a:srgbClr val="0F1113"/>
                </a:solidFill>
              </a:defRPr>
            </a:lvl2pPr>
            <a:lvl3pPr>
              <a:defRPr sz="1125" b="1">
                <a:solidFill>
                  <a:srgbClr val="0F1113"/>
                </a:solidFill>
              </a:defRPr>
            </a:lvl3pPr>
            <a:lvl4pPr>
              <a:defRPr sz="1125" b="1">
                <a:solidFill>
                  <a:srgbClr val="0F1113"/>
                </a:solidFill>
              </a:defRPr>
            </a:lvl4pPr>
            <a:lvl5pPr>
              <a:defRPr sz="1125" b="1">
                <a:solidFill>
                  <a:srgbClr val="0F1113"/>
                </a:solidFill>
              </a:defRPr>
            </a:lvl5pPr>
            <a:lvl6pPr>
              <a:defRPr sz="1125" b="1">
                <a:solidFill>
                  <a:srgbClr val="0F1113"/>
                </a:solidFill>
              </a:defRPr>
            </a:lvl6pPr>
            <a:lvl7pPr>
              <a:defRPr sz="1125" b="1">
                <a:solidFill>
                  <a:srgbClr val="0F1113"/>
                </a:solidFill>
              </a:defRPr>
            </a:lvl7pPr>
            <a:lvl8pPr>
              <a:defRPr sz="1125" b="1">
                <a:solidFill>
                  <a:srgbClr val="0F1113"/>
                </a:solidFill>
              </a:defRPr>
            </a:lvl8pPr>
            <a:lvl9pPr>
              <a:defRPr sz="11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1113"/>
                </a:solidFill>
              </a:defRPr>
            </a:pPr>
            <a:r>
              <a:rPr sz="1125" b="1">
                <a:solidFill>
                  <a:srgbClr val="0F1113"/>
                </a:solidFill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AD16F-ED81-4DFB-9CC6-87008BC2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574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175"/>
                </a:solidFill>
              </a:defRPr>
            </a:defPPr>
            <a:lvl1pPr>
              <a:defRPr sz="1200" b="0">
                <a:solidFill>
                  <a:srgbClr val="6E7175"/>
                </a:solidFill>
              </a:defRPr>
            </a:lvl1pPr>
            <a:lvl2pPr>
              <a:defRPr sz="1200" b="0">
                <a:solidFill>
                  <a:srgbClr val="6E7175"/>
                </a:solidFill>
              </a:defRPr>
            </a:lvl2pPr>
            <a:lvl3pPr>
              <a:defRPr sz="1200" b="0">
                <a:solidFill>
                  <a:srgbClr val="6E7175"/>
                </a:solidFill>
              </a:defRPr>
            </a:lvl3pPr>
            <a:lvl4pPr>
              <a:defRPr sz="1200" b="0">
                <a:solidFill>
                  <a:srgbClr val="6E7175"/>
                </a:solidFill>
              </a:defRPr>
            </a:lvl4pPr>
            <a:lvl5pPr>
              <a:defRPr sz="1200" b="0">
                <a:solidFill>
                  <a:srgbClr val="6E7175"/>
                </a:solidFill>
              </a:defRPr>
            </a:lvl5pPr>
            <a:lvl6pPr>
              <a:defRPr sz="1200" b="0">
                <a:solidFill>
                  <a:srgbClr val="6E7175"/>
                </a:solidFill>
              </a:defRPr>
            </a:lvl6pPr>
            <a:lvl7pPr>
              <a:defRPr sz="1200" b="0">
                <a:solidFill>
                  <a:srgbClr val="6E7175"/>
                </a:solidFill>
              </a:defRPr>
            </a:lvl7pPr>
            <a:lvl8pPr>
              <a:defRPr sz="1200" b="0">
                <a:solidFill>
                  <a:srgbClr val="6E7175"/>
                </a:solidFill>
              </a:defRPr>
            </a:lvl8pPr>
            <a:lvl9pPr>
              <a:defRPr sz="120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175"/>
                </a:solidFill>
              </a:defRPr>
            </a:pPr>
            <a:r>
              <a:rPr sz="1200" b="0">
                <a:solidFill>
                  <a:srgbClr val="6E7175"/>
                </a:solidFill>
              </a:rPr>
              <a:t>время · бюджет · дистанция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4295C-A749-47AA-A0D1-897E75E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476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C9967-E33A-4E39-A07B-F2AF9AB6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290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7F6E"/>
                </a:solidFill>
              </a:defRPr>
            </a:defPPr>
            <a:lvl1pPr>
              <a:defRPr sz="1200" b="1">
                <a:solidFill>
                  <a:srgbClr val="0A7F6E"/>
                </a:solidFill>
              </a:defRPr>
            </a:lvl1pPr>
            <a:lvl2pPr>
              <a:defRPr sz="1200" b="1">
                <a:solidFill>
                  <a:srgbClr val="0A7F6E"/>
                </a:solidFill>
              </a:defRPr>
            </a:lvl2pPr>
            <a:lvl3pPr>
              <a:defRPr sz="1200" b="1">
                <a:solidFill>
                  <a:srgbClr val="0A7F6E"/>
                </a:solidFill>
              </a:defRPr>
            </a:lvl3pPr>
            <a:lvl4pPr>
              <a:defRPr sz="1200" b="1">
                <a:solidFill>
                  <a:srgbClr val="0A7F6E"/>
                </a:solidFill>
              </a:defRPr>
            </a:lvl4pPr>
            <a:lvl5pPr>
              <a:defRPr sz="1200" b="1">
                <a:solidFill>
                  <a:srgbClr val="0A7F6E"/>
                </a:solidFill>
              </a:defRPr>
            </a:lvl5pPr>
            <a:lvl6pPr>
              <a:defRPr sz="1200" b="1">
                <a:solidFill>
                  <a:srgbClr val="0A7F6E"/>
                </a:solidFill>
              </a:defRPr>
            </a:lvl6pPr>
            <a:lvl7pPr>
              <a:defRPr sz="1200" b="1">
                <a:solidFill>
                  <a:srgbClr val="0A7F6E"/>
                </a:solidFill>
              </a:defRPr>
            </a:lvl7pPr>
            <a:lvl8pPr>
              <a:defRPr sz="1200" b="1">
                <a:solidFill>
                  <a:srgbClr val="0A7F6E"/>
                </a:solidFill>
              </a:defRPr>
            </a:lvl8pPr>
            <a:lvl9pPr>
              <a:defRPr sz="120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B531C-B490-4E31-9A17-670770C1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052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1113"/>
                </a:solidFill>
              </a:defRPr>
            </a:defPPr>
            <a:lvl1pPr>
              <a:defRPr sz="1125" b="1">
                <a:solidFill>
                  <a:srgbClr val="0F1113"/>
                </a:solidFill>
              </a:defRPr>
            </a:lvl1pPr>
            <a:lvl2pPr>
              <a:defRPr sz="1125" b="1">
                <a:solidFill>
                  <a:srgbClr val="0F1113"/>
                </a:solidFill>
              </a:defRPr>
            </a:lvl2pPr>
            <a:lvl3pPr>
              <a:defRPr sz="1125" b="1">
                <a:solidFill>
                  <a:srgbClr val="0F1113"/>
                </a:solidFill>
              </a:defRPr>
            </a:lvl3pPr>
            <a:lvl4pPr>
              <a:defRPr sz="1125" b="1">
                <a:solidFill>
                  <a:srgbClr val="0F1113"/>
                </a:solidFill>
              </a:defRPr>
            </a:lvl4pPr>
            <a:lvl5pPr>
              <a:defRPr sz="1125" b="1">
                <a:solidFill>
                  <a:srgbClr val="0F1113"/>
                </a:solidFill>
              </a:defRPr>
            </a:lvl5pPr>
            <a:lvl6pPr>
              <a:defRPr sz="1125" b="1">
                <a:solidFill>
                  <a:srgbClr val="0F1113"/>
                </a:solidFill>
              </a:defRPr>
            </a:lvl6pPr>
            <a:lvl7pPr>
              <a:defRPr sz="1125" b="1">
                <a:solidFill>
                  <a:srgbClr val="0F1113"/>
                </a:solidFill>
              </a:defRPr>
            </a:lvl7pPr>
            <a:lvl8pPr>
              <a:defRPr sz="1125" b="1">
                <a:solidFill>
                  <a:srgbClr val="0F1113"/>
                </a:solidFill>
              </a:defRPr>
            </a:lvl8pPr>
            <a:lvl9pPr>
              <a:defRPr sz="11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1113"/>
                </a:solidFill>
              </a:defRPr>
            </a:pPr>
            <a:r>
              <a:rPr sz="1125" b="1">
                <a:solidFill>
                  <a:srgbClr val="0F1113"/>
                </a:solidFill>
              </a:rPr>
              <a:t>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D6C5A-3BE8-4CA3-A13C-4F2B0EAF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95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175"/>
                </a:solidFill>
              </a:defRPr>
            </a:defPPr>
            <a:lvl1pPr>
              <a:defRPr sz="1200" b="0">
                <a:solidFill>
                  <a:srgbClr val="6E7175"/>
                </a:solidFill>
              </a:defRPr>
            </a:lvl1pPr>
            <a:lvl2pPr>
              <a:defRPr sz="1200" b="0">
                <a:solidFill>
                  <a:srgbClr val="6E7175"/>
                </a:solidFill>
              </a:defRPr>
            </a:lvl2pPr>
            <a:lvl3pPr>
              <a:defRPr sz="1200" b="0">
                <a:solidFill>
                  <a:srgbClr val="6E7175"/>
                </a:solidFill>
              </a:defRPr>
            </a:lvl3pPr>
            <a:lvl4pPr>
              <a:defRPr sz="1200" b="0">
                <a:solidFill>
                  <a:srgbClr val="6E7175"/>
                </a:solidFill>
              </a:defRPr>
            </a:lvl4pPr>
            <a:lvl5pPr>
              <a:defRPr sz="1200" b="0">
                <a:solidFill>
                  <a:srgbClr val="6E7175"/>
                </a:solidFill>
              </a:defRPr>
            </a:lvl5pPr>
            <a:lvl6pPr>
              <a:defRPr sz="1200" b="0">
                <a:solidFill>
                  <a:srgbClr val="6E7175"/>
                </a:solidFill>
              </a:defRPr>
            </a:lvl6pPr>
            <a:lvl7pPr>
              <a:defRPr sz="1200" b="0">
                <a:solidFill>
                  <a:srgbClr val="6E7175"/>
                </a:solidFill>
              </a:defRPr>
            </a:lvl7pPr>
            <a:lvl8pPr>
              <a:defRPr sz="1200" b="0">
                <a:solidFill>
                  <a:srgbClr val="6E7175"/>
                </a:solidFill>
              </a:defRPr>
            </a:lvl8pPr>
            <a:lvl9pPr>
              <a:defRPr sz="120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175"/>
                </a:solidFill>
              </a:defRPr>
            </a:pPr>
            <a:r>
              <a:rPr sz="1200" b="0">
                <a:solidFill>
                  <a:srgbClr val="6E7175"/>
                </a:solidFill>
              </a:rPr>
              <a:t>цель · интересы · известность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E8176-72B1-4BBE-92BA-F9735789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4476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342A7-D9DB-43C9-A41E-9DED5CF1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91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7F6E"/>
                </a:solidFill>
              </a:defRPr>
            </a:defPPr>
            <a:lvl1pPr>
              <a:defRPr sz="1200" b="1">
                <a:solidFill>
                  <a:srgbClr val="0A7F6E"/>
                </a:solidFill>
              </a:defRPr>
            </a:lvl1pPr>
            <a:lvl2pPr>
              <a:defRPr sz="1200" b="1">
                <a:solidFill>
                  <a:srgbClr val="0A7F6E"/>
                </a:solidFill>
              </a:defRPr>
            </a:lvl2pPr>
            <a:lvl3pPr>
              <a:defRPr sz="1200" b="1">
                <a:solidFill>
                  <a:srgbClr val="0A7F6E"/>
                </a:solidFill>
              </a:defRPr>
            </a:lvl3pPr>
            <a:lvl4pPr>
              <a:defRPr sz="1200" b="1">
                <a:solidFill>
                  <a:srgbClr val="0A7F6E"/>
                </a:solidFill>
              </a:defRPr>
            </a:lvl4pPr>
            <a:lvl5pPr>
              <a:defRPr sz="1200" b="1">
                <a:solidFill>
                  <a:srgbClr val="0A7F6E"/>
                </a:solidFill>
              </a:defRPr>
            </a:lvl5pPr>
            <a:lvl6pPr>
              <a:defRPr sz="1200" b="1">
                <a:solidFill>
                  <a:srgbClr val="0A7F6E"/>
                </a:solidFill>
              </a:defRPr>
            </a:lvl6pPr>
            <a:lvl7pPr>
              <a:defRPr sz="1200" b="1">
                <a:solidFill>
                  <a:srgbClr val="0A7F6E"/>
                </a:solidFill>
              </a:defRPr>
            </a:lvl7pPr>
            <a:lvl8pPr>
              <a:defRPr sz="1200" b="1">
                <a:solidFill>
                  <a:srgbClr val="0A7F6E"/>
                </a:solidFill>
              </a:defRPr>
            </a:lvl8pPr>
            <a:lvl9pPr>
              <a:defRPr sz="120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7F6E"/>
                </a:solidFill>
              </a:defRPr>
            </a:pPr>
            <a:r>
              <a:rPr sz="1200" b="1">
                <a:solidFill>
                  <a:srgbClr val="0A7F6E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6A7FC-48A9-4861-B17D-0D07778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672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1113"/>
                </a:solidFill>
              </a:defRPr>
            </a:defPPr>
            <a:lvl1pPr>
              <a:defRPr sz="1125" b="1">
                <a:solidFill>
                  <a:srgbClr val="0F1113"/>
                </a:solidFill>
              </a:defRPr>
            </a:lvl1pPr>
            <a:lvl2pPr>
              <a:defRPr sz="1125" b="1">
                <a:solidFill>
                  <a:srgbClr val="0F1113"/>
                </a:solidFill>
              </a:defRPr>
            </a:lvl2pPr>
            <a:lvl3pPr>
              <a:defRPr sz="1125" b="1">
                <a:solidFill>
                  <a:srgbClr val="0F1113"/>
                </a:solidFill>
              </a:defRPr>
            </a:lvl3pPr>
            <a:lvl4pPr>
              <a:defRPr sz="1125" b="1">
                <a:solidFill>
                  <a:srgbClr val="0F1113"/>
                </a:solidFill>
              </a:defRPr>
            </a:lvl4pPr>
            <a:lvl5pPr>
              <a:defRPr sz="1125" b="1">
                <a:solidFill>
                  <a:srgbClr val="0F1113"/>
                </a:solidFill>
              </a:defRPr>
            </a:lvl5pPr>
            <a:lvl6pPr>
              <a:defRPr sz="1125" b="1">
                <a:solidFill>
                  <a:srgbClr val="0F1113"/>
                </a:solidFill>
              </a:defRPr>
            </a:lvl6pPr>
            <a:lvl7pPr>
              <a:defRPr sz="1125" b="1">
                <a:solidFill>
                  <a:srgbClr val="0F1113"/>
                </a:solidFill>
              </a:defRPr>
            </a:lvl7pPr>
            <a:lvl8pPr>
              <a:defRPr sz="1125" b="1">
                <a:solidFill>
                  <a:srgbClr val="0F1113"/>
                </a:solidFill>
              </a:defRPr>
            </a:lvl8pPr>
            <a:lvl9pPr>
              <a:defRPr sz="112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1113"/>
                </a:solidFill>
              </a:defRPr>
            </a:pPr>
            <a:r>
              <a:rPr sz="1125" b="1">
                <a:solidFill>
                  <a:srgbClr val="0F1113"/>
                </a:solidFill>
              </a:rPr>
              <a:t>EXPLANATION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B0762-72CE-4F56-AB80-3886189C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815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175"/>
                </a:solidFill>
              </a:defRPr>
            </a:defPPr>
            <a:lvl1pPr>
              <a:defRPr sz="1200" b="0">
                <a:solidFill>
                  <a:srgbClr val="6E7175"/>
                </a:solidFill>
              </a:defRPr>
            </a:lvl1pPr>
            <a:lvl2pPr>
              <a:defRPr sz="1200" b="0">
                <a:solidFill>
                  <a:srgbClr val="6E7175"/>
                </a:solidFill>
              </a:defRPr>
            </a:lvl2pPr>
            <a:lvl3pPr>
              <a:defRPr sz="1200" b="0">
                <a:solidFill>
                  <a:srgbClr val="6E7175"/>
                </a:solidFill>
              </a:defRPr>
            </a:lvl3pPr>
            <a:lvl4pPr>
              <a:defRPr sz="1200" b="0">
                <a:solidFill>
                  <a:srgbClr val="6E7175"/>
                </a:solidFill>
              </a:defRPr>
            </a:lvl4pPr>
            <a:lvl5pPr>
              <a:defRPr sz="1200" b="0">
                <a:solidFill>
                  <a:srgbClr val="6E7175"/>
                </a:solidFill>
              </a:defRPr>
            </a:lvl5pPr>
            <a:lvl6pPr>
              <a:defRPr sz="1200" b="0">
                <a:solidFill>
                  <a:srgbClr val="6E7175"/>
                </a:solidFill>
              </a:defRPr>
            </a:lvl6pPr>
            <a:lvl7pPr>
              <a:defRPr sz="1200" b="0">
                <a:solidFill>
                  <a:srgbClr val="6E7175"/>
                </a:solidFill>
              </a:defRPr>
            </a:lvl7pPr>
            <a:lvl8pPr>
              <a:defRPr sz="1200" b="0">
                <a:solidFill>
                  <a:srgbClr val="6E7175"/>
                </a:solidFill>
              </a:defRPr>
            </a:lvl8pPr>
            <a:lvl9pPr>
              <a:defRPr sz="1200" b="0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175"/>
                </a:solidFill>
              </a:defRPr>
            </a:pPr>
            <a:r>
              <a:rPr sz="1200" b="0">
                <a:solidFill>
                  <a:srgbClr val="6E7175"/>
                </a:solidFill>
              </a:rPr>
              <a:t>строгий JSON или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8B15E-F2BC-411C-ABD3-ECC01380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57452-FEE7-46AF-BE29-81680AF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62922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AEA9E-0109-46DC-BEA1-12A444B7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9F46B"/>
                </a:solidFill>
              </a:defRPr>
            </a:defPPr>
            <a:lvl1pPr>
              <a:defRPr sz="975" b="1">
                <a:solidFill>
                  <a:srgbClr val="C9F46B"/>
                </a:solidFill>
              </a:defRPr>
            </a:lvl1pPr>
            <a:lvl2pPr>
              <a:defRPr sz="975" b="1">
                <a:solidFill>
                  <a:srgbClr val="C9F46B"/>
                </a:solidFill>
              </a:defRPr>
            </a:lvl2pPr>
            <a:lvl3pPr>
              <a:defRPr sz="975" b="1">
                <a:solidFill>
                  <a:srgbClr val="C9F46B"/>
                </a:solidFill>
              </a:defRPr>
            </a:lvl3pPr>
            <a:lvl4pPr>
              <a:defRPr sz="975" b="1">
                <a:solidFill>
                  <a:srgbClr val="C9F46B"/>
                </a:solidFill>
              </a:defRPr>
            </a:lvl4pPr>
            <a:lvl5pPr>
              <a:defRPr sz="975" b="1">
                <a:solidFill>
                  <a:srgbClr val="C9F46B"/>
                </a:solidFill>
              </a:defRPr>
            </a:lvl5pPr>
            <a:lvl6pPr>
              <a:defRPr sz="975" b="1">
                <a:solidFill>
                  <a:srgbClr val="C9F46B"/>
                </a:solidFill>
              </a:defRPr>
            </a:lvl6pPr>
            <a:lvl7pPr>
              <a:defRPr sz="975" b="1">
                <a:solidFill>
                  <a:srgbClr val="C9F46B"/>
                </a:solidFill>
              </a:defRPr>
            </a:lvl7pPr>
            <a:lvl8pPr>
              <a:defRPr sz="975" b="1">
                <a:solidFill>
                  <a:srgbClr val="C9F46B"/>
                </a:solidFill>
              </a:defRPr>
            </a:lvl8pPr>
            <a:lvl9pPr>
              <a:defRPr sz="975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9F46B"/>
                </a:solidFill>
              </a:defRPr>
            </a:pPr>
            <a:r>
              <a:rPr sz="975" b="1">
                <a:solidFill>
                  <a:srgbClr val="C9F46B"/>
                </a:solidFill>
              </a:rPr>
              <a:t>ДОВЕРИЕ / ЭТИКА И ПРИВАТНОСТЬ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3EA0B-F807-403B-A5D9-8C815097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  <a:lvl1pPr>
              <a:defRPr sz="4200" b="1">
                <a:solidFill>
                  <a:srgbClr val="FFFFFF"/>
                </a:solidFill>
              </a:defRPr>
            </a:lvl1pPr>
            <a:lvl2pPr>
              <a:defRPr sz="4200" b="1">
                <a:solidFill>
                  <a:srgbClr val="FFFFFF"/>
                </a:solidFill>
              </a:defRPr>
            </a:lvl2pPr>
            <a:lvl3pPr>
              <a:defRPr sz="4200" b="1">
                <a:solidFill>
                  <a:srgbClr val="FFFFFF"/>
                </a:solidFill>
              </a:defRPr>
            </a:lvl3pPr>
            <a:lvl4pPr>
              <a:defRPr sz="4200" b="1">
                <a:solidFill>
                  <a:srgbClr val="FFFFFF"/>
                </a:solidFill>
              </a:defRPr>
            </a:lvl4pPr>
            <a:lvl5pPr>
              <a:defRPr sz="4200" b="1">
                <a:solidFill>
                  <a:srgbClr val="FFFFFF"/>
                </a:solidFill>
              </a:defRPr>
            </a:lvl5pPr>
            <a:lvl6pPr>
              <a:defRPr sz="4200" b="1">
                <a:solidFill>
                  <a:srgbClr val="FFFFFF"/>
                </a:solidFill>
              </a:defRPr>
            </a:lvl6pPr>
            <a:lvl7pPr>
              <a:defRPr sz="4200" b="1">
                <a:solidFill>
                  <a:srgbClr val="FFFFFF"/>
                </a:solidFill>
              </a:defRPr>
            </a:lvl7pPr>
            <a:lvl8pPr>
              <a:defRPr sz="4200" b="1">
                <a:solidFill>
                  <a:srgbClr val="FFFFFF"/>
                </a:solidFill>
              </a:defRPr>
            </a:lvl8pPr>
            <a:lvl9pPr>
              <a:defRPr sz="4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Не знаем —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так и говорим.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EF879-4E04-40C3-BDA0-B8CE52BE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37185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7C14F-3BAA-4D17-B1DC-03EFE331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F46B"/>
                </a:solidFill>
              </a:defRPr>
            </a:defPPr>
            <a:lvl1pPr>
              <a:defRPr sz="1050" b="1">
                <a:solidFill>
                  <a:srgbClr val="C9F46B"/>
                </a:solidFill>
              </a:defRPr>
            </a:lvl1pPr>
            <a:lvl2pPr>
              <a:defRPr sz="1050" b="1">
                <a:solidFill>
                  <a:srgbClr val="C9F46B"/>
                </a:solidFill>
              </a:defRPr>
            </a:lvl2pPr>
            <a:lvl3pPr>
              <a:defRPr sz="1050" b="1">
                <a:solidFill>
                  <a:srgbClr val="C9F46B"/>
                </a:solidFill>
              </a:defRPr>
            </a:lvl3pPr>
            <a:lvl4pPr>
              <a:defRPr sz="1050" b="1">
                <a:solidFill>
                  <a:srgbClr val="C9F46B"/>
                </a:solidFill>
              </a:defRPr>
            </a:lvl4pPr>
            <a:lvl5pPr>
              <a:defRPr sz="1050" b="1">
                <a:solidFill>
                  <a:srgbClr val="C9F46B"/>
                </a:solidFill>
              </a:defRPr>
            </a:lvl5pPr>
            <a:lvl6pPr>
              <a:defRPr sz="1050" b="1">
                <a:solidFill>
                  <a:srgbClr val="C9F46B"/>
                </a:solidFill>
              </a:defRPr>
            </a:lvl6pPr>
            <a:lvl7pPr>
              <a:defRPr sz="1050" b="1">
                <a:solidFill>
                  <a:srgbClr val="C9F46B"/>
                </a:solidFill>
              </a:defRPr>
            </a:lvl7pPr>
            <a:lvl8pPr>
              <a:defRPr sz="1050" b="1">
                <a:solidFill>
                  <a:srgbClr val="C9F46B"/>
                </a:solidFill>
              </a:defRPr>
            </a:lvl8pPr>
            <a:lvl9pPr>
              <a:defRPr sz="10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9F46B"/>
                </a:solidFill>
              </a:defRPr>
            </a:pPr>
            <a:r>
              <a:rPr sz="1050" b="1">
                <a:solidFill>
                  <a:srgbClr val="C9F46B"/>
                </a:solidFill>
              </a:rPr>
              <a:t>UNKNOWN ≠ FREE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F0BBB-E0D0-4D1E-AE5D-56EF074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6720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Неизвестная цена не считается бесплатной.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99249-1B9D-4C7B-BC92-01E48873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337185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8AD53-116F-49B4-8F78-339A31A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F46B"/>
                </a:solidFill>
              </a:defRPr>
            </a:defPPr>
            <a:lvl1pPr>
              <a:defRPr sz="1050" b="1">
                <a:solidFill>
                  <a:srgbClr val="C9F46B"/>
                </a:solidFill>
              </a:defRPr>
            </a:lvl1pPr>
            <a:lvl2pPr>
              <a:defRPr sz="1050" b="1">
                <a:solidFill>
                  <a:srgbClr val="C9F46B"/>
                </a:solidFill>
              </a:defRPr>
            </a:lvl2pPr>
            <a:lvl3pPr>
              <a:defRPr sz="1050" b="1">
                <a:solidFill>
                  <a:srgbClr val="C9F46B"/>
                </a:solidFill>
              </a:defRPr>
            </a:lvl3pPr>
            <a:lvl4pPr>
              <a:defRPr sz="1050" b="1">
                <a:solidFill>
                  <a:srgbClr val="C9F46B"/>
                </a:solidFill>
              </a:defRPr>
            </a:lvl4pPr>
            <a:lvl5pPr>
              <a:defRPr sz="1050" b="1">
                <a:solidFill>
                  <a:srgbClr val="C9F46B"/>
                </a:solidFill>
              </a:defRPr>
            </a:lvl5pPr>
            <a:lvl6pPr>
              <a:defRPr sz="1050" b="1">
                <a:solidFill>
                  <a:srgbClr val="C9F46B"/>
                </a:solidFill>
              </a:defRPr>
            </a:lvl6pPr>
            <a:lvl7pPr>
              <a:defRPr sz="1050" b="1">
                <a:solidFill>
                  <a:srgbClr val="C9F46B"/>
                </a:solidFill>
              </a:defRPr>
            </a:lvl7pPr>
            <a:lvl8pPr>
              <a:defRPr sz="1050" b="1">
                <a:solidFill>
                  <a:srgbClr val="C9F46B"/>
                </a:solidFill>
              </a:defRPr>
            </a:lvl8pPr>
            <a:lvl9pPr>
              <a:defRPr sz="10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9F46B"/>
                </a:solidFill>
              </a:defRPr>
            </a:pPr>
            <a:r>
              <a:rPr sz="1050" b="1">
                <a:solidFill>
                  <a:srgbClr val="C9F46B"/>
                </a:solidFill>
              </a:rPr>
              <a:t>SOURCE ≠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937C1-35CA-42EE-B52C-ED2E6C3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6720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Реальное место отделено от сгенерированной идеи.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ABF5D-6985-496E-BF82-2F418277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7185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BF1CA-1D51-449A-9464-99686A5D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F46B"/>
                </a:solidFill>
              </a:defRPr>
            </a:defPPr>
            <a:lvl1pPr>
              <a:defRPr sz="1050" b="1">
                <a:solidFill>
                  <a:srgbClr val="C9F46B"/>
                </a:solidFill>
              </a:defRPr>
            </a:lvl1pPr>
            <a:lvl2pPr>
              <a:defRPr sz="1050" b="1">
                <a:solidFill>
                  <a:srgbClr val="C9F46B"/>
                </a:solidFill>
              </a:defRPr>
            </a:lvl2pPr>
            <a:lvl3pPr>
              <a:defRPr sz="1050" b="1">
                <a:solidFill>
                  <a:srgbClr val="C9F46B"/>
                </a:solidFill>
              </a:defRPr>
            </a:lvl3pPr>
            <a:lvl4pPr>
              <a:defRPr sz="1050" b="1">
                <a:solidFill>
                  <a:srgbClr val="C9F46B"/>
                </a:solidFill>
              </a:defRPr>
            </a:lvl4pPr>
            <a:lvl5pPr>
              <a:defRPr sz="1050" b="1">
                <a:solidFill>
                  <a:srgbClr val="C9F46B"/>
                </a:solidFill>
              </a:defRPr>
            </a:lvl5pPr>
            <a:lvl6pPr>
              <a:defRPr sz="1050" b="1">
                <a:solidFill>
                  <a:srgbClr val="C9F46B"/>
                </a:solidFill>
              </a:defRPr>
            </a:lvl6pPr>
            <a:lvl7pPr>
              <a:defRPr sz="1050" b="1">
                <a:solidFill>
                  <a:srgbClr val="C9F46B"/>
                </a:solidFill>
              </a:defRPr>
            </a:lvl7pPr>
            <a:lvl8pPr>
              <a:defRPr sz="1050" b="1">
                <a:solidFill>
                  <a:srgbClr val="C9F46B"/>
                </a:solidFill>
              </a:defRPr>
            </a:lvl8pPr>
            <a:lvl9pPr>
              <a:defRPr sz="10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9F46B"/>
                </a:solidFill>
              </a:defRPr>
            </a:pPr>
            <a:r>
              <a:rPr sz="1050" b="1">
                <a:solidFill>
                  <a:srgbClr val="C9F46B"/>
                </a:solidFill>
              </a:rPr>
              <a:t>DELETE MEANS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AEBD5-302E-41C5-B9BE-038E679D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6720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Гостевая сессия, TTL 24 часа, удаление данных.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3BBA5-7B09-4BB7-AA43-37841001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AAB2AF"/>
                </a:solidFill>
              </a:defRPr>
            </a:defPPr>
            <a:lvl1pPr>
              <a:defRPr sz="750" b="1">
                <a:solidFill>
                  <a:srgbClr val="AAB2AF"/>
                </a:solidFill>
              </a:defRPr>
            </a:lvl1pPr>
            <a:lvl2pPr>
              <a:defRPr sz="750" b="1">
                <a:solidFill>
                  <a:srgbClr val="AAB2AF"/>
                </a:solidFill>
              </a:defRPr>
            </a:lvl2pPr>
            <a:lvl3pPr>
              <a:defRPr sz="750" b="1">
                <a:solidFill>
                  <a:srgbClr val="AAB2AF"/>
                </a:solidFill>
              </a:defRPr>
            </a:lvl3pPr>
            <a:lvl4pPr>
              <a:defRPr sz="750" b="1">
                <a:solidFill>
                  <a:srgbClr val="AAB2AF"/>
                </a:solidFill>
              </a:defRPr>
            </a:lvl4pPr>
            <a:lvl5pPr>
              <a:defRPr sz="750" b="1">
                <a:solidFill>
                  <a:srgbClr val="AAB2AF"/>
                </a:solidFill>
              </a:defRPr>
            </a:lvl5pPr>
            <a:lvl6pPr>
              <a:defRPr sz="750" b="1">
                <a:solidFill>
                  <a:srgbClr val="AAB2AF"/>
                </a:solidFill>
              </a:defRPr>
            </a:lvl6pPr>
            <a:lvl7pPr>
              <a:defRPr sz="750" b="1">
                <a:solidFill>
                  <a:srgbClr val="AAB2AF"/>
                </a:solidFill>
              </a:defRPr>
            </a:lvl7pPr>
            <a:lvl8pPr>
              <a:defRPr sz="750" b="1">
                <a:solidFill>
                  <a:srgbClr val="AAB2AF"/>
                </a:solidFill>
              </a:defRPr>
            </a:lvl8pPr>
            <a:lvl9pPr>
              <a:defRPr sz="750" b="1">
                <a:solidFill>
                  <a:srgbClr val="AAB2AF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AAB2AF"/>
                </a:solidFill>
              </a:defRPr>
            </a:pPr>
            <a:r>
              <a:rPr sz="750" b="1">
                <a:solidFill>
                  <a:srgbClr val="AAB2AF"/>
                </a:solidFill>
              </a:rPr>
              <a:t>QETTYQ APP · QARAGANDY / ASTANA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0287B-C435-42AE-9D04-E52BDD54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FFFFFF"/>
                </a:solidFill>
              </a:defRPr>
            </a:defPPr>
            <a:lvl1pPr algn="r">
              <a:defRPr sz="900" b="1">
                <a:solidFill>
                  <a:srgbClr val="FFFFFF"/>
                </a:solidFill>
              </a:defRPr>
            </a:lvl1pPr>
            <a:lvl2pPr algn="r">
              <a:defRPr sz="900" b="1">
                <a:solidFill>
                  <a:srgbClr val="FFFFFF"/>
                </a:solidFill>
              </a:defRPr>
            </a:lvl2pPr>
            <a:lvl3pPr algn="r">
              <a:defRPr sz="900" b="1">
                <a:solidFill>
                  <a:srgbClr val="FFFFFF"/>
                </a:solidFill>
              </a:defRPr>
            </a:lvl3pPr>
            <a:lvl4pPr algn="r">
              <a:defRPr sz="900" b="1">
                <a:solidFill>
                  <a:srgbClr val="FFFFFF"/>
                </a:solidFill>
              </a:defRPr>
            </a:lvl4pPr>
            <a:lvl5pPr algn="r">
              <a:defRPr sz="900" b="1">
                <a:solidFill>
                  <a:srgbClr val="FFFFFF"/>
                </a:solidFill>
              </a:defRPr>
            </a:lvl5pPr>
            <a:lvl6pPr algn="r">
              <a:defRPr sz="900" b="1">
                <a:solidFill>
                  <a:srgbClr val="FFFFFF"/>
                </a:solidFill>
              </a:defRPr>
            </a:lvl6pPr>
            <a:lvl7pPr algn="r">
              <a:defRPr sz="900" b="1">
                <a:solidFill>
                  <a:srgbClr val="FFFFFF"/>
                </a:solidFill>
              </a:defRPr>
            </a:lvl7pPr>
            <a:lvl8pPr algn="r">
              <a:defRPr sz="900" b="1">
                <a:solidFill>
                  <a:srgbClr val="FFFFFF"/>
                </a:solidFill>
              </a:defRPr>
            </a:lvl8pPr>
            <a:lvl9pPr algn="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3745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43CE3-1B8E-40C6-B3B2-FEB134F1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7F6E"/>
                </a:solidFill>
              </a:defRPr>
            </a:defPPr>
            <a:lvl1pPr>
              <a:defRPr sz="975" b="1">
                <a:solidFill>
                  <a:srgbClr val="0A7F6E"/>
                </a:solidFill>
              </a:defRPr>
            </a:lvl1pPr>
            <a:lvl2pPr>
              <a:defRPr sz="975" b="1">
                <a:solidFill>
                  <a:srgbClr val="0A7F6E"/>
                </a:solidFill>
              </a:defRPr>
            </a:lvl2pPr>
            <a:lvl3pPr>
              <a:defRPr sz="975" b="1">
                <a:solidFill>
                  <a:srgbClr val="0A7F6E"/>
                </a:solidFill>
              </a:defRPr>
            </a:lvl3pPr>
            <a:lvl4pPr>
              <a:defRPr sz="975" b="1">
                <a:solidFill>
                  <a:srgbClr val="0A7F6E"/>
                </a:solidFill>
              </a:defRPr>
            </a:lvl4pPr>
            <a:lvl5pPr>
              <a:defRPr sz="975" b="1">
                <a:solidFill>
                  <a:srgbClr val="0A7F6E"/>
                </a:solidFill>
              </a:defRPr>
            </a:lvl5pPr>
            <a:lvl6pPr>
              <a:defRPr sz="975" b="1">
                <a:solidFill>
                  <a:srgbClr val="0A7F6E"/>
                </a:solidFill>
              </a:defRPr>
            </a:lvl6pPr>
            <a:lvl7pPr>
              <a:defRPr sz="975" b="1">
                <a:solidFill>
                  <a:srgbClr val="0A7F6E"/>
                </a:solidFill>
              </a:defRPr>
            </a:lvl7pPr>
            <a:lvl8pPr>
              <a:defRPr sz="975" b="1">
                <a:solidFill>
                  <a:srgbClr val="0A7F6E"/>
                </a:solidFill>
              </a:defRPr>
            </a:lvl8pPr>
            <a:lvl9pPr>
              <a:defRPr sz="97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7F6E"/>
                </a:solidFill>
              </a:defRPr>
            </a:pPr>
            <a:r>
              <a:rPr sz="975" b="1">
                <a:solidFill>
                  <a:srgbClr val="0A7F6E"/>
                </a:solidFill>
              </a:rPr>
              <a:t>ЧТО УЖЕ РАБОТАЕТ / ПРОВЕРЕНО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6923D-471D-4EDC-8ECF-A9CA9316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113"/>
                </a:solidFill>
              </a:defRPr>
            </a:defPPr>
            <a:lvl1pPr>
              <a:defRPr sz="2700" b="1">
                <a:solidFill>
                  <a:srgbClr val="0F1113"/>
                </a:solidFill>
              </a:defRPr>
            </a:lvl1pPr>
            <a:lvl2pPr>
              <a:defRPr sz="2700" b="1">
                <a:solidFill>
                  <a:srgbClr val="0F1113"/>
                </a:solidFill>
              </a:defRPr>
            </a:lvl2pPr>
            <a:lvl3pPr>
              <a:defRPr sz="2700" b="1">
                <a:solidFill>
                  <a:srgbClr val="0F1113"/>
                </a:solidFill>
              </a:defRPr>
            </a:lvl3pPr>
            <a:lvl4pPr>
              <a:defRPr sz="2700" b="1">
                <a:solidFill>
                  <a:srgbClr val="0F1113"/>
                </a:solidFill>
              </a:defRPr>
            </a:lvl4pPr>
            <a:lvl5pPr>
              <a:defRPr sz="2700" b="1">
                <a:solidFill>
                  <a:srgbClr val="0F1113"/>
                </a:solidFill>
              </a:defRPr>
            </a:lvl5pPr>
            <a:lvl6pPr>
              <a:defRPr sz="2700" b="1">
                <a:solidFill>
                  <a:srgbClr val="0F1113"/>
                </a:solidFill>
              </a:defRPr>
            </a:lvl6pPr>
            <a:lvl7pPr>
              <a:defRPr sz="2700" b="1">
                <a:solidFill>
                  <a:srgbClr val="0F1113"/>
                </a:solidFill>
              </a:defRPr>
            </a:lvl7pPr>
            <a:lvl8pPr>
              <a:defRPr sz="2700" b="1">
                <a:solidFill>
                  <a:srgbClr val="0F1113"/>
                </a:solidFill>
              </a:defRPr>
            </a:lvl8pPr>
            <a:lvl9pPr>
              <a:defRPr sz="27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F1113"/>
                </a:solidFill>
              </a:defRPr>
            </a:pPr>
            <a:r>
              <a:rPr sz="2700" b="1">
                <a:solidFill>
                  <a:srgbClr val="0F1113"/>
                </a:solidFill>
              </a:rPr>
              <a:t>Вертикальный срез, который можно показать жюри сейчас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F725C-0D73-4330-95B1-D81564FA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F1113"/>
                </a:solidFill>
              </a:defRPr>
            </a:defPPr>
            <a:lvl1pPr>
              <a:defRPr sz="4050" b="1">
                <a:solidFill>
                  <a:srgbClr val="0F1113"/>
                </a:solidFill>
              </a:defRPr>
            </a:lvl1pPr>
            <a:lvl2pPr>
              <a:defRPr sz="4050" b="1">
                <a:solidFill>
                  <a:srgbClr val="0F1113"/>
                </a:solidFill>
              </a:defRPr>
            </a:lvl2pPr>
            <a:lvl3pPr>
              <a:defRPr sz="4050" b="1">
                <a:solidFill>
                  <a:srgbClr val="0F1113"/>
                </a:solidFill>
              </a:defRPr>
            </a:lvl3pPr>
            <a:lvl4pPr>
              <a:defRPr sz="4050" b="1">
                <a:solidFill>
                  <a:srgbClr val="0F1113"/>
                </a:solidFill>
              </a:defRPr>
            </a:lvl4pPr>
            <a:lvl5pPr>
              <a:defRPr sz="4050" b="1">
                <a:solidFill>
                  <a:srgbClr val="0F1113"/>
                </a:solidFill>
              </a:defRPr>
            </a:lvl5pPr>
            <a:lvl6pPr>
              <a:defRPr sz="4050" b="1">
                <a:solidFill>
                  <a:srgbClr val="0F1113"/>
                </a:solidFill>
              </a:defRPr>
            </a:lvl6pPr>
            <a:lvl7pPr>
              <a:defRPr sz="4050" b="1">
                <a:solidFill>
                  <a:srgbClr val="0F1113"/>
                </a:solidFill>
              </a:defRPr>
            </a:lvl7pPr>
            <a:lvl8pPr>
              <a:defRPr sz="4050" b="1">
                <a:solidFill>
                  <a:srgbClr val="0F1113"/>
                </a:solidFill>
              </a:defRPr>
            </a:lvl8pPr>
            <a:lvl9pPr>
              <a:defRPr sz="405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F1113"/>
                </a:solidFill>
              </a:defRPr>
            </a:pPr>
            <a:r>
              <a:rPr sz="4050" b="1">
                <a:solidFill>
                  <a:srgbClr val="0F1113"/>
                </a:solidFill>
              </a:rPr>
              <a:t>80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7B5E9-7D44-4D77-9466-6D98CBB4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E7175"/>
                </a:solidFill>
              </a:defRPr>
            </a:defPPr>
            <a:lvl1pPr>
              <a:defRPr sz="1125" b="1">
                <a:solidFill>
                  <a:srgbClr val="6E7175"/>
                </a:solidFill>
              </a:defRPr>
            </a:lvl1pPr>
            <a:lvl2pPr>
              <a:defRPr sz="1125" b="1">
                <a:solidFill>
                  <a:srgbClr val="6E7175"/>
                </a:solidFill>
              </a:defRPr>
            </a:lvl2pPr>
            <a:lvl3pPr>
              <a:defRPr sz="1125" b="1">
                <a:solidFill>
                  <a:srgbClr val="6E7175"/>
                </a:solidFill>
              </a:defRPr>
            </a:lvl3pPr>
            <a:lvl4pPr>
              <a:defRPr sz="1125" b="1">
                <a:solidFill>
                  <a:srgbClr val="6E7175"/>
                </a:solidFill>
              </a:defRPr>
            </a:lvl4pPr>
            <a:lvl5pPr>
              <a:defRPr sz="1125" b="1">
                <a:solidFill>
                  <a:srgbClr val="6E7175"/>
                </a:solidFill>
              </a:defRPr>
            </a:lvl5pPr>
            <a:lvl6pPr>
              <a:defRPr sz="1125" b="1">
                <a:solidFill>
                  <a:srgbClr val="6E7175"/>
                </a:solidFill>
              </a:defRPr>
            </a:lvl6pPr>
            <a:lvl7pPr>
              <a:defRPr sz="1125" b="1">
                <a:solidFill>
                  <a:srgbClr val="6E7175"/>
                </a:solidFill>
              </a:defRPr>
            </a:lvl7pPr>
            <a:lvl8pPr>
              <a:defRPr sz="1125" b="1">
                <a:solidFill>
                  <a:srgbClr val="6E7175"/>
                </a:solidFill>
              </a:defRPr>
            </a:lvl8pPr>
            <a:lvl9pPr>
              <a:defRPr sz="1125" b="1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E7175"/>
                </a:solidFill>
              </a:defRPr>
            </a:pPr>
            <a:r>
              <a:rPr sz="1125" b="1">
                <a:solidFill>
                  <a:srgbClr val="6E7175"/>
                </a:solidFill>
              </a:rPr>
              <a:t>POI с provenance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B4B6F-D717-435F-A3AB-43A1164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954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F1113"/>
                </a:solidFill>
              </a:defRPr>
            </a:defPPr>
            <a:lvl1pPr>
              <a:defRPr sz="4050" b="1">
                <a:solidFill>
                  <a:srgbClr val="0F1113"/>
                </a:solidFill>
              </a:defRPr>
            </a:lvl1pPr>
            <a:lvl2pPr>
              <a:defRPr sz="4050" b="1">
                <a:solidFill>
                  <a:srgbClr val="0F1113"/>
                </a:solidFill>
              </a:defRPr>
            </a:lvl2pPr>
            <a:lvl3pPr>
              <a:defRPr sz="4050" b="1">
                <a:solidFill>
                  <a:srgbClr val="0F1113"/>
                </a:solidFill>
              </a:defRPr>
            </a:lvl3pPr>
            <a:lvl4pPr>
              <a:defRPr sz="4050" b="1">
                <a:solidFill>
                  <a:srgbClr val="0F1113"/>
                </a:solidFill>
              </a:defRPr>
            </a:lvl4pPr>
            <a:lvl5pPr>
              <a:defRPr sz="4050" b="1">
                <a:solidFill>
                  <a:srgbClr val="0F1113"/>
                </a:solidFill>
              </a:defRPr>
            </a:lvl5pPr>
            <a:lvl6pPr>
              <a:defRPr sz="4050" b="1">
                <a:solidFill>
                  <a:srgbClr val="0F1113"/>
                </a:solidFill>
              </a:defRPr>
            </a:lvl6pPr>
            <a:lvl7pPr>
              <a:defRPr sz="4050" b="1">
                <a:solidFill>
                  <a:srgbClr val="0F1113"/>
                </a:solidFill>
              </a:defRPr>
            </a:lvl7pPr>
            <a:lvl8pPr>
              <a:defRPr sz="4050" b="1">
                <a:solidFill>
                  <a:srgbClr val="0F1113"/>
                </a:solidFill>
              </a:defRPr>
            </a:lvl8pPr>
            <a:lvl9pPr>
              <a:defRPr sz="405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F1113"/>
                </a:solidFill>
              </a:defRPr>
            </a:pPr>
            <a:r>
              <a:rPr sz="4050" b="1">
                <a:solidFill>
                  <a:srgbClr val="0F111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D2E6E-8A79-4013-A9E7-0DA7C594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E7175"/>
                </a:solidFill>
              </a:defRPr>
            </a:defPPr>
            <a:lvl1pPr>
              <a:defRPr sz="1125" b="1">
                <a:solidFill>
                  <a:srgbClr val="6E7175"/>
                </a:solidFill>
              </a:defRPr>
            </a:lvl1pPr>
            <a:lvl2pPr>
              <a:defRPr sz="1125" b="1">
                <a:solidFill>
                  <a:srgbClr val="6E7175"/>
                </a:solidFill>
              </a:defRPr>
            </a:lvl2pPr>
            <a:lvl3pPr>
              <a:defRPr sz="1125" b="1">
                <a:solidFill>
                  <a:srgbClr val="6E7175"/>
                </a:solidFill>
              </a:defRPr>
            </a:lvl3pPr>
            <a:lvl4pPr>
              <a:defRPr sz="1125" b="1">
                <a:solidFill>
                  <a:srgbClr val="6E7175"/>
                </a:solidFill>
              </a:defRPr>
            </a:lvl4pPr>
            <a:lvl5pPr>
              <a:defRPr sz="1125" b="1">
                <a:solidFill>
                  <a:srgbClr val="6E7175"/>
                </a:solidFill>
              </a:defRPr>
            </a:lvl5pPr>
            <a:lvl6pPr>
              <a:defRPr sz="1125" b="1">
                <a:solidFill>
                  <a:srgbClr val="6E7175"/>
                </a:solidFill>
              </a:defRPr>
            </a:lvl6pPr>
            <a:lvl7pPr>
              <a:defRPr sz="1125" b="1">
                <a:solidFill>
                  <a:srgbClr val="6E7175"/>
                </a:solidFill>
              </a:defRPr>
            </a:lvl7pPr>
            <a:lvl8pPr>
              <a:defRPr sz="1125" b="1">
                <a:solidFill>
                  <a:srgbClr val="6E7175"/>
                </a:solidFill>
              </a:defRPr>
            </a:lvl8pPr>
            <a:lvl9pPr>
              <a:defRPr sz="1125" b="1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E7175"/>
                </a:solidFill>
              </a:defRPr>
            </a:pPr>
            <a:r>
              <a:rPr sz="1125" b="1">
                <a:solidFill>
                  <a:srgbClr val="6E7175"/>
                </a:solidFill>
              </a:rPr>
              <a:t>unit +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B55DF-878B-48E5-BDFB-990E956A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954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F1113"/>
                </a:solidFill>
              </a:defRPr>
            </a:defPPr>
            <a:lvl1pPr>
              <a:defRPr sz="4050" b="1">
                <a:solidFill>
                  <a:srgbClr val="0F1113"/>
                </a:solidFill>
              </a:defRPr>
            </a:lvl1pPr>
            <a:lvl2pPr>
              <a:defRPr sz="4050" b="1">
                <a:solidFill>
                  <a:srgbClr val="0F1113"/>
                </a:solidFill>
              </a:defRPr>
            </a:lvl2pPr>
            <a:lvl3pPr>
              <a:defRPr sz="4050" b="1">
                <a:solidFill>
                  <a:srgbClr val="0F1113"/>
                </a:solidFill>
              </a:defRPr>
            </a:lvl3pPr>
            <a:lvl4pPr>
              <a:defRPr sz="4050" b="1">
                <a:solidFill>
                  <a:srgbClr val="0F1113"/>
                </a:solidFill>
              </a:defRPr>
            </a:lvl4pPr>
            <a:lvl5pPr>
              <a:defRPr sz="4050" b="1">
                <a:solidFill>
                  <a:srgbClr val="0F1113"/>
                </a:solidFill>
              </a:defRPr>
            </a:lvl5pPr>
            <a:lvl6pPr>
              <a:defRPr sz="4050" b="1">
                <a:solidFill>
                  <a:srgbClr val="0F1113"/>
                </a:solidFill>
              </a:defRPr>
            </a:lvl6pPr>
            <a:lvl7pPr>
              <a:defRPr sz="4050" b="1">
                <a:solidFill>
                  <a:srgbClr val="0F1113"/>
                </a:solidFill>
              </a:defRPr>
            </a:lvl7pPr>
            <a:lvl8pPr>
              <a:defRPr sz="4050" b="1">
                <a:solidFill>
                  <a:srgbClr val="0F1113"/>
                </a:solidFill>
              </a:defRPr>
            </a:lvl8pPr>
            <a:lvl9pPr>
              <a:defRPr sz="405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F1113"/>
                </a:solidFill>
              </a:defRPr>
            </a:pPr>
            <a:r>
              <a:rPr sz="4050" b="1">
                <a:solidFill>
                  <a:srgbClr val="0F1113"/>
                </a:solidFill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9C806-1CA8-4DCD-B3F3-E14C6F9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E7175"/>
                </a:solidFill>
              </a:defRPr>
            </a:defPPr>
            <a:lvl1pPr>
              <a:defRPr sz="1125" b="1">
                <a:solidFill>
                  <a:srgbClr val="6E7175"/>
                </a:solidFill>
              </a:defRPr>
            </a:lvl1pPr>
            <a:lvl2pPr>
              <a:defRPr sz="1125" b="1">
                <a:solidFill>
                  <a:srgbClr val="6E7175"/>
                </a:solidFill>
              </a:defRPr>
            </a:lvl2pPr>
            <a:lvl3pPr>
              <a:defRPr sz="1125" b="1">
                <a:solidFill>
                  <a:srgbClr val="6E7175"/>
                </a:solidFill>
              </a:defRPr>
            </a:lvl3pPr>
            <a:lvl4pPr>
              <a:defRPr sz="1125" b="1">
                <a:solidFill>
                  <a:srgbClr val="6E7175"/>
                </a:solidFill>
              </a:defRPr>
            </a:lvl4pPr>
            <a:lvl5pPr>
              <a:defRPr sz="1125" b="1">
                <a:solidFill>
                  <a:srgbClr val="6E7175"/>
                </a:solidFill>
              </a:defRPr>
            </a:lvl5pPr>
            <a:lvl6pPr>
              <a:defRPr sz="1125" b="1">
                <a:solidFill>
                  <a:srgbClr val="6E7175"/>
                </a:solidFill>
              </a:defRPr>
            </a:lvl6pPr>
            <a:lvl7pPr>
              <a:defRPr sz="1125" b="1">
                <a:solidFill>
                  <a:srgbClr val="6E7175"/>
                </a:solidFill>
              </a:defRPr>
            </a:lvl7pPr>
            <a:lvl8pPr>
              <a:defRPr sz="1125" b="1">
                <a:solidFill>
                  <a:srgbClr val="6E7175"/>
                </a:solidFill>
              </a:defRPr>
            </a:lvl8pPr>
            <a:lvl9pPr>
              <a:defRPr sz="1125" b="1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E7175"/>
                </a:solidFill>
              </a:defRPr>
            </a:pPr>
            <a:r>
              <a:rPr sz="1125" b="1">
                <a:solidFill>
                  <a:srgbClr val="6E7175"/>
                </a:solidFill>
              </a:rPr>
              <a:t>mobile E2E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91A83-37A3-438C-9228-3E7C37A3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A7F6E"/>
                </a:solidFill>
              </a:defRPr>
            </a:defPPr>
            <a:lvl1pPr>
              <a:defRPr sz="4050" b="1">
                <a:solidFill>
                  <a:srgbClr val="0A7F6E"/>
                </a:solidFill>
              </a:defRPr>
            </a:lvl1pPr>
            <a:lvl2pPr>
              <a:defRPr sz="4050" b="1">
                <a:solidFill>
                  <a:srgbClr val="0A7F6E"/>
                </a:solidFill>
              </a:defRPr>
            </a:lvl2pPr>
            <a:lvl3pPr>
              <a:defRPr sz="4050" b="1">
                <a:solidFill>
                  <a:srgbClr val="0A7F6E"/>
                </a:solidFill>
              </a:defRPr>
            </a:lvl3pPr>
            <a:lvl4pPr>
              <a:defRPr sz="4050" b="1">
                <a:solidFill>
                  <a:srgbClr val="0A7F6E"/>
                </a:solidFill>
              </a:defRPr>
            </a:lvl4pPr>
            <a:lvl5pPr>
              <a:defRPr sz="4050" b="1">
                <a:solidFill>
                  <a:srgbClr val="0A7F6E"/>
                </a:solidFill>
              </a:defRPr>
            </a:lvl5pPr>
            <a:lvl6pPr>
              <a:defRPr sz="4050" b="1">
                <a:solidFill>
                  <a:srgbClr val="0A7F6E"/>
                </a:solidFill>
              </a:defRPr>
            </a:lvl6pPr>
            <a:lvl7pPr>
              <a:defRPr sz="4050" b="1">
                <a:solidFill>
                  <a:srgbClr val="0A7F6E"/>
                </a:solidFill>
              </a:defRPr>
            </a:lvl7pPr>
            <a:lvl8pPr>
              <a:defRPr sz="4050" b="1">
                <a:solidFill>
                  <a:srgbClr val="0A7F6E"/>
                </a:solidFill>
              </a:defRPr>
            </a:lvl8pPr>
            <a:lvl9pPr>
              <a:defRPr sz="4050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A7F6E"/>
                </a:solidFill>
              </a:defRPr>
            </a:pPr>
            <a:r>
              <a:rPr sz="4050" b="1">
                <a:solidFill>
                  <a:srgbClr val="0A7F6E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6357C-DF3D-462F-AD44-4CB9EC2E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E7175"/>
                </a:solidFill>
              </a:defRPr>
            </a:defPPr>
            <a:lvl1pPr>
              <a:defRPr sz="1125" b="1">
                <a:solidFill>
                  <a:srgbClr val="6E7175"/>
                </a:solidFill>
              </a:defRPr>
            </a:lvl1pPr>
            <a:lvl2pPr>
              <a:defRPr sz="1125" b="1">
                <a:solidFill>
                  <a:srgbClr val="6E7175"/>
                </a:solidFill>
              </a:defRPr>
            </a:lvl2pPr>
            <a:lvl3pPr>
              <a:defRPr sz="1125" b="1">
                <a:solidFill>
                  <a:srgbClr val="6E7175"/>
                </a:solidFill>
              </a:defRPr>
            </a:lvl3pPr>
            <a:lvl4pPr>
              <a:defRPr sz="1125" b="1">
                <a:solidFill>
                  <a:srgbClr val="6E7175"/>
                </a:solidFill>
              </a:defRPr>
            </a:lvl4pPr>
            <a:lvl5pPr>
              <a:defRPr sz="1125" b="1">
                <a:solidFill>
                  <a:srgbClr val="6E7175"/>
                </a:solidFill>
              </a:defRPr>
            </a:lvl5pPr>
            <a:lvl6pPr>
              <a:defRPr sz="1125" b="1">
                <a:solidFill>
                  <a:srgbClr val="6E7175"/>
                </a:solidFill>
              </a:defRPr>
            </a:lvl6pPr>
            <a:lvl7pPr>
              <a:defRPr sz="1125" b="1">
                <a:solidFill>
                  <a:srgbClr val="6E7175"/>
                </a:solidFill>
              </a:defRPr>
            </a:lvl7pPr>
            <a:lvl8pPr>
              <a:defRPr sz="1125" b="1">
                <a:solidFill>
                  <a:srgbClr val="6E7175"/>
                </a:solidFill>
              </a:defRPr>
            </a:lvl8pPr>
            <a:lvl9pPr>
              <a:defRPr sz="1125" b="1">
                <a:solidFill>
                  <a:srgbClr val="6E717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E7175"/>
                </a:solidFill>
              </a:defRPr>
            </a:pPr>
            <a:r>
              <a:rPr sz="1125" b="1">
                <a:solidFill>
                  <a:srgbClr val="6E7175"/>
                </a:solidFill>
              </a:rPr>
              <a:t>секретов в 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29448-D002-431B-9483-4988DAF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29146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51E89-C973-4ACD-8A2B-0529BFE83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10487b785429f"/>
          <a:srcRect xmlns:a="http://schemas.openxmlformats.org/drawingml/2006/main" l="0" t="30876" r="0" b="30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3238500"/>
            <a:ext cx="10439400" cy="2495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ADD03-61B2-429C-AAC2-623F42AF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1CD53-7402-46E4-8964-FD410FCD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10076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3364F-EF0D-49C1-8B91-B76B92B6E4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91761718d4fad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CAA03-6C86-4080-A793-172EF3AF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4895850" cy="5381625"/>
          </a:xfrm>
          <a:prstGeom xmlns:a="http://schemas.openxmlformats.org/drawingml/2006/main" prst="roundRect">
            <a:avLst>
              <a:gd name="adj" fmla="val 4669"/>
            </a:avLst>
          </a:prstGeom>
          <a:solidFill xmlns:a="http://schemas.openxmlformats.org/drawingml/2006/main">
            <a:srgbClr val="10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9D7EB-134F-4E74-9003-F2DC02EE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9F46B"/>
                </a:solidFill>
              </a:defRPr>
            </a:defPPr>
            <a:lvl1pPr>
              <a:defRPr sz="975" b="1">
                <a:solidFill>
                  <a:srgbClr val="C9F46B"/>
                </a:solidFill>
              </a:defRPr>
            </a:lvl1pPr>
            <a:lvl2pPr>
              <a:defRPr sz="975" b="1">
                <a:solidFill>
                  <a:srgbClr val="C9F46B"/>
                </a:solidFill>
              </a:defRPr>
            </a:lvl2pPr>
            <a:lvl3pPr>
              <a:defRPr sz="975" b="1">
                <a:solidFill>
                  <a:srgbClr val="C9F46B"/>
                </a:solidFill>
              </a:defRPr>
            </a:lvl3pPr>
            <a:lvl4pPr>
              <a:defRPr sz="975" b="1">
                <a:solidFill>
                  <a:srgbClr val="C9F46B"/>
                </a:solidFill>
              </a:defRPr>
            </a:lvl4pPr>
            <a:lvl5pPr>
              <a:defRPr sz="975" b="1">
                <a:solidFill>
                  <a:srgbClr val="C9F46B"/>
                </a:solidFill>
              </a:defRPr>
            </a:lvl5pPr>
            <a:lvl6pPr>
              <a:defRPr sz="975" b="1">
                <a:solidFill>
                  <a:srgbClr val="C9F46B"/>
                </a:solidFill>
              </a:defRPr>
            </a:lvl6pPr>
            <a:lvl7pPr>
              <a:defRPr sz="975" b="1">
                <a:solidFill>
                  <a:srgbClr val="C9F46B"/>
                </a:solidFill>
              </a:defRPr>
            </a:lvl7pPr>
            <a:lvl8pPr>
              <a:defRPr sz="975" b="1">
                <a:solidFill>
                  <a:srgbClr val="C9F46B"/>
                </a:solidFill>
              </a:defRPr>
            </a:lvl8pPr>
            <a:lvl9pPr>
              <a:defRPr sz="975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9F46B"/>
                </a:solidFill>
              </a:defRPr>
            </a:pPr>
            <a:r>
              <a:rPr sz="975" b="1">
                <a:solidFill>
                  <a:srgbClr val="C9F46B"/>
                </a:solidFill>
              </a:rPr>
              <a:t>NEXT CITY · ALMATY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03E39-703A-4662-84C7-8641C4AF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Одна логика.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Разные ритмы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Казахстана.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CD7AC-72E4-4076-854C-EBFCE6B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5CDC9"/>
                </a:solidFill>
              </a:defRPr>
            </a:defPPr>
            <a:lvl1pPr>
              <a:defRPr sz="1350" b="0">
                <a:solidFill>
                  <a:srgbClr val="C5CDC9"/>
                </a:solidFill>
              </a:defRPr>
            </a:lvl1pPr>
            <a:lvl2pPr>
              <a:defRPr sz="1350" b="0">
                <a:solidFill>
                  <a:srgbClr val="C5CDC9"/>
                </a:solidFill>
              </a:defRPr>
            </a:lvl2pPr>
            <a:lvl3pPr>
              <a:defRPr sz="1350" b="0">
                <a:solidFill>
                  <a:srgbClr val="C5CDC9"/>
                </a:solidFill>
              </a:defRPr>
            </a:lvl3pPr>
            <a:lvl4pPr>
              <a:defRPr sz="1350" b="0">
                <a:solidFill>
                  <a:srgbClr val="C5CDC9"/>
                </a:solidFill>
              </a:defRPr>
            </a:lvl4pPr>
            <a:lvl5pPr>
              <a:defRPr sz="1350" b="0">
                <a:solidFill>
                  <a:srgbClr val="C5CDC9"/>
                </a:solidFill>
              </a:defRPr>
            </a:lvl5pPr>
            <a:lvl6pPr>
              <a:defRPr sz="1350" b="0">
                <a:solidFill>
                  <a:srgbClr val="C5CDC9"/>
                </a:solidFill>
              </a:defRPr>
            </a:lvl6pPr>
            <a:lvl7pPr>
              <a:defRPr sz="1350" b="0">
                <a:solidFill>
                  <a:srgbClr val="C5CDC9"/>
                </a:solidFill>
              </a:defRPr>
            </a:lvl7pPr>
            <a:lvl8pPr>
              <a:defRPr sz="1350" b="0">
                <a:solidFill>
                  <a:srgbClr val="C5CDC9"/>
                </a:solidFill>
              </a:defRPr>
            </a:lvl8pPr>
            <a:lvl9pPr>
              <a:defRPr sz="1350" b="0">
                <a:solidFill>
                  <a:srgbClr val="C5CDC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CDC9"/>
                </a:solidFill>
              </a:defRPr>
            </a:pPr>
            <a:r>
              <a:rPr sz="1350" b="0">
                <a:solidFill>
                  <a:srgbClr val="C5CDC9"/>
                </a:solidFill>
              </a:rPr>
              <a:t>Пилот доказываем в Астане. Затем подключаем Алматы и другие города через тот же data-provider слой.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1B413-3D08-49B0-AF07-EFB43F6A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9F46B"/>
                </a:solidFill>
              </a:defRPr>
            </a:defPPr>
            <a:lvl1pPr>
              <a:defRPr sz="900" b="1">
                <a:solidFill>
                  <a:srgbClr val="C9F46B"/>
                </a:solidFill>
              </a:defRPr>
            </a:lvl1pPr>
            <a:lvl2pPr>
              <a:defRPr sz="900" b="1">
                <a:solidFill>
                  <a:srgbClr val="C9F46B"/>
                </a:solidFill>
              </a:defRPr>
            </a:lvl2pPr>
            <a:lvl3pPr>
              <a:defRPr sz="900" b="1">
                <a:solidFill>
                  <a:srgbClr val="C9F46B"/>
                </a:solidFill>
              </a:defRPr>
            </a:lvl3pPr>
            <a:lvl4pPr>
              <a:defRPr sz="900" b="1">
                <a:solidFill>
                  <a:srgbClr val="C9F46B"/>
                </a:solidFill>
              </a:defRPr>
            </a:lvl4pPr>
            <a:lvl5pPr>
              <a:defRPr sz="900" b="1">
                <a:solidFill>
                  <a:srgbClr val="C9F46B"/>
                </a:solidFill>
              </a:defRPr>
            </a:lvl5pPr>
            <a:lvl6pPr>
              <a:defRPr sz="900" b="1">
                <a:solidFill>
                  <a:srgbClr val="C9F46B"/>
                </a:solidFill>
              </a:defRPr>
            </a:lvl6pPr>
            <a:lvl7pPr>
              <a:defRPr sz="900" b="1">
                <a:solidFill>
                  <a:srgbClr val="C9F46B"/>
                </a:solidFill>
              </a:defRPr>
            </a:lvl7pPr>
            <a:lvl8pPr>
              <a:defRPr sz="900" b="1">
                <a:solidFill>
                  <a:srgbClr val="C9F46B"/>
                </a:solidFill>
              </a:defRPr>
            </a:lvl8pPr>
            <a:lvl9pPr>
              <a:defRPr sz="9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9F46B"/>
                </a:solidFill>
              </a:defRPr>
            </a:pPr>
            <a:r>
              <a:rPr sz="900" b="1">
                <a:solidFill>
                  <a:srgbClr val="C9F46B"/>
                </a:solidFill>
              </a:rPr>
              <a:t>Не обещание запуска · направление масштабирования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37343-541D-4C3E-97EB-19528CA6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FFFFFF"/>
                </a:solidFill>
              </a:defRPr>
            </a:defPPr>
            <a:lvl1pPr algn="r">
              <a:defRPr sz="900" b="1">
                <a:solidFill>
                  <a:srgbClr val="FFFFFF"/>
                </a:solidFill>
              </a:defRPr>
            </a:lvl1pPr>
            <a:lvl2pPr algn="r">
              <a:defRPr sz="900" b="1">
                <a:solidFill>
                  <a:srgbClr val="FFFFFF"/>
                </a:solidFill>
              </a:defRPr>
            </a:lvl2pPr>
            <a:lvl3pPr algn="r">
              <a:defRPr sz="900" b="1">
                <a:solidFill>
                  <a:srgbClr val="FFFFFF"/>
                </a:solidFill>
              </a:defRPr>
            </a:lvl3pPr>
            <a:lvl4pPr algn="r">
              <a:defRPr sz="900" b="1">
                <a:solidFill>
                  <a:srgbClr val="FFFFFF"/>
                </a:solidFill>
              </a:defRPr>
            </a:lvl4pPr>
            <a:lvl5pPr algn="r">
              <a:defRPr sz="900" b="1">
                <a:solidFill>
                  <a:srgbClr val="FFFFFF"/>
                </a:solidFill>
              </a:defRPr>
            </a:lvl5pPr>
            <a:lvl6pPr algn="r">
              <a:defRPr sz="900" b="1">
                <a:solidFill>
                  <a:srgbClr val="FFFFFF"/>
                </a:solidFill>
              </a:defRPr>
            </a:lvl6pPr>
            <a:lvl7pPr algn="r">
              <a:defRPr sz="900" b="1">
                <a:solidFill>
                  <a:srgbClr val="FFFFFF"/>
                </a:solidFill>
              </a:defRPr>
            </a:lvl7pPr>
            <a:lvl8pPr algn="r">
              <a:defRPr sz="900" b="1">
                <a:solidFill>
                  <a:srgbClr val="FFFFFF"/>
                </a:solidFill>
              </a:defRPr>
            </a:lvl8pPr>
            <a:lvl9pPr algn="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8476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2D2A2-F48A-435B-82F0-44B70C6EA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5ac539639442d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7365D-9CD7-45E4-B85D-FE419C97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7F6E"/>
                </a:solidFill>
              </a:defRPr>
            </a:defPPr>
            <a:lvl1pPr>
              <a:defRPr sz="975" b="1">
                <a:solidFill>
                  <a:srgbClr val="0A7F6E"/>
                </a:solidFill>
              </a:defRPr>
            </a:lvl1pPr>
            <a:lvl2pPr>
              <a:defRPr sz="975" b="1">
                <a:solidFill>
                  <a:srgbClr val="0A7F6E"/>
                </a:solidFill>
              </a:defRPr>
            </a:lvl2pPr>
            <a:lvl3pPr>
              <a:defRPr sz="975" b="1">
                <a:solidFill>
                  <a:srgbClr val="0A7F6E"/>
                </a:solidFill>
              </a:defRPr>
            </a:lvl3pPr>
            <a:lvl4pPr>
              <a:defRPr sz="975" b="1">
                <a:solidFill>
                  <a:srgbClr val="0A7F6E"/>
                </a:solidFill>
              </a:defRPr>
            </a:lvl4pPr>
            <a:lvl5pPr>
              <a:defRPr sz="975" b="1">
                <a:solidFill>
                  <a:srgbClr val="0A7F6E"/>
                </a:solidFill>
              </a:defRPr>
            </a:lvl5pPr>
            <a:lvl6pPr>
              <a:defRPr sz="975" b="1">
                <a:solidFill>
                  <a:srgbClr val="0A7F6E"/>
                </a:solidFill>
              </a:defRPr>
            </a:lvl6pPr>
            <a:lvl7pPr>
              <a:defRPr sz="975" b="1">
                <a:solidFill>
                  <a:srgbClr val="0A7F6E"/>
                </a:solidFill>
              </a:defRPr>
            </a:lvl7pPr>
            <a:lvl8pPr>
              <a:defRPr sz="975" b="1">
                <a:solidFill>
                  <a:srgbClr val="0A7F6E"/>
                </a:solidFill>
              </a:defRPr>
            </a:lvl8pPr>
            <a:lvl9pPr>
              <a:defRPr sz="97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7F6E"/>
                </a:solidFill>
              </a:defRPr>
            </a:pPr>
            <a:r>
              <a:rPr sz="975" b="1">
                <a:solidFill>
                  <a:srgbClr val="0A7F6E"/>
                </a:solidFill>
              </a:rPr>
              <a:t>КОМАНДА / QETTYQ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38C61-5602-4A8E-9265-6BF45888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0F1113"/>
                </a:solidFill>
              </a:defRPr>
            </a:defPPr>
            <a:lvl1pPr>
              <a:defRPr sz="3975" b="1">
                <a:solidFill>
                  <a:srgbClr val="0F1113"/>
                </a:solidFill>
              </a:defRPr>
            </a:lvl1pPr>
            <a:lvl2pPr>
              <a:defRPr sz="3975" b="1">
                <a:solidFill>
                  <a:srgbClr val="0F1113"/>
                </a:solidFill>
              </a:defRPr>
            </a:lvl2pPr>
            <a:lvl3pPr>
              <a:defRPr sz="3975" b="1">
                <a:solidFill>
                  <a:srgbClr val="0F1113"/>
                </a:solidFill>
              </a:defRPr>
            </a:lvl3pPr>
            <a:lvl4pPr>
              <a:defRPr sz="3975" b="1">
                <a:solidFill>
                  <a:srgbClr val="0F1113"/>
                </a:solidFill>
              </a:defRPr>
            </a:lvl4pPr>
            <a:lvl5pPr>
              <a:defRPr sz="3975" b="1">
                <a:solidFill>
                  <a:srgbClr val="0F1113"/>
                </a:solidFill>
              </a:defRPr>
            </a:lvl5pPr>
            <a:lvl6pPr>
              <a:defRPr sz="3975" b="1">
                <a:solidFill>
                  <a:srgbClr val="0F1113"/>
                </a:solidFill>
              </a:defRPr>
            </a:lvl6pPr>
            <a:lvl7pPr>
              <a:defRPr sz="3975" b="1">
                <a:solidFill>
                  <a:srgbClr val="0F1113"/>
                </a:solidFill>
              </a:defRPr>
            </a:lvl7pPr>
            <a:lvl8pPr>
              <a:defRPr sz="3975" b="1">
                <a:solidFill>
                  <a:srgbClr val="0F1113"/>
                </a:solidFill>
              </a:defRPr>
            </a:lvl8pPr>
            <a:lvl9pPr>
              <a:defRPr sz="3975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0F1113"/>
                </a:solidFill>
              </a:defRPr>
            </a:pPr>
            <a:r>
              <a:rPr sz="3975" b="1">
                <a:solidFill>
                  <a:srgbClr val="0F1113"/>
                </a:solidFill>
              </a:rPr>
              <a:t>Сделаем свободное</a:t>
            </a:r>
          </a:p>
          <a:p xmlns:a="http://schemas.openxmlformats.org/drawingml/2006/main">
            <a:pPr>
              <a:defRPr sz="3975" b="1">
                <a:solidFill>
                  <a:srgbClr val="0F1113"/>
                </a:solidFill>
              </a:defRPr>
            </a:pPr>
            <a:r>
              <a:rPr sz="3975" b="1">
                <a:solidFill>
                  <a:srgbClr val="0F1113"/>
                </a:solidFill>
              </a:rPr>
              <a:t>время проще.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C7D7B-3CC7-4BF0-ACBE-7ADF0853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7F6E"/>
                </a:solidFill>
              </a:defRPr>
            </a:defPPr>
            <a:lvl1pPr>
              <a:defRPr sz="1725" b="1">
                <a:solidFill>
                  <a:srgbClr val="0A7F6E"/>
                </a:solidFill>
              </a:defRPr>
            </a:lvl1pPr>
            <a:lvl2pPr>
              <a:defRPr sz="1725" b="1">
                <a:solidFill>
                  <a:srgbClr val="0A7F6E"/>
                </a:solidFill>
              </a:defRPr>
            </a:lvl2pPr>
            <a:lvl3pPr>
              <a:defRPr sz="1725" b="1">
                <a:solidFill>
                  <a:srgbClr val="0A7F6E"/>
                </a:solidFill>
              </a:defRPr>
            </a:lvl3pPr>
            <a:lvl4pPr>
              <a:defRPr sz="1725" b="1">
                <a:solidFill>
                  <a:srgbClr val="0A7F6E"/>
                </a:solidFill>
              </a:defRPr>
            </a:lvl4pPr>
            <a:lvl5pPr>
              <a:defRPr sz="1725" b="1">
                <a:solidFill>
                  <a:srgbClr val="0A7F6E"/>
                </a:solidFill>
              </a:defRPr>
            </a:lvl5pPr>
            <a:lvl6pPr>
              <a:defRPr sz="1725" b="1">
                <a:solidFill>
                  <a:srgbClr val="0A7F6E"/>
                </a:solidFill>
              </a:defRPr>
            </a:lvl6pPr>
            <a:lvl7pPr>
              <a:defRPr sz="1725" b="1">
                <a:solidFill>
                  <a:srgbClr val="0A7F6E"/>
                </a:solidFill>
              </a:defRPr>
            </a:lvl7pPr>
            <a:lvl8pPr>
              <a:defRPr sz="1725" b="1">
                <a:solidFill>
                  <a:srgbClr val="0A7F6E"/>
                </a:solidFill>
              </a:defRPr>
            </a:lvl8pPr>
            <a:lvl9pPr>
              <a:defRPr sz="1725" b="1">
                <a:solidFill>
                  <a:srgbClr val="0A7F6E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7F6E"/>
                </a:solidFill>
              </a:defRPr>
            </a:pPr>
            <a:r>
              <a:rPr sz="1725" b="1">
                <a:solidFill>
                  <a:srgbClr val="0A7F6E"/>
                </a:solidFill>
              </a:rPr>
              <a:t>Tim Asproyanidi</a:t>
            </a:r>
          </a:p>
          <a:p xmlns:a="http://schemas.openxmlformats.org/drawingml/2006/main">
            <a:pPr>
              <a:defRPr sz="1725" b="1">
                <a:solidFill>
                  <a:srgbClr val="0A7F6E"/>
                </a:solidFill>
              </a:defRPr>
            </a:pPr>
            <a:r>
              <a:rPr sz="1725" b="1">
                <a:solidFill>
                  <a:srgbClr val="0A7F6E"/>
                </a:solidFill>
              </a:rPr>
              <a:t>Qaragandy · Boostseller.kz</a:t>
            </a:r>
          </a:p>
          <a:p xmlns:a="http://schemas.openxmlformats.org/drawingml/2006/main">
            <a:pPr>
              <a:defRPr sz="1725" b="1">
                <a:solidFill>
                  <a:srgbClr val="0A7F6E"/>
                </a:solidFill>
              </a:defRPr>
            </a:pPr>
            <a:r>
              <a:rPr sz="1725" b="1">
                <a:solidFill>
                  <a:srgbClr val="0A7F6E"/>
                </a:solidFill>
              </a:rPr>
              <a:t>+7 777 836 8576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09EE4-E45D-43CF-9CB9-28919489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44386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11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6BF13-08FE-4CFD-A466-D3A501A9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github.com/timyname/QETTYQ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89F77-3F3D-4A81-B868-6CEE7A53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A8D90"/>
                </a:solidFill>
              </a:defRPr>
            </a:defPPr>
            <a:lvl1pPr>
              <a:defRPr sz="750" b="1">
                <a:solidFill>
                  <a:srgbClr val="8A8D90"/>
                </a:solidFill>
              </a:defRPr>
            </a:lvl1pPr>
            <a:lvl2pPr>
              <a:defRPr sz="750" b="1">
                <a:solidFill>
                  <a:srgbClr val="8A8D90"/>
                </a:solidFill>
              </a:defRPr>
            </a:lvl2pPr>
            <a:lvl3pPr>
              <a:defRPr sz="750" b="1">
                <a:solidFill>
                  <a:srgbClr val="8A8D90"/>
                </a:solidFill>
              </a:defRPr>
            </a:lvl3pPr>
            <a:lvl4pPr>
              <a:defRPr sz="750" b="1">
                <a:solidFill>
                  <a:srgbClr val="8A8D90"/>
                </a:solidFill>
              </a:defRPr>
            </a:lvl4pPr>
            <a:lvl5pPr>
              <a:defRPr sz="750" b="1">
                <a:solidFill>
                  <a:srgbClr val="8A8D90"/>
                </a:solidFill>
              </a:defRPr>
            </a:lvl5pPr>
            <a:lvl6pPr>
              <a:defRPr sz="750" b="1">
                <a:solidFill>
                  <a:srgbClr val="8A8D90"/>
                </a:solidFill>
              </a:defRPr>
            </a:lvl6pPr>
            <a:lvl7pPr>
              <a:defRPr sz="750" b="1">
                <a:solidFill>
                  <a:srgbClr val="8A8D90"/>
                </a:solidFill>
              </a:defRPr>
            </a:lvl7pPr>
            <a:lvl8pPr>
              <a:defRPr sz="750" b="1">
                <a:solidFill>
                  <a:srgbClr val="8A8D90"/>
                </a:solidFill>
              </a:defRPr>
            </a:lvl8pPr>
            <a:lvl9pPr>
              <a:defRPr sz="750" b="1">
                <a:solidFill>
                  <a:srgbClr val="8A8D90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A8D90"/>
                </a:solidFill>
              </a:defRPr>
            </a:pPr>
            <a:r>
              <a:rPr sz="750" b="1">
                <a:solidFill>
                  <a:srgbClr val="8A8D90"/>
                </a:solidFill>
              </a:rPr>
              <a:t>QETTYQ APP · QARAGANDY / ASTANA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BF363-4EFE-46C4-BCEC-F1DE323D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0F1113"/>
                </a:solidFill>
              </a:defRPr>
            </a:defPPr>
            <a:lvl1pPr algn="r">
              <a:defRPr sz="900" b="1">
                <a:solidFill>
                  <a:srgbClr val="0F1113"/>
                </a:solidFill>
              </a:defRPr>
            </a:lvl1pPr>
            <a:lvl2pPr algn="r">
              <a:defRPr sz="900" b="1">
                <a:solidFill>
                  <a:srgbClr val="0F1113"/>
                </a:solidFill>
              </a:defRPr>
            </a:lvl2pPr>
            <a:lvl3pPr algn="r">
              <a:defRPr sz="900" b="1">
                <a:solidFill>
                  <a:srgbClr val="0F1113"/>
                </a:solidFill>
              </a:defRPr>
            </a:lvl3pPr>
            <a:lvl4pPr algn="r">
              <a:defRPr sz="900" b="1">
                <a:solidFill>
                  <a:srgbClr val="0F1113"/>
                </a:solidFill>
              </a:defRPr>
            </a:lvl4pPr>
            <a:lvl5pPr algn="r">
              <a:defRPr sz="900" b="1">
                <a:solidFill>
                  <a:srgbClr val="0F1113"/>
                </a:solidFill>
              </a:defRPr>
            </a:lvl5pPr>
            <a:lvl6pPr algn="r">
              <a:defRPr sz="900" b="1">
                <a:solidFill>
                  <a:srgbClr val="0F1113"/>
                </a:solidFill>
              </a:defRPr>
            </a:lvl6pPr>
            <a:lvl7pPr algn="r">
              <a:defRPr sz="900" b="1">
                <a:solidFill>
                  <a:srgbClr val="0F1113"/>
                </a:solidFill>
              </a:defRPr>
            </a:lvl7pPr>
            <a:lvl8pPr algn="r">
              <a:defRPr sz="900" b="1">
                <a:solidFill>
                  <a:srgbClr val="0F1113"/>
                </a:solidFill>
              </a:defRPr>
            </a:lvl8pPr>
            <a:lvl9pPr algn="r">
              <a:defRPr sz="900" b="1">
                <a:solidFill>
                  <a:srgbClr val="0F1113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0F1113"/>
                </a:solidFill>
              </a:defRPr>
            </a:pPr>
            <a:r>
              <a:rPr sz="900" b="1">
                <a:solidFill>
                  <a:srgbClr val="0F111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0629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2026-10-19T16:40:33.9390000Z</dcterms:created>
  <dcterms:modified xsi:type="dcterms:W3CDTF">2026-10-19T16:40:33.9390000Z</dcterms:modified>
</coreProperties>
</file>