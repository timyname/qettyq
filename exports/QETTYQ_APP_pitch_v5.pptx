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0b7c327c744240" /><Relationship Type="http://schemas.openxmlformats.org/officeDocument/2006/relationships/extended-properties" Target="/docProps/app.xml" Id="R3a962ef829a4440a" /><Relationship Type="http://schemas.openxmlformats.org/officeDocument/2006/relationships/officeDocument" Target="/ppt/presentation.xml" Id="R64df911596ae45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8bf2e0943e4c47"/>
  </p:sldMasterIdLst>
  <p:notesMasterIdLst>
    <p:notesMasterId xmlns:r="http://schemas.openxmlformats.org/officeDocument/2006/relationships" r:id="R38ad2322f7ba4049"/>
  </p:notesMasterIdLst>
  <p:sldIdLst>
    <p:sldId xmlns:r="http://schemas.openxmlformats.org/officeDocument/2006/relationships" id="256" r:id="R66c9cbd255ab491e"/>
    <p:sldId xmlns:r="http://schemas.openxmlformats.org/officeDocument/2006/relationships" id="257" r:id="Rf4a3350f13d941c3"/>
    <p:sldId xmlns:r="http://schemas.openxmlformats.org/officeDocument/2006/relationships" id="258" r:id="Rb0ae201978704081"/>
    <p:sldId xmlns:r="http://schemas.openxmlformats.org/officeDocument/2006/relationships" id="259" r:id="Rfff01e1b562e483a"/>
    <p:sldId xmlns:r="http://schemas.openxmlformats.org/officeDocument/2006/relationships" id="260" r:id="Rb7370c6709aa4d56"/>
    <p:sldId xmlns:r="http://schemas.openxmlformats.org/officeDocument/2006/relationships" id="261" r:id="Rd68b843206704029"/>
    <p:sldId xmlns:r="http://schemas.openxmlformats.org/officeDocument/2006/relationships" id="262" r:id="Rbe53f89ce6ad4c4c"/>
    <p:sldId xmlns:r="http://schemas.openxmlformats.org/officeDocument/2006/relationships" id="263" r:id="R1e418c98bd9c414c"/>
    <p:sldId xmlns:r="http://schemas.openxmlformats.org/officeDocument/2006/relationships" id="264" r:id="R59219634b26b43e9"/>
    <p:sldId xmlns:r="http://schemas.openxmlformats.org/officeDocument/2006/relationships" id="265" r:id="R14e86066f7ae41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11c16da9d24416" /><Relationship Type="http://schemas.openxmlformats.org/officeDocument/2006/relationships/slideMaster" Target="/ppt/slideMasters/slideMaster1.xml" Id="R888bf2e0943e4c47" /><Relationship Type="http://schemas.openxmlformats.org/officeDocument/2006/relationships/notesMaster" Target="/ppt/notesMasters/notesMaster1.xml" Id="R38ad2322f7ba4049" /><Relationship Type="http://schemas.openxmlformats.org/officeDocument/2006/relationships/presProps" Target="/ppt/presProps.xml" Id="Rda220588f6314ea9" /><Relationship Type="http://schemas.openxmlformats.org/officeDocument/2006/relationships/tableStyles" Target="/ppt/tableStyles.xml" Id="R3ce22f308fbf4fb8" /><Relationship Type="http://schemas.openxmlformats.org/officeDocument/2006/relationships/slide" Target="/ppt/slides/slide1.xml" Id="R66c9cbd255ab491e" /><Relationship Type="http://schemas.openxmlformats.org/officeDocument/2006/relationships/slide" Target="/ppt/slides/slide2.xml" Id="Rf4a3350f13d941c3" /><Relationship Type="http://schemas.openxmlformats.org/officeDocument/2006/relationships/slide" Target="/ppt/slides/slide3.xml" Id="Rb0ae201978704081" /><Relationship Type="http://schemas.openxmlformats.org/officeDocument/2006/relationships/slide" Target="/ppt/slides/slide4.xml" Id="Rfff01e1b562e483a" /><Relationship Type="http://schemas.openxmlformats.org/officeDocument/2006/relationships/slide" Target="/ppt/slides/slide5.xml" Id="Rb7370c6709aa4d56" /><Relationship Type="http://schemas.openxmlformats.org/officeDocument/2006/relationships/slide" Target="/ppt/slides/slide6.xml" Id="Rd68b843206704029" /><Relationship Type="http://schemas.openxmlformats.org/officeDocument/2006/relationships/slide" Target="/ppt/slides/slide7.xml" Id="Rbe53f89ce6ad4c4c" /><Relationship Type="http://schemas.openxmlformats.org/officeDocument/2006/relationships/slide" Target="/ppt/slides/slide8.xml" Id="R1e418c98bd9c414c" /><Relationship Type="http://schemas.openxmlformats.org/officeDocument/2006/relationships/slide" Target="/ppt/slides/slide9.xml" Id="R59219634b26b43e9" /><Relationship Type="http://schemas.openxmlformats.org/officeDocument/2006/relationships/slide" Target="/ppt/slides/slide10.xml" Id="R14e86066f7ae41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d5feae6b5e48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8823b95e554b2d" /><Relationship Type="http://schemas.openxmlformats.org/officeDocument/2006/relationships/notesMaster" Target="/ppt/notesMasters/notesMaster1.xml" Id="R840bcaf2677849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95204da88f4821" /><Relationship Type="http://schemas.openxmlformats.org/officeDocument/2006/relationships/notesMaster" Target="/ppt/notesMasters/notesMaster1.xml" Id="Rb2d15bf7bac84a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3cd0fdd2a84cd9" /><Relationship Type="http://schemas.openxmlformats.org/officeDocument/2006/relationships/notesMaster" Target="/ppt/notesMasters/notesMaster1.xml" Id="Reb3f3c6263764b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9f6f42b2714c78" /><Relationship Type="http://schemas.openxmlformats.org/officeDocument/2006/relationships/notesMaster" Target="/ppt/notesMasters/notesMaster1.xml" Id="Ra0abb02f60ee46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f2ec87a4934007" /><Relationship Type="http://schemas.openxmlformats.org/officeDocument/2006/relationships/notesMaster" Target="/ppt/notesMasters/notesMaster1.xml" Id="R7eaf5013b1944d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80dfad0a9d4976" /><Relationship Type="http://schemas.openxmlformats.org/officeDocument/2006/relationships/notesMaster" Target="/ppt/notesMasters/notesMaster1.xml" Id="Rc024f54854a240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3451484e704e68" /><Relationship Type="http://schemas.openxmlformats.org/officeDocument/2006/relationships/notesMaster" Target="/ppt/notesMasters/notesMaster1.xml" Id="R3c2029b4a93c4b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ea2c498ab4426b" /><Relationship Type="http://schemas.openxmlformats.org/officeDocument/2006/relationships/notesMaster" Target="/ppt/notesMasters/notesMaster1.xml" Id="R23855d53df5847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972d7e0ba247a7" /><Relationship Type="http://schemas.openxmlformats.org/officeDocument/2006/relationships/notesMaster" Target="/ppt/notesMasters/notesMaster1.xml" Id="R3fdbae88694448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650e2b68d048e5" /><Relationship Type="http://schemas.openxmlformats.org/officeDocument/2006/relationships/notesMaster" Target="/ppt/notesMasters/notesMaster1.xml" Id="R538acdfba86649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ddc74321d644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38cdfb8c5d44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f92a86e4d547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920bc84ffc40a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7b0bad6d2245a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f09ca7345541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123820-917C-4F32-8B02-FE915B58B4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A45898E-EBEE-4EF7-85C3-47CC4919172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29E7861-0D96-402F-BE11-02019D1353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0BCFB4-DC79-4593-B722-A433BBCB5F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534E711-2F03-47D7-94EC-D2180E8BEA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6AC89D4-07AE-4023-9427-BA2D42A132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0BFF6D-4D34-405D-911D-BD69A7C4F0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C2B9B1C-BF53-4C7C-85A6-21A65C64CD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0CB63F-E49F-4B3B-A3D8-3981CB8CF5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79E071-4FD2-44E8-8DFA-DA990CCB49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a43d71478f4bf8" /><Relationship Type="http://schemas.openxmlformats.org/officeDocument/2006/relationships/slideLayout" Target="/ppt/slideLayouts/slideLayout1.xml" Id="Rfce2c819070b4306" /><Relationship Type="http://schemas.openxmlformats.org/officeDocument/2006/relationships/slideLayout" Target="/ppt/slideLayouts/slideLayout2.xml" Id="R2dd4abc5a4594e11" /><Relationship Type="http://schemas.openxmlformats.org/officeDocument/2006/relationships/slideLayout" Target="/ppt/slideLayouts/slideLayout3.xml" Id="R29f506c37ac34011" /><Relationship Type="http://schemas.openxmlformats.org/officeDocument/2006/relationships/slideLayout" Target="/ppt/slideLayouts/slideLayout4.xml" Id="R2a5e659a2d2f43c1" /><Relationship Type="http://schemas.openxmlformats.org/officeDocument/2006/relationships/slideLayout" Target="/ppt/slideLayouts/slideLayout5.xml" Id="Rbe36a5de55ce4308" /><Relationship Type="http://schemas.openxmlformats.org/officeDocument/2006/relationships/slideLayout" Target="/ppt/slideLayouts/slideLayout6.xml" Id="Re60033c7d52d4d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e2c819070b4306"/>
    <p:sldLayoutId xmlns:r="http://schemas.openxmlformats.org/officeDocument/2006/relationships" id="2147483650" r:id="R2dd4abc5a4594e11"/>
    <p:sldLayoutId xmlns:r="http://schemas.openxmlformats.org/officeDocument/2006/relationships" id="2147483651" r:id="R29f506c37ac34011"/>
    <p:sldLayoutId xmlns:r="http://schemas.openxmlformats.org/officeDocument/2006/relationships" id="2147483652" r:id="R2a5e659a2d2f43c1"/>
    <p:sldLayoutId xmlns:r="http://schemas.openxmlformats.org/officeDocument/2006/relationships" id="2147483653" r:id="Rbe36a5de55ce4308"/>
    <p:sldLayoutId xmlns:r="http://schemas.openxmlformats.org/officeDocument/2006/relationships" id="2147483654" r:id="Re60033c7d52d4d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2905887fb14bcd" /><Relationship Type="http://schemas.openxmlformats.org/officeDocument/2006/relationships/image" Target="/ppt/media/image.png" Id="Ra264673b949b43f4" /><Relationship Type="http://schemas.openxmlformats.org/officeDocument/2006/relationships/notesSlide" Target="/ppt/notesSlides/notesSlide1.xml" Id="Re04ceba7b88c4e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989b1290324806" /><Relationship Type="http://schemas.openxmlformats.org/officeDocument/2006/relationships/notesSlide" Target="/ppt/notesSlides/notesSlide2.xml" Id="Rbf93e02898884b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bcf75b270c49ba" /><Relationship Type="http://schemas.openxmlformats.org/officeDocument/2006/relationships/image" Target="/ppt/media/image2.png" Id="R0dad1ba2e8ce424b" /><Relationship Type="http://schemas.openxmlformats.org/officeDocument/2006/relationships/notesSlide" Target="/ppt/notesSlides/notesSlide3.xml" Id="R29b1eecb669149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635fb6387744bb" /><Relationship Type="http://schemas.openxmlformats.org/officeDocument/2006/relationships/image" Target="/ppt/media/image3.png" Id="R14a67eb8410e4ddf" /><Relationship Type="http://schemas.openxmlformats.org/officeDocument/2006/relationships/notesSlide" Target="/ppt/notesSlides/notesSlide4.xml" Id="R60a1e1e1443249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d9bc013764424b" /><Relationship Type="http://schemas.openxmlformats.org/officeDocument/2006/relationships/notesSlide" Target="/ppt/notesSlides/notesSlide5.xml" Id="R770ed496b2934f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296e0b03c04768" /><Relationship Type="http://schemas.openxmlformats.org/officeDocument/2006/relationships/image" Target="/ppt/media/image4.png" Id="Rf946596d998d4df6" /><Relationship Type="http://schemas.openxmlformats.org/officeDocument/2006/relationships/notesSlide" Target="/ppt/notesSlides/notesSlide6.xml" Id="R8da948d3087649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605150ba654475" /><Relationship Type="http://schemas.openxmlformats.org/officeDocument/2006/relationships/image" Target="/ppt/media/image5.png" Id="Rdc684ef2cf4a4393" /><Relationship Type="http://schemas.openxmlformats.org/officeDocument/2006/relationships/notesSlide" Target="/ppt/notesSlides/notesSlide7.xml" Id="Rd6e7fad8fd094a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ecd2f86d374cd6" /><Relationship Type="http://schemas.openxmlformats.org/officeDocument/2006/relationships/notesSlide" Target="/ppt/notesSlides/notesSlide8.xml" Id="Ra0ebc44284ee4d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99b6f909d746d6" /><Relationship Type="http://schemas.openxmlformats.org/officeDocument/2006/relationships/notesSlide" Target="/ppt/notesSlides/notesSlide9.xml" Id="R49f11fbaedbc4a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8e21bdbaa04adb" /><Relationship Type="http://schemas.openxmlformats.org/officeDocument/2006/relationships/image" Target="/ppt/media/image6.png" Id="Rea9dbaafc29c4ca1" /><Relationship Type="http://schemas.openxmlformats.org/officeDocument/2006/relationships/notesSlide" Target="/ppt/notesSlides/notesSlide10.xml" Id="Rdd824789842344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71C6D-3830-4A8C-99AA-C633F0306A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4673b949b43f4"/>
          <a:srcRect xmlns:a="http://schemas.openxmlformats.org/drawingml/2006/main" l="23423" t="0" r="234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0"/>
            <a:ext cx="6477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35449-78EB-4415-B651-9B1AE3E8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14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00ABE-33AC-4F94-8DB1-4C346FFF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E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C1E17-6642-4FE5-8B2A-876EF722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096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FFFFFF"/>
                </a:solidFill>
              </a:defRPr>
            </a:defPPr>
            <a:lvl1pPr>
              <a:defRPr sz="825" b="1">
                <a:solidFill>
                  <a:srgbClr val="FFFFFF"/>
                </a:solidFill>
              </a:defRPr>
            </a:lvl1pPr>
            <a:lvl2pPr>
              <a:defRPr sz="825" b="1">
                <a:solidFill>
                  <a:srgbClr val="FFFFFF"/>
                </a:solidFill>
              </a:defRPr>
            </a:lvl2pPr>
            <a:lvl3pPr>
              <a:defRPr sz="825" b="1">
                <a:solidFill>
                  <a:srgbClr val="FFFFFF"/>
                </a:solidFill>
              </a:defRPr>
            </a:lvl3pPr>
            <a:lvl4pPr>
              <a:defRPr sz="825" b="1">
                <a:solidFill>
                  <a:srgbClr val="FFFFFF"/>
                </a:solidFill>
              </a:defRPr>
            </a:lvl4pPr>
            <a:lvl5pPr>
              <a:defRPr sz="825" b="1">
                <a:solidFill>
                  <a:srgbClr val="FFFFFF"/>
                </a:solidFill>
              </a:defRPr>
            </a:lvl5pPr>
            <a:lvl6pPr>
              <a:defRPr sz="825" b="1">
                <a:solidFill>
                  <a:srgbClr val="FFFFFF"/>
                </a:solidFill>
              </a:defRPr>
            </a:lvl6pPr>
            <a:lvl7pPr>
              <a:defRPr sz="825" b="1">
                <a:solidFill>
                  <a:srgbClr val="FFFFFF"/>
                </a:solidFill>
              </a:defRPr>
            </a:lvl7pPr>
            <a:lvl8pPr>
              <a:defRPr sz="825" b="1">
                <a:solidFill>
                  <a:srgbClr val="FFFFFF"/>
                </a:solidFill>
              </a:defRPr>
            </a:lvl8pPr>
            <a:lvl9pPr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SMART CITY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AE675-A2B1-4D94-B757-01EFF55A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101412"/>
                </a:solidFill>
              </a:defRPr>
            </a:defPPr>
            <a:lvl1pPr>
              <a:defRPr sz="4950" b="1">
                <a:solidFill>
                  <a:srgbClr val="101412"/>
                </a:solidFill>
              </a:defRPr>
            </a:lvl1pPr>
            <a:lvl2pPr>
              <a:defRPr sz="4950" b="1">
                <a:solidFill>
                  <a:srgbClr val="101412"/>
                </a:solidFill>
              </a:defRPr>
            </a:lvl2pPr>
            <a:lvl3pPr>
              <a:defRPr sz="4950" b="1">
                <a:solidFill>
                  <a:srgbClr val="101412"/>
                </a:solidFill>
              </a:defRPr>
            </a:lvl3pPr>
            <a:lvl4pPr>
              <a:defRPr sz="4950" b="1">
                <a:solidFill>
                  <a:srgbClr val="101412"/>
                </a:solidFill>
              </a:defRPr>
            </a:lvl4pPr>
            <a:lvl5pPr>
              <a:defRPr sz="4950" b="1">
                <a:solidFill>
                  <a:srgbClr val="101412"/>
                </a:solidFill>
              </a:defRPr>
            </a:lvl5pPr>
            <a:lvl6pPr>
              <a:defRPr sz="4950" b="1">
                <a:solidFill>
                  <a:srgbClr val="101412"/>
                </a:solidFill>
              </a:defRPr>
            </a:lvl6pPr>
            <a:lvl7pPr>
              <a:defRPr sz="4950" b="1">
                <a:solidFill>
                  <a:srgbClr val="101412"/>
                </a:solidFill>
              </a:defRPr>
            </a:lvl7pPr>
            <a:lvl8pPr>
              <a:defRPr sz="4950" b="1">
                <a:solidFill>
                  <a:srgbClr val="101412"/>
                </a:solidFill>
              </a:defRPr>
            </a:lvl8pPr>
            <a:lvl9pPr>
              <a:defRPr sz="495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101412"/>
                </a:solidFill>
              </a:defRPr>
            </a:pPr>
            <a:r>
              <a:rPr sz="4950" b="1">
                <a:solidFill>
                  <a:srgbClr val="101412"/>
                </a:solidFill>
              </a:rPr>
              <a:t>QETTYQ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B3802-18D3-4036-96AC-2671266F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810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087F6D"/>
                </a:solidFill>
              </a:defRPr>
            </a:defPPr>
            <a:lvl1pPr>
              <a:defRPr sz="3675" b="1">
                <a:solidFill>
                  <a:srgbClr val="087F6D"/>
                </a:solidFill>
              </a:defRPr>
            </a:lvl1pPr>
            <a:lvl2pPr>
              <a:defRPr sz="3675" b="1">
                <a:solidFill>
                  <a:srgbClr val="087F6D"/>
                </a:solidFill>
              </a:defRPr>
            </a:lvl2pPr>
            <a:lvl3pPr>
              <a:defRPr sz="3675" b="1">
                <a:solidFill>
                  <a:srgbClr val="087F6D"/>
                </a:solidFill>
              </a:defRPr>
            </a:lvl3pPr>
            <a:lvl4pPr>
              <a:defRPr sz="3675" b="1">
                <a:solidFill>
                  <a:srgbClr val="087F6D"/>
                </a:solidFill>
              </a:defRPr>
            </a:lvl4pPr>
            <a:lvl5pPr>
              <a:defRPr sz="3675" b="1">
                <a:solidFill>
                  <a:srgbClr val="087F6D"/>
                </a:solidFill>
              </a:defRPr>
            </a:lvl5pPr>
            <a:lvl6pPr>
              <a:defRPr sz="3675" b="1">
                <a:solidFill>
                  <a:srgbClr val="087F6D"/>
                </a:solidFill>
              </a:defRPr>
            </a:lvl6pPr>
            <a:lvl7pPr>
              <a:defRPr sz="3675" b="1">
                <a:solidFill>
                  <a:srgbClr val="087F6D"/>
                </a:solidFill>
              </a:defRPr>
            </a:lvl7pPr>
            <a:lvl8pPr>
              <a:defRPr sz="3675" b="1">
                <a:solidFill>
                  <a:srgbClr val="087F6D"/>
                </a:solidFill>
              </a:defRPr>
            </a:lvl8pPr>
            <a:lvl9pPr>
              <a:defRPr sz="3675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087F6D"/>
                </a:solidFill>
              </a:defRPr>
            </a:pPr>
            <a:r>
              <a:rPr sz="3675" b="1">
                <a:solidFill>
                  <a:srgbClr val="087F6D"/>
                </a:solidFill>
              </a:rPr>
              <a:t>Персональные варианты</a:t>
            </a:r>
          </a:p>
          <a:p xmlns:a="http://schemas.openxmlformats.org/drawingml/2006/main">
            <a:pPr>
              <a:defRPr sz="3675" b="1">
                <a:solidFill>
                  <a:srgbClr val="087F6D"/>
                </a:solidFill>
              </a:defRPr>
            </a:pPr>
            <a:r>
              <a:rPr sz="3675" b="1">
                <a:solidFill>
                  <a:srgbClr val="087F6D"/>
                </a:solidFill>
              </a:rPr>
              <a:t>досуга в Астане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B05F2-2ABD-492E-A8B5-8ADD3BE9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1412"/>
                </a:solidFill>
              </a:defRPr>
            </a:defPPr>
            <a:lvl1pPr>
              <a:defRPr sz="1425" b="1">
                <a:solidFill>
                  <a:srgbClr val="101412"/>
                </a:solidFill>
              </a:defRPr>
            </a:lvl1pPr>
            <a:lvl2pPr>
              <a:defRPr sz="1425" b="1">
                <a:solidFill>
                  <a:srgbClr val="101412"/>
                </a:solidFill>
              </a:defRPr>
            </a:lvl2pPr>
            <a:lvl3pPr>
              <a:defRPr sz="1425" b="1">
                <a:solidFill>
                  <a:srgbClr val="101412"/>
                </a:solidFill>
              </a:defRPr>
            </a:lvl3pPr>
            <a:lvl4pPr>
              <a:defRPr sz="1425" b="1">
                <a:solidFill>
                  <a:srgbClr val="101412"/>
                </a:solidFill>
              </a:defRPr>
            </a:lvl4pPr>
            <a:lvl5pPr>
              <a:defRPr sz="1425" b="1">
                <a:solidFill>
                  <a:srgbClr val="101412"/>
                </a:solidFill>
              </a:defRPr>
            </a:lvl5pPr>
            <a:lvl6pPr>
              <a:defRPr sz="1425" b="1">
                <a:solidFill>
                  <a:srgbClr val="101412"/>
                </a:solidFill>
              </a:defRPr>
            </a:lvl6pPr>
            <a:lvl7pPr>
              <a:defRPr sz="1425" b="1">
                <a:solidFill>
                  <a:srgbClr val="101412"/>
                </a:solidFill>
              </a:defRPr>
            </a:lvl7pPr>
            <a:lvl8pPr>
              <a:defRPr sz="1425" b="1">
                <a:solidFill>
                  <a:srgbClr val="101412"/>
                </a:solidFill>
              </a:defRPr>
            </a:lvl8pPr>
            <a:lvl9pPr>
              <a:defRPr sz="142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01412"/>
                </a:solidFill>
              </a:defRPr>
            </a:pPr>
            <a:r>
              <a:rPr sz="1425" b="1">
                <a:solidFill>
                  <a:srgbClr val="101412"/>
                </a:solidFill>
              </a:rPr>
              <a:t>Первый контакт сохраняет предпочтения пользователя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A18BA-1340-4B00-B467-50EA88ED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8716D"/>
                </a:solidFill>
              </a:defRPr>
            </a:defPPr>
            <a:lvl1pPr>
              <a:defRPr sz="1200" b="0">
                <a:solidFill>
                  <a:srgbClr val="68716D"/>
                </a:solidFill>
              </a:defRPr>
            </a:lvl1pPr>
            <a:lvl2pPr>
              <a:defRPr sz="1200" b="0">
                <a:solidFill>
                  <a:srgbClr val="68716D"/>
                </a:solidFill>
              </a:defRPr>
            </a:lvl2pPr>
            <a:lvl3pPr>
              <a:defRPr sz="1200" b="0">
                <a:solidFill>
                  <a:srgbClr val="68716D"/>
                </a:solidFill>
              </a:defRPr>
            </a:lvl3pPr>
            <a:lvl4pPr>
              <a:defRPr sz="1200" b="0">
                <a:solidFill>
                  <a:srgbClr val="68716D"/>
                </a:solidFill>
              </a:defRPr>
            </a:lvl4pPr>
            <a:lvl5pPr>
              <a:defRPr sz="1200" b="0">
                <a:solidFill>
                  <a:srgbClr val="68716D"/>
                </a:solidFill>
              </a:defRPr>
            </a:lvl5pPr>
            <a:lvl6pPr>
              <a:defRPr sz="1200" b="0">
                <a:solidFill>
                  <a:srgbClr val="68716D"/>
                </a:solidFill>
              </a:defRPr>
            </a:lvl6pPr>
            <a:lvl7pPr>
              <a:defRPr sz="1200" b="0">
                <a:solidFill>
                  <a:srgbClr val="68716D"/>
                </a:solidFill>
              </a:defRPr>
            </a:lvl7pPr>
            <a:lvl8pPr>
              <a:defRPr sz="1200" b="0">
                <a:solidFill>
                  <a:srgbClr val="68716D"/>
                </a:solidFill>
              </a:defRPr>
            </a:lvl8pPr>
            <a:lvl9pPr>
              <a:defRPr sz="1200" b="0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8716D"/>
                </a:solidFill>
              </a:defRPr>
            </a:pPr>
            <a:r>
              <a:rPr sz="1200" b="0">
                <a:solidFill>
                  <a:srgbClr val="68716D"/>
                </a:solidFill>
              </a:rPr>
              <a:t>Балет или армрестлинг, бачата или барабаны. QETTYQ показывает события, которые подходят конкретному человеку.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B0355-5815-48BA-8A98-FC8E5633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87F6D"/>
                </a:solidFill>
              </a:defRPr>
            </a:defPPr>
            <a:lvl1pPr>
              <a:defRPr sz="900" b="1">
                <a:solidFill>
                  <a:srgbClr val="087F6D"/>
                </a:solidFill>
              </a:defRPr>
            </a:lvl1pPr>
            <a:lvl2pPr>
              <a:defRPr sz="900" b="1">
                <a:solidFill>
                  <a:srgbClr val="087F6D"/>
                </a:solidFill>
              </a:defRPr>
            </a:lvl2pPr>
            <a:lvl3pPr>
              <a:defRPr sz="900" b="1">
                <a:solidFill>
                  <a:srgbClr val="087F6D"/>
                </a:solidFill>
              </a:defRPr>
            </a:lvl3pPr>
            <a:lvl4pPr>
              <a:defRPr sz="900" b="1">
                <a:solidFill>
                  <a:srgbClr val="087F6D"/>
                </a:solidFill>
              </a:defRPr>
            </a:lvl4pPr>
            <a:lvl5pPr>
              <a:defRPr sz="900" b="1">
                <a:solidFill>
                  <a:srgbClr val="087F6D"/>
                </a:solidFill>
              </a:defRPr>
            </a:lvl5pPr>
            <a:lvl6pPr>
              <a:defRPr sz="900" b="1">
                <a:solidFill>
                  <a:srgbClr val="087F6D"/>
                </a:solidFill>
              </a:defRPr>
            </a:lvl6pPr>
            <a:lvl7pPr>
              <a:defRPr sz="900" b="1">
                <a:solidFill>
                  <a:srgbClr val="087F6D"/>
                </a:solidFill>
              </a:defRPr>
            </a:lvl7pPr>
            <a:lvl8pPr>
              <a:defRPr sz="900" b="1">
                <a:solidFill>
                  <a:srgbClr val="087F6D"/>
                </a:solidFill>
              </a:defRPr>
            </a:lvl8pPr>
            <a:lvl9pPr>
              <a:defRPr sz="90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87F6D"/>
                </a:solidFill>
              </a:defRPr>
            </a:pPr>
            <a:r>
              <a:rPr sz="900" b="1">
                <a:solidFill>
                  <a:srgbClr val="087F6D"/>
                </a:solidFill>
              </a:rPr>
              <a:t>Пилот: Астана · 15 первых выборов · карта событий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A3213-A9C2-4F8D-BD85-53F9E8FF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7A837F"/>
                </a:solidFill>
              </a:defRPr>
            </a:defPPr>
            <a:lvl1pPr>
              <a:defRPr sz="675" b="1">
                <a:solidFill>
                  <a:srgbClr val="7A837F"/>
                </a:solidFill>
              </a:defRPr>
            </a:lvl1pPr>
            <a:lvl2pPr>
              <a:defRPr sz="675" b="1">
                <a:solidFill>
                  <a:srgbClr val="7A837F"/>
                </a:solidFill>
              </a:defRPr>
            </a:lvl2pPr>
            <a:lvl3pPr>
              <a:defRPr sz="675" b="1">
                <a:solidFill>
                  <a:srgbClr val="7A837F"/>
                </a:solidFill>
              </a:defRPr>
            </a:lvl3pPr>
            <a:lvl4pPr>
              <a:defRPr sz="675" b="1">
                <a:solidFill>
                  <a:srgbClr val="7A837F"/>
                </a:solidFill>
              </a:defRPr>
            </a:lvl4pPr>
            <a:lvl5pPr>
              <a:defRPr sz="675" b="1">
                <a:solidFill>
                  <a:srgbClr val="7A837F"/>
                </a:solidFill>
              </a:defRPr>
            </a:lvl5pPr>
            <a:lvl6pPr>
              <a:defRPr sz="675" b="1">
                <a:solidFill>
                  <a:srgbClr val="7A837F"/>
                </a:solidFill>
              </a:defRPr>
            </a:lvl6pPr>
            <a:lvl7pPr>
              <a:defRPr sz="675" b="1">
                <a:solidFill>
                  <a:srgbClr val="7A837F"/>
                </a:solidFill>
              </a:defRPr>
            </a:lvl7pPr>
            <a:lvl8pPr>
              <a:defRPr sz="675" b="1">
                <a:solidFill>
                  <a:srgbClr val="7A837F"/>
                </a:solidFill>
              </a:defRPr>
            </a:lvl8pPr>
            <a:lvl9pPr>
              <a:defRPr sz="675" b="1">
                <a:solidFill>
                  <a:srgbClr val="7A837F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7A837F"/>
                </a:solidFill>
              </a:defRPr>
            </a:pPr>
            <a:r>
              <a:rPr sz="675" b="1">
                <a:solidFill>
                  <a:srgbClr val="7A837F"/>
                </a:solidFill>
              </a:rPr>
              <a:t>QETTYQ · ASTANA PILOT · PRODUCT PROTOTYPE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7EC67-8B7A-4F3F-B704-22514653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101412"/>
                </a:solidFill>
              </a:defRPr>
            </a:defPPr>
            <a:lvl1pPr algn="r">
              <a:defRPr sz="825" b="1">
                <a:solidFill>
                  <a:srgbClr val="101412"/>
                </a:solidFill>
              </a:defRPr>
            </a:lvl1pPr>
            <a:lvl2pPr algn="r">
              <a:defRPr sz="825" b="1">
                <a:solidFill>
                  <a:srgbClr val="101412"/>
                </a:solidFill>
              </a:defRPr>
            </a:lvl2pPr>
            <a:lvl3pPr algn="r">
              <a:defRPr sz="825" b="1">
                <a:solidFill>
                  <a:srgbClr val="101412"/>
                </a:solidFill>
              </a:defRPr>
            </a:lvl3pPr>
            <a:lvl4pPr algn="r">
              <a:defRPr sz="825" b="1">
                <a:solidFill>
                  <a:srgbClr val="101412"/>
                </a:solidFill>
              </a:defRPr>
            </a:lvl4pPr>
            <a:lvl5pPr algn="r">
              <a:defRPr sz="825" b="1">
                <a:solidFill>
                  <a:srgbClr val="101412"/>
                </a:solidFill>
              </a:defRPr>
            </a:lvl5pPr>
            <a:lvl6pPr algn="r">
              <a:defRPr sz="825" b="1">
                <a:solidFill>
                  <a:srgbClr val="101412"/>
                </a:solidFill>
              </a:defRPr>
            </a:lvl6pPr>
            <a:lvl7pPr algn="r">
              <a:defRPr sz="825" b="1">
                <a:solidFill>
                  <a:srgbClr val="101412"/>
                </a:solidFill>
              </a:defRPr>
            </a:lvl7pPr>
            <a:lvl8pPr algn="r">
              <a:defRPr sz="825" b="1">
                <a:solidFill>
                  <a:srgbClr val="101412"/>
                </a:solidFill>
              </a:defRPr>
            </a:lvl8pPr>
            <a:lvl9pPr algn="r">
              <a:defRPr sz="82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01412"/>
                </a:solidFill>
              </a:defRPr>
            </a:pPr>
            <a:r>
              <a:rPr sz="825" b="1">
                <a:solidFill>
                  <a:srgbClr val="10141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93848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2E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0495D1-9CC4-42C9-9E27-13954339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C9F46B"/>
                </a:solidFill>
              </a:defRPr>
            </a:defPPr>
            <a:lvl1pPr>
              <a:defRPr sz="900" b="1">
                <a:solidFill>
                  <a:srgbClr val="C9F46B"/>
                </a:solidFill>
              </a:defRPr>
            </a:lvl1pPr>
            <a:lvl2pPr>
              <a:defRPr sz="900" b="1">
                <a:solidFill>
                  <a:srgbClr val="C9F46B"/>
                </a:solidFill>
              </a:defRPr>
            </a:lvl2pPr>
            <a:lvl3pPr>
              <a:defRPr sz="900" b="1">
                <a:solidFill>
                  <a:srgbClr val="C9F46B"/>
                </a:solidFill>
              </a:defRPr>
            </a:lvl3pPr>
            <a:lvl4pPr>
              <a:defRPr sz="900" b="1">
                <a:solidFill>
                  <a:srgbClr val="C9F46B"/>
                </a:solidFill>
              </a:defRPr>
            </a:lvl4pPr>
            <a:lvl5pPr>
              <a:defRPr sz="900" b="1">
                <a:solidFill>
                  <a:srgbClr val="C9F46B"/>
                </a:solidFill>
              </a:defRPr>
            </a:lvl5pPr>
            <a:lvl6pPr>
              <a:defRPr sz="900" b="1">
                <a:solidFill>
                  <a:srgbClr val="C9F46B"/>
                </a:solidFill>
              </a:defRPr>
            </a:lvl6pPr>
            <a:lvl7pPr>
              <a:defRPr sz="900" b="1">
                <a:solidFill>
                  <a:srgbClr val="C9F46B"/>
                </a:solidFill>
              </a:defRPr>
            </a:lvl7pPr>
            <a:lvl8pPr>
              <a:defRPr sz="900" b="1">
                <a:solidFill>
                  <a:srgbClr val="C9F46B"/>
                </a:solidFill>
              </a:defRPr>
            </a:lvl8pPr>
            <a:lvl9pPr>
              <a:defRPr sz="900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C9F46B"/>
                </a:solidFill>
              </a:defRPr>
            </a:pPr>
            <a:r>
              <a:rPr sz="900" b="1">
                <a:solidFill>
                  <a:srgbClr val="C9F46B"/>
                </a:solidFill>
              </a:rPr>
              <a:t>ФОКУС ПРОТОТИПА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24F38-3355-491E-8652-55B4CC26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</a:defRPr>
            </a:defPPr>
            <a:lvl1pPr>
              <a:defRPr sz="3600" b="1">
                <a:solidFill>
                  <a:srgbClr val="FFFFFF"/>
                </a:solidFill>
              </a:defRPr>
            </a:lvl1pPr>
            <a:lvl2pPr>
              <a:defRPr sz="3600" b="1">
                <a:solidFill>
                  <a:srgbClr val="FFFFFF"/>
                </a:solidFill>
              </a:defRPr>
            </a:lvl2pPr>
            <a:lvl3pPr>
              <a:defRPr sz="3600" b="1">
                <a:solidFill>
                  <a:srgbClr val="FFFFFF"/>
                </a:solidFill>
              </a:defRPr>
            </a:lvl3pPr>
            <a:lvl4pPr>
              <a:defRPr sz="3600" b="1">
                <a:solidFill>
                  <a:srgbClr val="FFFFFF"/>
                </a:solidFill>
              </a:defRPr>
            </a:lvl4pPr>
            <a:lvl5pPr>
              <a:defRPr sz="3600" b="1">
                <a:solidFill>
                  <a:srgbClr val="FFFFFF"/>
                </a:solidFill>
              </a:defRPr>
            </a:lvl5pPr>
            <a:lvl6pPr>
              <a:defRPr sz="3600" b="1">
                <a:solidFill>
                  <a:srgbClr val="FFFFFF"/>
                </a:solidFill>
              </a:defRPr>
            </a:lvl6pPr>
            <a:lvl7pPr>
              <a:defRPr sz="3600" b="1">
                <a:solidFill>
                  <a:srgbClr val="FFFFFF"/>
                </a:solidFill>
              </a:defRPr>
            </a:lvl7pPr>
            <a:lvl8pPr>
              <a:defRPr sz="3600" b="1">
                <a:solidFill>
                  <a:srgbClr val="FFFFFF"/>
                </a:solidFill>
              </a:defRPr>
            </a:lvl8pPr>
            <a:lvl9pPr>
              <a:defRPr sz="3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Два способа выбрать событие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1521E-8BF5-4CAF-B1C8-7A9466CE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504825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53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0B48D-D304-476F-B268-30EB7172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9F46B"/>
                </a:solidFill>
              </a:defRPr>
            </a:defPPr>
            <a:lvl1pPr>
              <a:defRPr sz="2250" b="1">
                <a:solidFill>
                  <a:srgbClr val="C9F46B"/>
                </a:solidFill>
              </a:defRPr>
            </a:lvl1pPr>
            <a:lvl2pPr>
              <a:defRPr sz="2250" b="1">
                <a:solidFill>
                  <a:srgbClr val="C9F46B"/>
                </a:solidFill>
              </a:defRPr>
            </a:lvl2pPr>
            <a:lvl3pPr>
              <a:defRPr sz="2250" b="1">
                <a:solidFill>
                  <a:srgbClr val="C9F46B"/>
                </a:solidFill>
              </a:defRPr>
            </a:lvl3pPr>
            <a:lvl4pPr>
              <a:defRPr sz="2250" b="1">
                <a:solidFill>
                  <a:srgbClr val="C9F46B"/>
                </a:solidFill>
              </a:defRPr>
            </a:lvl4pPr>
            <a:lvl5pPr>
              <a:defRPr sz="2250" b="1">
                <a:solidFill>
                  <a:srgbClr val="C9F46B"/>
                </a:solidFill>
              </a:defRPr>
            </a:lvl5pPr>
            <a:lvl6pPr>
              <a:defRPr sz="2250" b="1">
                <a:solidFill>
                  <a:srgbClr val="C9F46B"/>
                </a:solidFill>
              </a:defRPr>
            </a:lvl6pPr>
            <a:lvl7pPr>
              <a:defRPr sz="2250" b="1">
                <a:solidFill>
                  <a:srgbClr val="C9F46B"/>
                </a:solidFill>
              </a:defRPr>
            </a:lvl7pPr>
            <a:lvl8pPr>
              <a:defRPr sz="2250" b="1">
                <a:solidFill>
                  <a:srgbClr val="C9F46B"/>
                </a:solidFill>
              </a:defRPr>
            </a:lvl8pPr>
            <a:lvl9pPr>
              <a:defRPr sz="2250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C9F46B"/>
                </a:solidFill>
              </a:defRPr>
            </a:pPr>
            <a:r>
              <a:rPr sz="2250" b="1">
                <a:solidFill>
                  <a:srgbClr val="C9F46B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41AF4-D02D-4E12-842A-4C9CA979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528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FFFF"/>
                </a:solidFill>
              </a:defRPr>
            </a:defPPr>
            <a:lvl1pPr>
              <a:defRPr sz="2100" b="1">
                <a:solidFill>
                  <a:srgbClr val="FFFFFF"/>
                </a:solidFill>
              </a:defRPr>
            </a:lvl1pPr>
            <a:lvl2pPr>
              <a:defRPr sz="2100" b="1">
                <a:solidFill>
                  <a:srgbClr val="FFFFFF"/>
                </a:solidFill>
              </a:defRPr>
            </a:lvl2pPr>
            <a:lvl3pPr>
              <a:defRPr sz="2100" b="1">
                <a:solidFill>
                  <a:srgbClr val="FFFFFF"/>
                </a:solidFill>
              </a:defRPr>
            </a:lvl3pPr>
            <a:lvl4pPr>
              <a:defRPr sz="2100" b="1">
                <a:solidFill>
                  <a:srgbClr val="FFFFFF"/>
                </a:solidFill>
              </a:defRPr>
            </a:lvl4pPr>
            <a:lvl5pPr>
              <a:defRPr sz="2100" b="1">
                <a:solidFill>
                  <a:srgbClr val="FFFFFF"/>
                </a:solidFill>
              </a:defRPr>
            </a:lvl5pPr>
            <a:lvl6pPr>
              <a:defRPr sz="2100" b="1">
                <a:solidFill>
                  <a:srgbClr val="FFFFFF"/>
                </a:solidFill>
              </a:defRPr>
            </a:lvl6pPr>
            <a:lvl7pPr>
              <a:defRPr sz="2100" b="1">
                <a:solidFill>
                  <a:srgbClr val="FFFFFF"/>
                </a:solidFill>
              </a:defRPr>
            </a:lvl7pPr>
            <a:lvl8pPr>
              <a:defRPr sz="2100" b="1">
                <a:solidFill>
                  <a:srgbClr val="FFFFFF"/>
                </a:solidFill>
              </a:defRPr>
            </a:lvl8pPr>
            <a:lvl9pPr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QETTYQ подбирает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37DAA-6149-4BC1-9193-5F6367BF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6245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7D3CF"/>
                </a:solidFill>
              </a:defRPr>
            </a:defPPr>
            <a:lvl1pPr>
              <a:defRPr sz="1275" b="0">
                <a:solidFill>
                  <a:srgbClr val="C7D3CF"/>
                </a:solidFill>
              </a:defRPr>
            </a:lvl1pPr>
            <a:lvl2pPr>
              <a:defRPr sz="1275" b="0">
                <a:solidFill>
                  <a:srgbClr val="C7D3CF"/>
                </a:solidFill>
              </a:defRPr>
            </a:lvl2pPr>
            <a:lvl3pPr>
              <a:defRPr sz="1275" b="0">
                <a:solidFill>
                  <a:srgbClr val="C7D3CF"/>
                </a:solidFill>
              </a:defRPr>
            </a:lvl3pPr>
            <a:lvl4pPr>
              <a:defRPr sz="1275" b="0">
                <a:solidFill>
                  <a:srgbClr val="C7D3CF"/>
                </a:solidFill>
              </a:defRPr>
            </a:lvl4pPr>
            <a:lvl5pPr>
              <a:defRPr sz="1275" b="0">
                <a:solidFill>
                  <a:srgbClr val="C7D3CF"/>
                </a:solidFill>
              </a:defRPr>
            </a:lvl5pPr>
            <a:lvl6pPr>
              <a:defRPr sz="1275" b="0">
                <a:solidFill>
                  <a:srgbClr val="C7D3CF"/>
                </a:solidFill>
              </a:defRPr>
            </a:lvl6pPr>
            <a:lvl7pPr>
              <a:defRPr sz="1275" b="0">
                <a:solidFill>
                  <a:srgbClr val="C7D3CF"/>
                </a:solidFill>
              </a:defRPr>
            </a:lvl7pPr>
            <a:lvl8pPr>
              <a:defRPr sz="1275" b="0">
                <a:solidFill>
                  <a:srgbClr val="C7D3CF"/>
                </a:solidFill>
              </a:defRPr>
            </a:lvl8pPr>
            <a:lvl9pPr>
              <a:defRPr sz="1275" b="0">
                <a:solidFill>
                  <a:srgbClr val="C7D3CF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7D3CF"/>
                </a:solidFill>
              </a:defRPr>
            </a:pPr>
            <a:r>
              <a:rPr sz="1275" b="0">
                <a:solidFill>
                  <a:srgbClr val="C7D3CF"/>
                </a:solidFill>
              </a:rPr>
              <a:t>Сервис учитывает настроение, время, бюджет и историю выбора.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831B8-1F1E-484C-BB4C-87D0E37A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504825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7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F9BC8-8E25-4FFE-8C7A-B4D0D969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9F46B"/>
                </a:solidFill>
              </a:defRPr>
            </a:defPPr>
            <a:lvl1pPr>
              <a:defRPr sz="2250" b="1">
                <a:solidFill>
                  <a:srgbClr val="C9F46B"/>
                </a:solidFill>
              </a:defRPr>
            </a:lvl1pPr>
            <a:lvl2pPr>
              <a:defRPr sz="2250" b="1">
                <a:solidFill>
                  <a:srgbClr val="C9F46B"/>
                </a:solidFill>
              </a:defRPr>
            </a:lvl2pPr>
            <a:lvl3pPr>
              <a:defRPr sz="2250" b="1">
                <a:solidFill>
                  <a:srgbClr val="C9F46B"/>
                </a:solidFill>
              </a:defRPr>
            </a:lvl3pPr>
            <a:lvl4pPr>
              <a:defRPr sz="2250" b="1">
                <a:solidFill>
                  <a:srgbClr val="C9F46B"/>
                </a:solidFill>
              </a:defRPr>
            </a:lvl4pPr>
            <a:lvl5pPr>
              <a:defRPr sz="2250" b="1">
                <a:solidFill>
                  <a:srgbClr val="C9F46B"/>
                </a:solidFill>
              </a:defRPr>
            </a:lvl5pPr>
            <a:lvl6pPr>
              <a:defRPr sz="2250" b="1">
                <a:solidFill>
                  <a:srgbClr val="C9F46B"/>
                </a:solidFill>
              </a:defRPr>
            </a:lvl6pPr>
            <a:lvl7pPr>
              <a:defRPr sz="2250" b="1">
                <a:solidFill>
                  <a:srgbClr val="C9F46B"/>
                </a:solidFill>
              </a:defRPr>
            </a:lvl7pPr>
            <a:lvl8pPr>
              <a:defRPr sz="2250" b="1">
                <a:solidFill>
                  <a:srgbClr val="C9F46B"/>
                </a:solidFill>
              </a:defRPr>
            </a:lvl8pPr>
            <a:lvl9pPr>
              <a:defRPr sz="2250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C9F46B"/>
                </a:solidFill>
              </a:defRPr>
            </a:pPr>
            <a:r>
              <a:rPr sz="2250" b="1">
                <a:solidFill>
                  <a:srgbClr val="C9F46B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07E08-01C9-49BA-B628-6981FA22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528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FFFF"/>
                </a:solidFill>
              </a:defRPr>
            </a:defPPr>
            <a:lvl1pPr>
              <a:defRPr sz="2100" b="1">
                <a:solidFill>
                  <a:srgbClr val="FFFFFF"/>
                </a:solidFill>
              </a:defRPr>
            </a:lvl1pPr>
            <a:lvl2pPr>
              <a:defRPr sz="2100" b="1">
                <a:solidFill>
                  <a:srgbClr val="FFFFFF"/>
                </a:solidFill>
              </a:defRPr>
            </a:lvl2pPr>
            <a:lvl3pPr>
              <a:defRPr sz="2100" b="1">
                <a:solidFill>
                  <a:srgbClr val="FFFFFF"/>
                </a:solidFill>
              </a:defRPr>
            </a:lvl3pPr>
            <a:lvl4pPr>
              <a:defRPr sz="2100" b="1">
                <a:solidFill>
                  <a:srgbClr val="FFFFFF"/>
                </a:solidFill>
              </a:defRPr>
            </a:lvl4pPr>
            <a:lvl5pPr>
              <a:defRPr sz="2100" b="1">
                <a:solidFill>
                  <a:srgbClr val="FFFFFF"/>
                </a:solidFill>
              </a:defRPr>
            </a:lvl5pPr>
            <a:lvl6pPr>
              <a:defRPr sz="2100" b="1">
                <a:solidFill>
                  <a:srgbClr val="FFFFFF"/>
                </a:solidFill>
              </a:defRPr>
            </a:lvl6pPr>
            <a:lvl7pPr>
              <a:defRPr sz="2100" b="1">
                <a:solidFill>
                  <a:srgbClr val="FFFFFF"/>
                </a:solidFill>
              </a:defRPr>
            </a:lvl7pPr>
            <a:lvl8pPr>
              <a:defRPr sz="2100" b="1">
                <a:solidFill>
                  <a:srgbClr val="FFFFFF"/>
                </a:solidFill>
              </a:defRPr>
            </a:lvl8pPr>
            <a:lvl9pPr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Человек выбирает сам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96410-A834-4D1B-8D6A-2506796C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6245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7D3CF"/>
                </a:solidFill>
              </a:defRPr>
            </a:defPPr>
            <a:lvl1pPr>
              <a:defRPr sz="1275" b="0">
                <a:solidFill>
                  <a:srgbClr val="C7D3CF"/>
                </a:solidFill>
              </a:defRPr>
            </a:lvl1pPr>
            <a:lvl2pPr>
              <a:defRPr sz="1275" b="0">
                <a:solidFill>
                  <a:srgbClr val="C7D3CF"/>
                </a:solidFill>
              </a:defRPr>
            </a:lvl2pPr>
            <a:lvl3pPr>
              <a:defRPr sz="1275" b="0">
                <a:solidFill>
                  <a:srgbClr val="C7D3CF"/>
                </a:solidFill>
              </a:defRPr>
            </a:lvl3pPr>
            <a:lvl4pPr>
              <a:defRPr sz="1275" b="0">
                <a:solidFill>
                  <a:srgbClr val="C7D3CF"/>
                </a:solidFill>
              </a:defRPr>
            </a:lvl4pPr>
            <a:lvl5pPr>
              <a:defRPr sz="1275" b="0">
                <a:solidFill>
                  <a:srgbClr val="C7D3CF"/>
                </a:solidFill>
              </a:defRPr>
            </a:lvl5pPr>
            <a:lvl6pPr>
              <a:defRPr sz="1275" b="0">
                <a:solidFill>
                  <a:srgbClr val="C7D3CF"/>
                </a:solidFill>
              </a:defRPr>
            </a:lvl6pPr>
            <a:lvl7pPr>
              <a:defRPr sz="1275" b="0">
                <a:solidFill>
                  <a:srgbClr val="C7D3CF"/>
                </a:solidFill>
              </a:defRPr>
            </a:lvl7pPr>
            <a:lvl8pPr>
              <a:defRPr sz="1275" b="0">
                <a:solidFill>
                  <a:srgbClr val="C7D3CF"/>
                </a:solidFill>
              </a:defRPr>
            </a:lvl8pPr>
            <a:lvl9pPr>
              <a:defRPr sz="1275" b="0">
                <a:solidFill>
                  <a:srgbClr val="C7D3CF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7D3CF"/>
                </a:solidFill>
              </a:defRPr>
            </a:pPr>
            <a:r>
              <a:rPr sz="1275" b="0">
                <a:solidFill>
                  <a:srgbClr val="C7D3CF"/>
                </a:solidFill>
              </a:rPr>
              <a:t>Все доступные события на карте можно открыть и сравнить.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A76AE2-51D1-4FDD-8CBD-A64C311A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8D8B6"/>
                </a:solidFill>
              </a:defRPr>
            </a:defPPr>
            <a:lvl1pPr>
              <a:defRPr sz="1200" b="1">
                <a:solidFill>
                  <a:srgbClr val="E8D8B6"/>
                </a:solidFill>
              </a:defRPr>
            </a:lvl1pPr>
            <a:lvl2pPr>
              <a:defRPr sz="1200" b="1">
                <a:solidFill>
                  <a:srgbClr val="E8D8B6"/>
                </a:solidFill>
              </a:defRPr>
            </a:lvl2pPr>
            <a:lvl3pPr>
              <a:defRPr sz="1200" b="1">
                <a:solidFill>
                  <a:srgbClr val="E8D8B6"/>
                </a:solidFill>
              </a:defRPr>
            </a:lvl3pPr>
            <a:lvl4pPr>
              <a:defRPr sz="1200" b="1">
                <a:solidFill>
                  <a:srgbClr val="E8D8B6"/>
                </a:solidFill>
              </a:defRPr>
            </a:lvl4pPr>
            <a:lvl5pPr>
              <a:defRPr sz="1200" b="1">
                <a:solidFill>
                  <a:srgbClr val="E8D8B6"/>
                </a:solidFill>
              </a:defRPr>
            </a:lvl5pPr>
            <a:lvl6pPr>
              <a:defRPr sz="1200" b="1">
                <a:solidFill>
                  <a:srgbClr val="E8D8B6"/>
                </a:solidFill>
              </a:defRPr>
            </a:lvl6pPr>
            <a:lvl7pPr>
              <a:defRPr sz="1200" b="1">
                <a:solidFill>
                  <a:srgbClr val="E8D8B6"/>
                </a:solidFill>
              </a:defRPr>
            </a:lvl7pPr>
            <a:lvl8pPr>
              <a:defRPr sz="1200" b="1">
                <a:solidFill>
                  <a:srgbClr val="E8D8B6"/>
                </a:solidFill>
              </a:defRPr>
            </a:lvl8pPr>
            <a:lvl9pPr>
              <a:defRPr sz="1200" b="1">
                <a:solidFill>
                  <a:srgbClr val="E8D8B6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8D8B6"/>
                </a:solidFill>
              </a:defRPr>
            </a:pPr>
            <a:r>
              <a:rPr sz="1200" b="1">
                <a:solidFill>
                  <a:srgbClr val="E8D8B6"/>
                </a:solidFill>
              </a:rPr>
              <a:t>Любителю загородного отдыха не показываем ресторан высокой кухни. Фанату рок-концертов не ставим балет первым вариантом.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4CD68-09A5-4451-A7E3-29451C8D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38D1DF-6C2E-4A0B-BF69-DD25DFE1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81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3C027-1B2B-420B-97CF-2B71E822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DE3A2C-04F7-4886-9FB3-C33C5EAE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81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E8468-7325-4691-8C6A-17AAD64E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DC2DB-68B7-4FCC-BE69-FC2CF1E4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9EB0AA"/>
                </a:solidFill>
              </a:defRPr>
            </a:defPPr>
            <a:lvl1pPr>
              <a:defRPr sz="675" b="1">
                <a:solidFill>
                  <a:srgbClr val="9EB0AA"/>
                </a:solidFill>
              </a:defRPr>
            </a:lvl1pPr>
            <a:lvl2pPr>
              <a:defRPr sz="675" b="1">
                <a:solidFill>
                  <a:srgbClr val="9EB0AA"/>
                </a:solidFill>
              </a:defRPr>
            </a:lvl2pPr>
            <a:lvl3pPr>
              <a:defRPr sz="675" b="1">
                <a:solidFill>
                  <a:srgbClr val="9EB0AA"/>
                </a:solidFill>
              </a:defRPr>
            </a:lvl3pPr>
            <a:lvl4pPr>
              <a:defRPr sz="675" b="1">
                <a:solidFill>
                  <a:srgbClr val="9EB0AA"/>
                </a:solidFill>
              </a:defRPr>
            </a:lvl4pPr>
            <a:lvl5pPr>
              <a:defRPr sz="675" b="1">
                <a:solidFill>
                  <a:srgbClr val="9EB0AA"/>
                </a:solidFill>
              </a:defRPr>
            </a:lvl5pPr>
            <a:lvl6pPr>
              <a:defRPr sz="675" b="1">
                <a:solidFill>
                  <a:srgbClr val="9EB0AA"/>
                </a:solidFill>
              </a:defRPr>
            </a:lvl6pPr>
            <a:lvl7pPr>
              <a:defRPr sz="675" b="1">
                <a:solidFill>
                  <a:srgbClr val="9EB0AA"/>
                </a:solidFill>
              </a:defRPr>
            </a:lvl7pPr>
            <a:lvl8pPr>
              <a:defRPr sz="675" b="1">
                <a:solidFill>
                  <a:srgbClr val="9EB0AA"/>
                </a:solidFill>
              </a:defRPr>
            </a:lvl8pPr>
            <a:lvl9pPr>
              <a:defRPr sz="675" b="1">
                <a:solidFill>
                  <a:srgbClr val="9EB0AA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9EB0AA"/>
                </a:solidFill>
              </a:defRPr>
            </a:pPr>
            <a:r>
              <a:rPr sz="675" b="1">
                <a:solidFill>
                  <a:srgbClr val="9EB0AA"/>
                </a:solidFill>
              </a:rPr>
              <a:t>QETTYQ · ASTANA PILOT · PRODUCT PROTOTYPE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42DD9-C830-49CE-906B-B513307E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  <a:lvl1pPr algn="r">
              <a:defRPr sz="825" b="1">
                <a:solidFill>
                  <a:srgbClr val="FFFFFF"/>
                </a:solidFill>
              </a:defRPr>
            </a:lvl1pPr>
            <a:lvl2pPr algn="r">
              <a:defRPr sz="825" b="1">
                <a:solidFill>
                  <a:srgbClr val="FFFFFF"/>
                </a:solidFill>
              </a:defRPr>
            </a:lvl2pPr>
            <a:lvl3pPr algn="r">
              <a:defRPr sz="825" b="1">
                <a:solidFill>
                  <a:srgbClr val="FFFFFF"/>
                </a:solidFill>
              </a:defRPr>
            </a:lvl3pPr>
            <a:lvl4pPr algn="r">
              <a:defRPr sz="825" b="1">
                <a:solidFill>
                  <a:srgbClr val="FFFFFF"/>
                </a:solidFill>
              </a:defRPr>
            </a:lvl4pPr>
            <a:lvl5pPr algn="r">
              <a:defRPr sz="825" b="1">
                <a:solidFill>
                  <a:srgbClr val="FFFFFF"/>
                </a:solidFill>
              </a:defRPr>
            </a:lvl5pPr>
            <a:lvl6pPr algn="r">
              <a:defRPr sz="825" b="1">
                <a:solidFill>
                  <a:srgbClr val="FFFFFF"/>
                </a:solidFill>
              </a:defRPr>
            </a:lvl6pPr>
            <a:lvl7pPr algn="r">
              <a:defRPr sz="825" b="1">
                <a:solidFill>
                  <a:srgbClr val="FFFFFF"/>
                </a:solidFill>
              </a:defRPr>
            </a:lvl7pPr>
            <a:lvl8pPr algn="r">
              <a:defRPr sz="825" b="1">
                <a:solidFill>
                  <a:srgbClr val="FFFFFF"/>
                </a:solidFill>
              </a:defRPr>
            </a:lvl8pPr>
            <a:lvl9pPr algn="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079525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BD8627-8F07-487C-A89E-2B29B194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87F6D"/>
                </a:solidFill>
              </a:defRPr>
            </a:defPPr>
            <a:lvl1pPr>
              <a:defRPr sz="900" b="1">
                <a:solidFill>
                  <a:srgbClr val="087F6D"/>
                </a:solidFill>
              </a:defRPr>
            </a:lvl1pPr>
            <a:lvl2pPr>
              <a:defRPr sz="900" b="1">
                <a:solidFill>
                  <a:srgbClr val="087F6D"/>
                </a:solidFill>
              </a:defRPr>
            </a:lvl2pPr>
            <a:lvl3pPr>
              <a:defRPr sz="900" b="1">
                <a:solidFill>
                  <a:srgbClr val="087F6D"/>
                </a:solidFill>
              </a:defRPr>
            </a:lvl3pPr>
            <a:lvl4pPr>
              <a:defRPr sz="900" b="1">
                <a:solidFill>
                  <a:srgbClr val="087F6D"/>
                </a:solidFill>
              </a:defRPr>
            </a:lvl4pPr>
            <a:lvl5pPr>
              <a:defRPr sz="900" b="1">
                <a:solidFill>
                  <a:srgbClr val="087F6D"/>
                </a:solidFill>
              </a:defRPr>
            </a:lvl5pPr>
            <a:lvl6pPr>
              <a:defRPr sz="900" b="1">
                <a:solidFill>
                  <a:srgbClr val="087F6D"/>
                </a:solidFill>
              </a:defRPr>
            </a:lvl6pPr>
            <a:lvl7pPr>
              <a:defRPr sz="900" b="1">
                <a:solidFill>
                  <a:srgbClr val="087F6D"/>
                </a:solidFill>
              </a:defRPr>
            </a:lvl7pPr>
            <a:lvl8pPr>
              <a:defRPr sz="900" b="1">
                <a:solidFill>
                  <a:srgbClr val="087F6D"/>
                </a:solidFill>
              </a:defRPr>
            </a:lvl8pPr>
            <a:lvl9pPr>
              <a:defRPr sz="90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87F6D"/>
                </a:solidFill>
              </a:defRPr>
            </a:pPr>
            <a:r>
              <a:rPr sz="900" b="1">
                <a:solidFill>
                  <a:srgbClr val="087F6D"/>
                </a:solidFill>
              </a:rPr>
              <a:t>ПЕРВИЧНАЯ НАСТРОЙКА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BC177-C707-4D6E-A8A9-0F053A4A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685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1412"/>
                </a:solidFill>
              </a:defRPr>
            </a:defPPr>
            <a:lvl1pPr>
              <a:defRPr sz="3150" b="1">
                <a:solidFill>
                  <a:srgbClr val="101412"/>
                </a:solidFill>
              </a:defRPr>
            </a:lvl1pPr>
            <a:lvl2pPr>
              <a:defRPr sz="3150" b="1">
                <a:solidFill>
                  <a:srgbClr val="101412"/>
                </a:solidFill>
              </a:defRPr>
            </a:lvl2pPr>
            <a:lvl3pPr>
              <a:defRPr sz="3150" b="1">
                <a:solidFill>
                  <a:srgbClr val="101412"/>
                </a:solidFill>
              </a:defRPr>
            </a:lvl3pPr>
            <a:lvl4pPr>
              <a:defRPr sz="3150" b="1">
                <a:solidFill>
                  <a:srgbClr val="101412"/>
                </a:solidFill>
              </a:defRPr>
            </a:lvl4pPr>
            <a:lvl5pPr>
              <a:defRPr sz="3150" b="1">
                <a:solidFill>
                  <a:srgbClr val="101412"/>
                </a:solidFill>
              </a:defRPr>
            </a:lvl5pPr>
            <a:lvl6pPr>
              <a:defRPr sz="3150" b="1">
                <a:solidFill>
                  <a:srgbClr val="101412"/>
                </a:solidFill>
              </a:defRPr>
            </a:lvl6pPr>
            <a:lvl7pPr>
              <a:defRPr sz="3150" b="1">
                <a:solidFill>
                  <a:srgbClr val="101412"/>
                </a:solidFill>
              </a:defRPr>
            </a:lvl7pPr>
            <a:lvl8pPr>
              <a:defRPr sz="3150" b="1">
                <a:solidFill>
                  <a:srgbClr val="101412"/>
                </a:solidFill>
              </a:defRPr>
            </a:lvl8pPr>
            <a:lvl9pPr>
              <a:defRPr sz="315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1412"/>
                </a:solidFill>
              </a:defRPr>
            </a:pPr>
            <a:r>
              <a:rPr sz="3150" b="1">
                <a:solidFill>
                  <a:srgbClr val="101412"/>
                </a:solidFill>
              </a:rPr>
              <a:t>Два шага до персональной ленты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8FEC1-B40B-4BAC-ACCE-18A5B0DF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F6D"/>
                </a:solidFill>
              </a:defRPr>
            </a:defPPr>
            <a:lvl1pPr>
              <a:defRPr sz="1950" b="1">
                <a:solidFill>
                  <a:srgbClr val="087F6D"/>
                </a:solidFill>
              </a:defRPr>
            </a:lvl1pPr>
            <a:lvl2pPr>
              <a:defRPr sz="1950" b="1">
                <a:solidFill>
                  <a:srgbClr val="087F6D"/>
                </a:solidFill>
              </a:defRPr>
            </a:lvl2pPr>
            <a:lvl3pPr>
              <a:defRPr sz="1950" b="1">
                <a:solidFill>
                  <a:srgbClr val="087F6D"/>
                </a:solidFill>
              </a:defRPr>
            </a:lvl3pPr>
            <a:lvl4pPr>
              <a:defRPr sz="1950" b="1">
                <a:solidFill>
                  <a:srgbClr val="087F6D"/>
                </a:solidFill>
              </a:defRPr>
            </a:lvl4pPr>
            <a:lvl5pPr>
              <a:defRPr sz="1950" b="1">
                <a:solidFill>
                  <a:srgbClr val="087F6D"/>
                </a:solidFill>
              </a:defRPr>
            </a:lvl5pPr>
            <a:lvl6pPr>
              <a:defRPr sz="1950" b="1">
                <a:solidFill>
                  <a:srgbClr val="087F6D"/>
                </a:solidFill>
              </a:defRPr>
            </a:lvl6pPr>
            <a:lvl7pPr>
              <a:defRPr sz="1950" b="1">
                <a:solidFill>
                  <a:srgbClr val="087F6D"/>
                </a:solidFill>
              </a:defRPr>
            </a:lvl7pPr>
            <a:lvl8pPr>
              <a:defRPr sz="1950" b="1">
                <a:solidFill>
                  <a:srgbClr val="087F6D"/>
                </a:solidFill>
              </a:defRPr>
            </a:lvl8pPr>
            <a:lvl9pPr>
              <a:defRPr sz="195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F6D"/>
                </a:solidFill>
              </a:defRPr>
            </a:pPr>
            <a:r>
              <a:rPr sz="1950" b="1">
                <a:solidFill>
                  <a:srgbClr val="087F6D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FFBC6-8E48-4423-8F11-A330A982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241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8716D"/>
                </a:solidFill>
              </a:defRPr>
            </a:defPPr>
            <a:lvl1pPr>
              <a:defRPr sz="1125" b="0">
                <a:solidFill>
                  <a:srgbClr val="68716D"/>
                </a:solidFill>
              </a:defRPr>
            </a:lvl1pPr>
            <a:lvl2pPr>
              <a:defRPr sz="1125" b="0">
                <a:solidFill>
                  <a:srgbClr val="68716D"/>
                </a:solidFill>
              </a:defRPr>
            </a:lvl2pPr>
            <a:lvl3pPr>
              <a:defRPr sz="1125" b="0">
                <a:solidFill>
                  <a:srgbClr val="68716D"/>
                </a:solidFill>
              </a:defRPr>
            </a:lvl3pPr>
            <a:lvl4pPr>
              <a:defRPr sz="1125" b="0">
                <a:solidFill>
                  <a:srgbClr val="68716D"/>
                </a:solidFill>
              </a:defRPr>
            </a:lvl4pPr>
            <a:lvl5pPr>
              <a:defRPr sz="1125" b="0">
                <a:solidFill>
                  <a:srgbClr val="68716D"/>
                </a:solidFill>
              </a:defRPr>
            </a:lvl5pPr>
            <a:lvl6pPr>
              <a:defRPr sz="1125" b="0">
                <a:solidFill>
                  <a:srgbClr val="68716D"/>
                </a:solidFill>
              </a:defRPr>
            </a:lvl6pPr>
            <a:lvl7pPr>
              <a:defRPr sz="1125" b="0">
                <a:solidFill>
                  <a:srgbClr val="68716D"/>
                </a:solidFill>
              </a:defRPr>
            </a:lvl7pPr>
            <a:lvl8pPr>
              <a:defRPr sz="1125" b="0">
                <a:solidFill>
                  <a:srgbClr val="68716D"/>
                </a:solidFill>
              </a:defRPr>
            </a:lvl8pPr>
            <a:lvl9pPr>
              <a:defRPr sz="1125" b="0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716D"/>
                </a:solidFill>
              </a:defRPr>
            </a:pPr>
            <a:r>
              <a:rPr sz="1125" b="0">
                <a:solidFill>
                  <a:srgbClr val="68716D"/>
                </a:solidFill>
              </a:rPr>
              <a:t>15 карточек свайпом вправо или влево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1A03B-127C-4415-92F9-06446FA6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F6D"/>
                </a:solidFill>
              </a:defRPr>
            </a:defPPr>
            <a:lvl1pPr>
              <a:defRPr sz="1950" b="1">
                <a:solidFill>
                  <a:srgbClr val="087F6D"/>
                </a:solidFill>
              </a:defRPr>
            </a:lvl1pPr>
            <a:lvl2pPr>
              <a:defRPr sz="1950" b="1">
                <a:solidFill>
                  <a:srgbClr val="087F6D"/>
                </a:solidFill>
              </a:defRPr>
            </a:lvl2pPr>
            <a:lvl3pPr>
              <a:defRPr sz="1950" b="1">
                <a:solidFill>
                  <a:srgbClr val="087F6D"/>
                </a:solidFill>
              </a:defRPr>
            </a:lvl3pPr>
            <a:lvl4pPr>
              <a:defRPr sz="1950" b="1">
                <a:solidFill>
                  <a:srgbClr val="087F6D"/>
                </a:solidFill>
              </a:defRPr>
            </a:lvl4pPr>
            <a:lvl5pPr>
              <a:defRPr sz="1950" b="1">
                <a:solidFill>
                  <a:srgbClr val="087F6D"/>
                </a:solidFill>
              </a:defRPr>
            </a:lvl5pPr>
            <a:lvl6pPr>
              <a:defRPr sz="1950" b="1">
                <a:solidFill>
                  <a:srgbClr val="087F6D"/>
                </a:solidFill>
              </a:defRPr>
            </a:lvl6pPr>
            <a:lvl7pPr>
              <a:defRPr sz="1950" b="1">
                <a:solidFill>
                  <a:srgbClr val="087F6D"/>
                </a:solidFill>
              </a:defRPr>
            </a:lvl7pPr>
            <a:lvl8pPr>
              <a:defRPr sz="1950" b="1">
                <a:solidFill>
                  <a:srgbClr val="087F6D"/>
                </a:solidFill>
              </a:defRPr>
            </a:lvl8pPr>
            <a:lvl9pPr>
              <a:defRPr sz="195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F6D"/>
                </a:solidFill>
              </a:defRPr>
            </a:pPr>
            <a:r>
              <a:rPr sz="1950" b="1">
                <a:solidFill>
                  <a:srgbClr val="087F6D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75FBA-337A-4A7A-AAD9-FDB12739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242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8716D"/>
                </a:solidFill>
              </a:defRPr>
            </a:defPPr>
            <a:lvl1pPr>
              <a:defRPr sz="1125" b="0">
                <a:solidFill>
                  <a:srgbClr val="68716D"/>
                </a:solidFill>
              </a:defRPr>
            </a:lvl1pPr>
            <a:lvl2pPr>
              <a:defRPr sz="1125" b="0">
                <a:solidFill>
                  <a:srgbClr val="68716D"/>
                </a:solidFill>
              </a:defRPr>
            </a:lvl2pPr>
            <a:lvl3pPr>
              <a:defRPr sz="1125" b="0">
                <a:solidFill>
                  <a:srgbClr val="68716D"/>
                </a:solidFill>
              </a:defRPr>
            </a:lvl3pPr>
            <a:lvl4pPr>
              <a:defRPr sz="1125" b="0">
                <a:solidFill>
                  <a:srgbClr val="68716D"/>
                </a:solidFill>
              </a:defRPr>
            </a:lvl4pPr>
            <a:lvl5pPr>
              <a:defRPr sz="1125" b="0">
                <a:solidFill>
                  <a:srgbClr val="68716D"/>
                </a:solidFill>
              </a:defRPr>
            </a:lvl5pPr>
            <a:lvl6pPr>
              <a:defRPr sz="1125" b="0">
                <a:solidFill>
                  <a:srgbClr val="68716D"/>
                </a:solidFill>
              </a:defRPr>
            </a:lvl6pPr>
            <a:lvl7pPr>
              <a:defRPr sz="1125" b="0">
                <a:solidFill>
                  <a:srgbClr val="68716D"/>
                </a:solidFill>
              </a:defRPr>
            </a:lvl7pPr>
            <a:lvl8pPr>
              <a:defRPr sz="1125" b="0">
                <a:solidFill>
                  <a:srgbClr val="68716D"/>
                </a:solidFill>
              </a:defRPr>
            </a:lvl8pPr>
            <a:lvl9pPr>
              <a:defRPr sz="1125" b="0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716D"/>
                </a:solidFill>
              </a:defRPr>
            </a:pPr>
            <a:r>
              <a:rPr sz="1125" b="0">
                <a:solidFill>
                  <a:srgbClr val="68716D"/>
                </a:solidFill>
              </a:rPr>
              <a:t>время, бюджет и разрешение геолокации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7C528-1BEF-41DA-AF4B-E4C9CCC5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67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01412"/>
                </a:solidFill>
              </a:defRPr>
            </a:defPPr>
            <a:lvl1pPr>
              <a:defRPr sz="1950" b="1">
                <a:solidFill>
                  <a:srgbClr val="101412"/>
                </a:solidFill>
              </a:defRPr>
            </a:lvl1pPr>
            <a:lvl2pPr>
              <a:defRPr sz="1950" b="1">
                <a:solidFill>
                  <a:srgbClr val="101412"/>
                </a:solidFill>
              </a:defRPr>
            </a:lvl2pPr>
            <a:lvl3pPr>
              <a:defRPr sz="1950" b="1">
                <a:solidFill>
                  <a:srgbClr val="101412"/>
                </a:solidFill>
              </a:defRPr>
            </a:lvl3pPr>
            <a:lvl4pPr>
              <a:defRPr sz="1950" b="1">
                <a:solidFill>
                  <a:srgbClr val="101412"/>
                </a:solidFill>
              </a:defRPr>
            </a:lvl4pPr>
            <a:lvl5pPr>
              <a:defRPr sz="1950" b="1">
                <a:solidFill>
                  <a:srgbClr val="101412"/>
                </a:solidFill>
              </a:defRPr>
            </a:lvl5pPr>
            <a:lvl6pPr>
              <a:defRPr sz="1950" b="1">
                <a:solidFill>
                  <a:srgbClr val="101412"/>
                </a:solidFill>
              </a:defRPr>
            </a:lvl6pPr>
            <a:lvl7pPr>
              <a:defRPr sz="1950" b="1">
                <a:solidFill>
                  <a:srgbClr val="101412"/>
                </a:solidFill>
              </a:defRPr>
            </a:lvl7pPr>
            <a:lvl8pPr>
              <a:defRPr sz="1950" b="1">
                <a:solidFill>
                  <a:srgbClr val="101412"/>
                </a:solidFill>
              </a:defRPr>
            </a:lvl8pPr>
            <a:lvl9pPr>
              <a:defRPr sz="195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01412"/>
                </a:solidFill>
              </a:defRPr>
            </a:pPr>
            <a:r>
              <a:rPr sz="1950" b="1">
                <a:solidFill>
                  <a:srgbClr val="101412"/>
                </a:solidFill>
              </a:rPr>
              <a:t>15+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BC0C6-F55D-41D3-BC6B-803A67C0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243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8716D"/>
                </a:solidFill>
              </a:defRPr>
            </a:defPPr>
            <a:lvl1pPr>
              <a:defRPr sz="1125" b="0">
                <a:solidFill>
                  <a:srgbClr val="68716D"/>
                </a:solidFill>
              </a:defRPr>
            </a:lvl1pPr>
            <a:lvl2pPr>
              <a:defRPr sz="1125" b="0">
                <a:solidFill>
                  <a:srgbClr val="68716D"/>
                </a:solidFill>
              </a:defRPr>
            </a:lvl2pPr>
            <a:lvl3pPr>
              <a:defRPr sz="1125" b="0">
                <a:solidFill>
                  <a:srgbClr val="68716D"/>
                </a:solidFill>
              </a:defRPr>
            </a:lvl3pPr>
            <a:lvl4pPr>
              <a:defRPr sz="1125" b="0">
                <a:solidFill>
                  <a:srgbClr val="68716D"/>
                </a:solidFill>
              </a:defRPr>
            </a:lvl4pPr>
            <a:lvl5pPr>
              <a:defRPr sz="1125" b="0">
                <a:solidFill>
                  <a:srgbClr val="68716D"/>
                </a:solidFill>
              </a:defRPr>
            </a:lvl5pPr>
            <a:lvl6pPr>
              <a:defRPr sz="1125" b="0">
                <a:solidFill>
                  <a:srgbClr val="68716D"/>
                </a:solidFill>
              </a:defRPr>
            </a:lvl6pPr>
            <a:lvl7pPr>
              <a:defRPr sz="1125" b="0">
                <a:solidFill>
                  <a:srgbClr val="68716D"/>
                </a:solidFill>
              </a:defRPr>
            </a:lvl7pPr>
            <a:lvl8pPr>
              <a:defRPr sz="1125" b="0">
                <a:solidFill>
                  <a:srgbClr val="68716D"/>
                </a:solidFill>
              </a:defRPr>
            </a:lvl8pPr>
            <a:lvl9pPr>
              <a:defRPr sz="1125" b="0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716D"/>
                </a:solidFill>
              </a:defRPr>
            </a:pPr>
            <a:r>
              <a:rPr sz="1125" b="0">
                <a:solidFill>
                  <a:srgbClr val="68716D"/>
                </a:solidFill>
              </a:rPr>
              <a:t>интересы можно дополнить позже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B141A-A16A-46D9-915F-69545A65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01412"/>
                </a:solidFill>
              </a:defRPr>
            </a:defPPr>
            <a:lvl1pPr>
              <a:defRPr sz="1950" b="1">
                <a:solidFill>
                  <a:srgbClr val="101412"/>
                </a:solidFill>
              </a:defRPr>
            </a:lvl1pPr>
            <a:lvl2pPr>
              <a:defRPr sz="1950" b="1">
                <a:solidFill>
                  <a:srgbClr val="101412"/>
                </a:solidFill>
              </a:defRPr>
            </a:lvl2pPr>
            <a:lvl3pPr>
              <a:defRPr sz="1950" b="1">
                <a:solidFill>
                  <a:srgbClr val="101412"/>
                </a:solidFill>
              </a:defRPr>
            </a:lvl3pPr>
            <a:lvl4pPr>
              <a:defRPr sz="1950" b="1">
                <a:solidFill>
                  <a:srgbClr val="101412"/>
                </a:solidFill>
              </a:defRPr>
            </a:lvl4pPr>
            <a:lvl5pPr>
              <a:defRPr sz="1950" b="1">
                <a:solidFill>
                  <a:srgbClr val="101412"/>
                </a:solidFill>
              </a:defRPr>
            </a:lvl5pPr>
            <a:lvl6pPr>
              <a:defRPr sz="1950" b="1">
                <a:solidFill>
                  <a:srgbClr val="101412"/>
                </a:solidFill>
              </a:defRPr>
            </a:lvl6pPr>
            <a:lvl7pPr>
              <a:defRPr sz="1950" b="1">
                <a:solidFill>
                  <a:srgbClr val="101412"/>
                </a:solidFill>
              </a:defRPr>
            </a:lvl7pPr>
            <a:lvl8pPr>
              <a:defRPr sz="1950" b="1">
                <a:solidFill>
                  <a:srgbClr val="101412"/>
                </a:solidFill>
              </a:defRPr>
            </a:lvl8pPr>
            <a:lvl9pPr>
              <a:defRPr sz="195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01412"/>
                </a:solidFill>
              </a:defRPr>
            </a:pPr>
            <a:r>
              <a:rPr sz="1950" b="1">
                <a:solidFill>
                  <a:srgbClr val="101412"/>
                </a:solidFill>
              </a:rPr>
              <a:t>После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A1038-E409-4C3E-9B48-08AEEBE5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244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8716D"/>
                </a:solidFill>
              </a:defRPr>
            </a:defPPr>
            <a:lvl1pPr>
              <a:defRPr sz="1125" b="0">
                <a:solidFill>
                  <a:srgbClr val="68716D"/>
                </a:solidFill>
              </a:defRPr>
            </a:lvl1pPr>
            <a:lvl2pPr>
              <a:defRPr sz="1125" b="0">
                <a:solidFill>
                  <a:srgbClr val="68716D"/>
                </a:solidFill>
              </a:defRPr>
            </a:lvl2pPr>
            <a:lvl3pPr>
              <a:defRPr sz="1125" b="0">
                <a:solidFill>
                  <a:srgbClr val="68716D"/>
                </a:solidFill>
              </a:defRPr>
            </a:lvl3pPr>
            <a:lvl4pPr>
              <a:defRPr sz="1125" b="0">
                <a:solidFill>
                  <a:srgbClr val="68716D"/>
                </a:solidFill>
              </a:defRPr>
            </a:lvl4pPr>
            <a:lvl5pPr>
              <a:defRPr sz="1125" b="0">
                <a:solidFill>
                  <a:srgbClr val="68716D"/>
                </a:solidFill>
              </a:defRPr>
            </a:lvl5pPr>
            <a:lvl6pPr>
              <a:defRPr sz="1125" b="0">
                <a:solidFill>
                  <a:srgbClr val="68716D"/>
                </a:solidFill>
              </a:defRPr>
            </a:lvl6pPr>
            <a:lvl7pPr>
              <a:defRPr sz="1125" b="0">
                <a:solidFill>
                  <a:srgbClr val="68716D"/>
                </a:solidFill>
              </a:defRPr>
            </a:lvl7pPr>
            <a:lvl8pPr>
              <a:defRPr sz="1125" b="0">
                <a:solidFill>
                  <a:srgbClr val="68716D"/>
                </a:solidFill>
              </a:defRPr>
            </a:lvl8pPr>
            <a:lvl9pPr>
              <a:defRPr sz="1125" b="0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716D"/>
                </a:solidFill>
              </a:defRPr>
            </a:pPr>
            <a:r>
              <a:rPr sz="1125" b="0">
                <a:solidFill>
                  <a:srgbClr val="68716D"/>
                </a:solidFill>
              </a:rPr>
              <a:t>лента и карта учитывают выбранный контекст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3067A-8089-44D2-BC53-70A67BE8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09600"/>
            <a:ext cx="3714750" cy="57150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0F5E8-5F6C-4331-AA84-CB6198253A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d1ba2e8ce424b"/>
          <a:srcRect xmlns:a="http://schemas.openxmlformats.org/drawingml/2006/main" l="0" t="10309" r="0" b="103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9950" y="819150"/>
            <a:ext cx="3086100" cy="52959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B72AD-2C09-4D70-9F75-C3E3B965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8716D"/>
                </a:solidFill>
              </a:defRPr>
            </a:defPPr>
            <a:lvl1pPr>
              <a:defRPr sz="975" b="1">
                <a:solidFill>
                  <a:srgbClr val="68716D"/>
                </a:solidFill>
              </a:defRPr>
            </a:lvl1pPr>
            <a:lvl2pPr>
              <a:defRPr sz="975" b="1">
                <a:solidFill>
                  <a:srgbClr val="68716D"/>
                </a:solidFill>
              </a:defRPr>
            </a:lvl2pPr>
            <a:lvl3pPr>
              <a:defRPr sz="975" b="1">
                <a:solidFill>
                  <a:srgbClr val="68716D"/>
                </a:solidFill>
              </a:defRPr>
            </a:lvl3pPr>
            <a:lvl4pPr>
              <a:defRPr sz="975" b="1">
                <a:solidFill>
                  <a:srgbClr val="68716D"/>
                </a:solidFill>
              </a:defRPr>
            </a:lvl4pPr>
            <a:lvl5pPr>
              <a:defRPr sz="975" b="1">
                <a:solidFill>
                  <a:srgbClr val="68716D"/>
                </a:solidFill>
              </a:defRPr>
            </a:lvl5pPr>
            <a:lvl6pPr>
              <a:defRPr sz="975" b="1">
                <a:solidFill>
                  <a:srgbClr val="68716D"/>
                </a:solidFill>
              </a:defRPr>
            </a:lvl6pPr>
            <a:lvl7pPr>
              <a:defRPr sz="975" b="1">
                <a:solidFill>
                  <a:srgbClr val="68716D"/>
                </a:solidFill>
              </a:defRPr>
            </a:lvl7pPr>
            <a:lvl8pPr>
              <a:defRPr sz="975" b="1">
                <a:solidFill>
                  <a:srgbClr val="68716D"/>
                </a:solidFill>
              </a:defRPr>
            </a:lvl8pPr>
            <a:lvl9pPr>
              <a:defRPr sz="975" b="1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8716D"/>
                </a:solidFill>
              </a:defRPr>
            </a:pPr>
            <a:r>
              <a:rPr sz="975" b="1">
                <a:solidFill>
                  <a:srgbClr val="68716D"/>
                </a:solidFill>
              </a:rPr>
              <a:t>Геопозиция нужна только для старта маршрута. Пользователь даёт разрешение сам.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A00A4B-7A67-4F27-9E93-62250244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7A837F"/>
                </a:solidFill>
              </a:defRPr>
            </a:defPPr>
            <a:lvl1pPr>
              <a:defRPr sz="675" b="1">
                <a:solidFill>
                  <a:srgbClr val="7A837F"/>
                </a:solidFill>
              </a:defRPr>
            </a:lvl1pPr>
            <a:lvl2pPr>
              <a:defRPr sz="675" b="1">
                <a:solidFill>
                  <a:srgbClr val="7A837F"/>
                </a:solidFill>
              </a:defRPr>
            </a:lvl2pPr>
            <a:lvl3pPr>
              <a:defRPr sz="675" b="1">
                <a:solidFill>
                  <a:srgbClr val="7A837F"/>
                </a:solidFill>
              </a:defRPr>
            </a:lvl3pPr>
            <a:lvl4pPr>
              <a:defRPr sz="675" b="1">
                <a:solidFill>
                  <a:srgbClr val="7A837F"/>
                </a:solidFill>
              </a:defRPr>
            </a:lvl4pPr>
            <a:lvl5pPr>
              <a:defRPr sz="675" b="1">
                <a:solidFill>
                  <a:srgbClr val="7A837F"/>
                </a:solidFill>
              </a:defRPr>
            </a:lvl5pPr>
            <a:lvl6pPr>
              <a:defRPr sz="675" b="1">
                <a:solidFill>
                  <a:srgbClr val="7A837F"/>
                </a:solidFill>
              </a:defRPr>
            </a:lvl6pPr>
            <a:lvl7pPr>
              <a:defRPr sz="675" b="1">
                <a:solidFill>
                  <a:srgbClr val="7A837F"/>
                </a:solidFill>
              </a:defRPr>
            </a:lvl7pPr>
            <a:lvl8pPr>
              <a:defRPr sz="675" b="1">
                <a:solidFill>
                  <a:srgbClr val="7A837F"/>
                </a:solidFill>
              </a:defRPr>
            </a:lvl8pPr>
            <a:lvl9pPr>
              <a:defRPr sz="675" b="1">
                <a:solidFill>
                  <a:srgbClr val="7A837F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7A837F"/>
                </a:solidFill>
              </a:defRPr>
            </a:pPr>
            <a:r>
              <a:rPr sz="675" b="1">
                <a:solidFill>
                  <a:srgbClr val="7A837F"/>
                </a:solidFill>
              </a:rPr>
              <a:t>QETTYQ · ASTANA PILOT · PRODUCT PROTOTYPE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C75B86-E8B9-4BDA-9595-429B57BB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101412"/>
                </a:solidFill>
              </a:defRPr>
            </a:defPPr>
            <a:lvl1pPr algn="r">
              <a:defRPr sz="825" b="1">
                <a:solidFill>
                  <a:srgbClr val="101412"/>
                </a:solidFill>
              </a:defRPr>
            </a:lvl1pPr>
            <a:lvl2pPr algn="r">
              <a:defRPr sz="825" b="1">
                <a:solidFill>
                  <a:srgbClr val="101412"/>
                </a:solidFill>
              </a:defRPr>
            </a:lvl2pPr>
            <a:lvl3pPr algn="r">
              <a:defRPr sz="825" b="1">
                <a:solidFill>
                  <a:srgbClr val="101412"/>
                </a:solidFill>
              </a:defRPr>
            </a:lvl3pPr>
            <a:lvl4pPr algn="r">
              <a:defRPr sz="825" b="1">
                <a:solidFill>
                  <a:srgbClr val="101412"/>
                </a:solidFill>
              </a:defRPr>
            </a:lvl4pPr>
            <a:lvl5pPr algn="r">
              <a:defRPr sz="825" b="1">
                <a:solidFill>
                  <a:srgbClr val="101412"/>
                </a:solidFill>
              </a:defRPr>
            </a:lvl5pPr>
            <a:lvl6pPr algn="r">
              <a:defRPr sz="825" b="1">
                <a:solidFill>
                  <a:srgbClr val="101412"/>
                </a:solidFill>
              </a:defRPr>
            </a:lvl6pPr>
            <a:lvl7pPr algn="r">
              <a:defRPr sz="825" b="1">
                <a:solidFill>
                  <a:srgbClr val="101412"/>
                </a:solidFill>
              </a:defRPr>
            </a:lvl7pPr>
            <a:lvl8pPr algn="r">
              <a:defRPr sz="825" b="1">
                <a:solidFill>
                  <a:srgbClr val="101412"/>
                </a:solidFill>
              </a:defRPr>
            </a:lvl8pPr>
            <a:lvl9pPr algn="r">
              <a:defRPr sz="82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01412"/>
                </a:solidFill>
              </a:defRPr>
            </a:pPr>
            <a:r>
              <a:rPr sz="825" b="1">
                <a:solidFill>
                  <a:srgbClr val="10141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3919039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C5D432-57FE-4AE9-A258-5F1194370D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67eb8410e4ddf"/>
          <a:srcRect xmlns:a="http://schemas.openxmlformats.org/drawingml/2006/main" l="11825" t="0" r="118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E7B13-3B8F-4CF7-9848-6E1ECBD0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429250" cy="547687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2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10134-BBD4-44C6-8C87-1C3AE605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81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C9F46B"/>
                </a:solidFill>
              </a:defRPr>
            </a:defPPr>
            <a:lvl1pPr>
              <a:defRPr sz="900" b="1">
                <a:solidFill>
                  <a:srgbClr val="C9F46B"/>
                </a:solidFill>
              </a:defRPr>
            </a:lvl1pPr>
            <a:lvl2pPr>
              <a:defRPr sz="900" b="1">
                <a:solidFill>
                  <a:srgbClr val="C9F46B"/>
                </a:solidFill>
              </a:defRPr>
            </a:lvl2pPr>
            <a:lvl3pPr>
              <a:defRPr sz="900" b="1">
                <a:solidFill>
                  <a:srgbClr val="C9F46B"/>
                </a:solidFill>
              </a:defRPr>
            </a:lvl3pPr>
            <a:lvl4pPr>
              <a:defRPr sz="900" b="1">
                <a:solidFill>
                  <a:srgbClr val="C9F46B"/>
                </a:solidFill>
              </a:defRPr>
            </a:lvl4pPr>
            <a:lvl5pPr>
              <a:defRPr sz="900" b="1">
                <a:solidFill>
                  <a:srgbClr val="C9F46B"/>
                </a:solidFill>
              </a:defRPr>
            </a:lvl5pPr>
            <a:lvl6pPr>
              <a:defRPr sz="900" b="1">
                <a:solidFill>
                  <a:srgbClr val="C9F46B"/>
                </a:solidFill>
              </a:defRPr>
            </a:lvl6pPr>
            <a:lvl7pPr>
              <a:defRPr sz="900" b="1">
                <a:solidFill>
                  <a:srgbClr val="C9F46B"/>
                </a:solidFill>
              </a:defRPr>
            </a:lvl7pPr>
            <a:lvl8pPr>
              <a:defRPr sz="900" b="1">
                <a:solidFill>
                  <a:srgbClr val="C9F46B"/>
                </a:solidFill>
              </a:defRPr>
            </a:lvl8pPr>
            <a:lvl9pPr>
              <a:defRPr sz="900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C9F46B"/>
                </a:solidFill>
              </a:defRPr>
            </a:pPr>
            <a:r>
              <a:rPr sz="900" b="1">
                <a:solidFill>
                  <a:srgbClr val="C9F46B"/>
                </a:solidFill>
              </a:rPr>
              <a:t>КАРТА СОБЫТИЙ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843A8-91B0-467C-94AA-269F7993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4476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FFFFFF"/>
                </a:solidFill>
              </a:defRPr>
            </a:defPPr>
            <a:lvl1pPr>
              <a:defRPr sz="3525" b="1">
                <a:solidFill>
                  <a:srgbClr val="FFFFFF"/>
                </a:solidFill>
              </a:defRPr>
            </a:lvl1pPr>
            <a:lvl2pPr>
              <a:defRPr sz="3525" b="1">
                <a:solidFill>
                  <a:srgbClr val="FFFFFF"/>
                </a:solidFill>
              </a:defRPr>
            </a:lvl2pPr>
            <a:lvl3pPr>
              <a:defRPr sz="3525" b="1">
                <a:solidFill>
                  <a:srgbClr val="FFFFFF"/>
                </a:solidFill>
              </a:defRPr>
            </a:lvl3pPr>
            <a:lvl4pPr>
              <a:defRPr sz="3525" b="1">
                <a:solidFill>
                  <a:srgbClr val="FFFFFF"/>
                </a:solidFill>
              </a:defRPr>
            </a:lvl4pPr>
            <a:lvl5pPr>
              <a:defRPr sz="3525" b="1">
                <a:solidFill>
                  <a:srgbClr val="FFFFFF"/>
                </a:solidFill>
              </a:defRPr>
            </a:lvl5pPr>
            <a:lvl6pPr>
              <a:defRPr sz="3525" b="1">
                <a:solidFill>
                  <a:srgbClr val="FFFFFF"/>
                </a:solidFill>
              </a:defRPr>
            </a:lvl6pPr>
            <a:lvl7pPr>
              <a:defRPr sz="3525" b="1">
                <a:solidFill>
                  <a:srgbClr val="FFFFFF"/>
                </a:solidFill>
              </a:defRPr>
            </a:lvl7pPr>
            <a:lvl8pPr>
              <a:defRPr sz="3525" b="1">
                <a:solidFill>
                  <a:srgbClr val="FFFFFF"/>
                </a:solidFill>
              </a:defRPr>
            </a:lvl8pPr>
            <a:lvl9pPr>
              <a:defRPr sz="35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События создают</a:t>
            </a:r>
          </a:p>
          <a:p xmlns:a="http://schemas.openxmlformats.org/drawingml/2006/main">
            <a:pPr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люди и компании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34D04-313E-45AA-9CED-6E743C7C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048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96BA3-F072-4AED-B2B5-50394B6D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241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D4DFDB"/>
                </a:solidFill>
              </a:defRPr>
            </a:defPPr>
            <a:lvl1pPr>
              <a:defRPr sz="1275" b="0">
                <a:solidFill>
                  <a:srgbClr val="D4DFDB"/>
                </a:solidFill>
              </a:defRPr>
            </a:lvl1pPr>
            <a:lvl2pPr>
              <a:defRPr sz="1275" b="0">
                <a:solidFill>
                  <a:srgbClr val="D4DFDB"/>
                </a:solidFill>
              </a:defRPr>
            </a:lvl2pPr>
            <a:lvl3pPr>
              <a:defRPr sz="1275" b="0">
                <a:solidFill>
                  <a:srgbClr val="D4DFDB"/>
                </a:solidFill>
              </a:defRPr>
            </a:lvl3pPr>
            <a:lvl4pPr>
              <a:defRPr sz="1275" b="0">
                <a:solidFill>
                  <a:srgbClr val="D4DFDB"/>
                </a:solidFill>
              </a:defRPr>
            </a:lvl4pPr>
            <a:lvl5pPr>
              <a:defRPr sz="1275" b="0">
                <a:solidFill>
                  <a:srgbClr val="D4DFDB"/>
                </a:solidFill>
              </a:defRPr>
            </a:lvl5pPr>
            <a:lvl6pPr>
              <a:defRPr sz="1275" b="0">
                <a:solidFill>
                  <a:srgbClr val="D4DFDB"/>
                </a:solidFill>
              </a:defRPr>
            </a:lvl6pPr>
            <a:lvl7pPr>
              <a:defRPr sz="1275" b="0">
                <a:solidFill>
                  <a:srgbClr val="D4DFDB"/>
                </a:solidFill>
              </a:defRPr>
            </a:lvl7pPr>
            <a:lvl8pPr>
              <a:defRPr sz="1275" b="0">
                <a:solidFill>
                  <a:srgbClr val="D4DFDB"/>
                </a:solidFill>
              </a:defRPr>
            </a:lvl8pPr>
            <a:lvl9pPr>
              <a:defRPr sz="1275" b="0">
                <a:solidFill>
                  <a:srgbClr val="D4DFD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D4DFDB"/>
                </a:solidFill>
              </a:defRPr>
            </a:pPr>
            <a:r>
              <a:rPr sz="1275" b="0">
                <a:solidFill>
                  <a:srgbClr val="D4DFDB"/>
                </a:solidFill>
              </a:rPr>
              <a:t>афиши и официальные страницы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5F9F6-A584-4125-BE10-594B1ACF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71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E310C-3681-44D5-B554-1A2D1EF0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D4DFDB"/>
                </a:solidFill>
              </a:defRPr>
            </a:defPPr>
            <a:lvl1pPr>
              <a:defRPr sz="1275" b="0">
                <a:solidFill>
                  <a:srgbClr val="D4DFDB"/>
                </a:solidFill>
              </a:defRPr>
            </a:lvl1pPr>
            <a:lvl2pPr>
              <a:defRPr sz="1275" b="0">
                <a:solidFill>
                  <a:srgbClr val="D4DFDB"/>
                </a:solidFill>
              </a:defRPr>
            </a:lvl2pPr>
            <a:lvl3pPr>
              <a:defRPr sz="1275" b="0">
                <a:solidFill>
                  <a:srgbClr val="D4DFDB"/>
                </a:solidFill>
              </a:defRPr>
            </a:lvl3pPr>
            <a:lvl4pPr>
              <a:defRPr sz="1275" b="0">
                <a:solidFill>
                  <a:srgbClr val="D4DFDB"/>
                </a:solidFill>
              </a:defRPr>
            </a:lvl4pPr>
            <a:lvl5pPr>
              <a:defRPr sz="1275" b="0">
                <a:solidFill>
                  <a:srgbClr val="D4DFDB"/>
                </a:solidFill>
              </a:defRPr>
            </a:lvl5pPr>
            <a:lvl6pPr>
              <a:defRPr sz="1275" b="0">
                <a:solidFill>
                  <a:srgbClr val="D4DFDB"/>
                </a:solidFill>
              </a:defRPr>
            </a:lvl6pPr>
            <a:lvl7pPr>
              <a:defRPr sz="1275" b="0">
                <a:solidFill>
                  <a:srgbClr val="D4DFDB"/>
                </a:solidFill>
              </a:defRPr>
            </a:lvl7pPr>
            <a:lvl8pPr>
              <a:defRPr sz="1275" b="0">
                <a:solidFill>
                  <a:srgbClr val="D4DFDB"/>
                </a:solidFill>
              </a:defRPr>
            </a:lvl8pPr>
            <a:lvl9pPr>
              <a:defRPr sz="1275" b="0">
                <a:solidFill>
                  <a:srgbClr val="D4DFD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D4DFDB"/>
                </a:solidFill>
              </a:defRPr>
            </a:pPr>
            <a:r>
              <a:rPr sz="1275" b="0">
                <a:solidFill>
                  <a:srgbClr val="D4DFDB"/>
                </a:solidFill>
              </a:rPr>
              <a:t>партнёрские API и открытые данные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60392-9283-440A-BF4C-5B50CBE9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95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95D90-FAAC-43BD-8A4E-34209F1B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719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D4DFDB"/>
                </a:solidFill>
              </a:defRPr>
            </a:defPPr>
            <a:lvl1pPr>
              <a:defRPr sz="1275" b="0">
                <a:solidFill>
                  <a:srgbClr val="D4DFDB"/>
                </a:solidFill>
              </a:defRPr>
            </a:lvl1pPr>
            <a:lvl2pPr>
              <a:defRPr sz="1275" b="0">
                <a:solidFill>
                  <a:srgbClr val="D4DFDB"/>
                </a:solidFill>
              </a:defRPr>
            </a:lvl2pPr>
            <a:lvl3pPr>
              <a:defRPr sz="1275" b="0">
                <a:solidFill>
                  <a:srgbClr val="D4DFDB"/>
                </a:solidFill>
              </a:defRPr>
            </a:lvl3pPr>
            <a:lvl4pPr>
              <a:defRPr sz="1275" b="0">
                <a:solidFill>
                  <a:srgbClr val="D4DFDB"/>
                </a:solidFill>
              </a:defRPr>
            </a:lvl4pPr>
            <a:lvl5pPr>
              <a:defRPr sz="1275" b="0">
                <a:solidFill>
                  <a:srgbClr val="D4DFDB"/>
                </a:solidFill>
              </a:defRPr>
            </a:lvl5pPr>
            <a:lvl6pPr>
              <a:defRPr sz="1275" b="0">
                <a:solidFill>
                  <a:srgbClr val="D4DFDB"/>
                </a:solidFill>
              </a:defRPr>
            </a:lvl6pPr>
            <a:lvl7pPr>
              <a:defRPr sz="1275" b="0">
                <a:solidFill>
                  <a:srgbClr val="D4DFDB"/>
                </a:solidFill>
              </a:defRPr>
            </a:lvl7pPr>
            <a:lvl8pPr>
              <a:defRPr sz="1275" b="0">
                <a:solidFill>
                  <a:srgbClr val="D4DFDB"/>
                </a:solidFill>
              </a:defRPr>
            </a:lvl8pPr>
            <a:lvl9pPr>
              <a:defRPr sz="1275" b="0">
                <a:solidFill>
                  <a:srgbClr val="D4DFD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D4DFDB"/>
                </a:solidFill>
              </a:defRPr>
            </a:pPr>
            <a:r>
              <a:rPr sz="1275" b="0">
                <a:solidFill>
                  <a:srgbClr val="D4DFDB"/>
                </a:solidFill>
              </a:rPr>
              <a:t>форма или чат-бот для организатора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6F933-9A1F-4FD8-8D8C-961A5332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619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BA701C-A0EF-4A7F-840E-AF6C199C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D4DFDB"/>
                </a:solidFill>
              </a:defRPr>
            </a:defPPr>
            <a:lvl1pPr>
              <a:defRPr sz="1275" b="0">
                <a:solidFill>
                  <a:srgbClr val="D4DFDB"/>
                </a:solidFill>
              </a:defRPr>
            </a:lvl1pPr>
            <a:lvl2pPr>
              <a:defRPr sz="1275" b="0">
                <a:solidFill>
                  <a:srgbClr val="D4DFDB"/>
                </a:solidFill>
              </a:defRPr>
            </a:lvl2pPr>
            <a:lvl3pPr>
              <a:defRPr sz="1275" b="0">
                <a:solidFill>
                  <a:srgbClr val="D4DFDB"/>
                </a:solidFill>
              </a:defRPr>
            </a:lvl3pPr>
            <a:lvl4pPr>
              <a:defRPr sz="1275" b="0">
                <a:solidFill>
                  <a:srgbClr val="D4DFDB"/>
                </a:solidFill>
              </a:defRPr>
            </a:lvl4pPr>
            <a:lvl5pPr>
              <a:defRPr sz="1275" b="0">
                <a:solidFill>
                  <a:srgbClr val="D4DFDB"/>
                </a:solidFill>
              </a:defRPr>
            </a:lvl5pPr>
            <a:lvl6pPr>
              <a:defRPr sz="1275" b="0">
                <a:solidFill>
                  <a:srgbClr val="D4DFDB"/>
                </a:solidFill>
              </a:defRPr>
            </a:lvl6pPr>
            <a:lvl7pPr>
              <a:defRPr sz="1275" b="0">
                <a:solidFill>
                  <a:srgbClr val="D4DFDB"/>
                </a:solidFill>
              </a:defRPr>
            </a:lvl7pPr>
            <a:lvl8pPr>
              <a:defRPr sz="1275" b="0">
                <a:solidFill>
                  <a:srgbClr val="D4DFDB"/>
                </a:solidFill>
              </a:defRPr>
            </a:lvl8pPr>
            <a:lvl9pPr>
              <a:defRPr sz="1275" b="0">
                <a:solidFill>
                  <a:srgbClr val="D4DFD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D4DFDB"/>
                </a:solidFill>
              </a:defRPr>
            </a:pPr>
            <a:r>
              <a:rPr sz="1275" b="0">
                <a:solidFill>
                  <a:srgbClr val="D4DFDB"/>
                </a:solidFill>
              </a:rPr>
              <a:t>динамические точки на карте города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6423C-1879-4577-8DBC-9BABDFA4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267325"/>
            <a:ext cx="45148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31AC6-F4DE-4176-ACB7-2CDF3DDE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625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E8D8B6"/>
                </a:solidFill>
              </a:defRPr>
            </a:defPPr>
            <a:lvl1pPr>
              <a:defRPr sz="975" b="1">
                <a:solidFill>
                  <a:srgbClr val="E8D8B6"/>
                </a:solidFill>
              </a:defRPr>
            </a:lvl1pPr>
            <a:lvl2pPr>
              <a:defRPr sz="975" b="1">
                <a:solidFill>
                  <a:srgbClr val="E8D8B6"/>
                </a:solidFill>
              </a:defRPr>
            </a:lvl2pPr>
            <a:lvl3pPr>
              <a:defRPr sz="975" b="1">
                <a:solidFill>
                  <a:srgbClr val="E8D8B6"/>
                </a:solidFill>
              </a:defRPr>
            </a:lvl3pPr>
            <a:lvl4pPr>
              <a:defRPr sz="975" b="1">
                <a:solidFill>
                  <a:srgbClr val="E8D8B6"/>
                </a:solidFill>
              </a:defRPr>
            </a:lvl4pPr>
            <a:lvl5pPr>
              <a:defRPr sz="975" b="1">
                <a:solidFill>
                  <a:srgbClr val="E8D8B6"/>
                </a:solidFill>
              </a:defRPr>
            </a:lvl5pPr>
            <a:lvl6pPr>
              <a:defRPr sz="975" b="1">
                <a:solidFill>
                  <a:srgbClr val="E8D8B6"/>
                </a:solidFill>
              </a:defRPr>
            </a:lvl6pPr>
            <a:lvl7pPr>
              <a:defRPr sz="975" b="1">
                <a:solidFill>
                  <a:srgbClr val="E8D8B6"/>
                </a:solidFill>
              </a:defRPr>
            </a:lvl7pPr>
            <a:lvl8pPr>
              <a:defRPr sz="975" b="1">
                <a:solidFill>
                  <a:srgbClr val="E8D8B6"/>
                </a:solidFill>
              </a:defRPr>
            </a:lvl8pPr>
            <a:lvl9pPr>
              <a:defRPr sz="975" b="1">
                <a:solidFill>
                  <a:srgbClr val="E8D8B6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D8B6"/>
                </a:solidFill>
              </a:defRPr>
            </a:pPr>
            <a:r>
              <a:rPr sz="975" b="1">
                <a:solidFill>
                  <a:srgbClr val="E8D8B6"/>
                </a:solidFill>
              </a:rPr>
              <a:t>Перед поездкой детали всегда можно уточнить в карточке события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62550-2779-488F-BC79-75717CBD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9EB0AA"/>
                </a:solidFill>
              </a:defRPr>
            </a:defPPr>
            <a:lvl1pPr>
              <a:defRPr sz="675" b="1">
                <a:solidFill>
                  <a:srgbClr val="9EB0AA"/>
                </a:solidFill>
              </a:defRPr>
            </a:lvl1pPr>
            <a:lvl2pPr>
              <a:defRPr sz="675" b="1">
                <a:solidFill>
                  <a:srgbClr val="9EB0AA"/>
                </a:solidFill>
              </a:defRPr>
            </a:lvl2pPr>
            <a:lvl3pPr>
              <a:defRPr sz="675" b="1">
                <a:solidFill>
                  <a:srgbClr val="9EB0AA"/>
                </a:solidFill>
              </a:defRPr>
            </a:lvl3pPr>
            <a:lvl4pPr>
              <a:defRPr sz="675" b="1">
                <a:solidFill>
                  <a:srgbClr val="9EB0AA"/>
                </a:solidFill>
              </a:defRPr>
            </a:lvl4pPr>
            <a:lvl5pPr>
              <a:defRPr sz="675" b="1">
                <a:solidFill>
                  <a:srgbClr val="9EB0AA"/>
                </a:solidFill>
              </a:defRPr>
            </a:lvl5pPr>
            <a:lvl6pPr>
              <a:defRPr sz="675" b="1">
                <a:solidFill>
                  <a:srgbClr val="9EB0AA"/>
                </a:solidFill>
              </a:defRPr>
            </a:lvl6pPr>
            <a:lvl7pPr>
              <a:defRPr sz="675" b="1">
                <a:solidFill>
                  <a:srgbClr val="9EB0AA"/>
                </a:solidFill>
              </a:defRPr>
            </a:lvl7pPr>
            <a:lvl8pPr>
              <a:defRPr sz="675" b="1">
                <a:solidFill>
                  <a:srgbClr val="9EB0AA"/>
                </a:solidFill>
              </a:defRPr>
            </a:lvl8pPr>
            <a:lvl9pPr>
              <a:defRPr sz="675" b="1">
                <a:solidFill>
                  <a:srgbClr val="9EB0AA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9EB0AA"/>
                </a:solidFill>
              </a:defRPr>
            </a:pPr>
            <a:r>
              <a:rPr sz="675" b="1">
                <a:solidFill>
                  <a:srgbClr val="9EB0AA"/>
                </a:solidFill>
              </a:rPr>
              <a:t>QETTYQ · ASTANA PILOT · PRODUCT PROTOTYPE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1DAFD-056B-4E82-AA51-673A79AF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  <a:lvl1pPr algn="r">
              <a:defRPr sz="825" b="1">
                <a:solidFill>
                  <a:srgbClr val="FFFFFF"/>
                </a:solidFill>
              </a:defRPr>
            </a:lvl1pPr>
            <a:lvl2pPr algn="r">
              <a:defRPr sz="825" b="1">
                <a:solidFill>
                  <a:srgbClr val="FFFFFF"/>
                </a:solidFill>
              </a:defRPr>
            </a:lvl2pPr>
            <a:lvl3pPr algn="r">
              <a:defRPr sz="825" b="1">
                <a:solidFill>
                  <a:srgbClr val="FFFFFF"/>
                </a:solidFill>
              </a:defRPr>
            </a:lvl3pPr>
            <a:lvl4pPr algn="r">
              <a:defRPr sz="825" b="1">
                <a:solidFill>
                  <a:srgbClr val="FFFFFF"/>
                </a:solidFill>
              </a:defRPr>
            </a:lvl4pPr>
            <a:lvl5pPr algn="r">
              <a:defRPr sz="825" b="1">
                <a:solidFill>
                  <a:srgbClr val="FFFFFF"/>
                </a:solidFill>
              </a:defRPr>
            </a:lvl5pPr>
            <a:lvl6pPr algn="r">
              <a:defRPr sz="825" b="1">
                <a:solidFill>
                  <a:srgbClr val="FFFFFF"/>
                </a:solidFill>
              </a:defRPr>
            </a:lvl6pPr>
            <a:lvl7pPr algn="r">
              <a:defRPr sz="825" b="1">
                <a:solidFill>
                  <a:srgbClr val="FFFFFF"/>
                </a:solidFill>
              </a:defRPr>
            </a:lvl7pPr>
            <a:lvl8pPr algn="r">
              <a:defRPr sz="825" b="1">
                <a:solidFill>
                  <a:srgbClr val="FFFFFF"/>
                </a:solidFill>
              </a:defRPr>
            </a:lvl8pPr>
            <a:lvl9pPr algn="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636090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9C49B2-7055-4306-8F88-3673828C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87F6D"/>
                </a:solidFill>
              </a:defRPr>
            </a:defPPr>
            <a:lvl1pPr>
              <a:defRPr sz="900" b="1">
                <a:solidFill>
                  <a:srgbClr val="087F6D"/>
                </a:solidFill>
              </a:defRPr>
            </a:lvl1pPr>
            <a:lvl2pPr>
              <a:defRPr sz="900" b="1">
                <a:solidFill>
                  <a:srgbClr val="087F6D"/>
                </a:solidFill>
              </a:defRPr>
            </a:lvl2pPr>
            <a:lvl3pPr>
              <a:defRPr sz="900" b="1">
                <a:solidFill>
                  <a:srgbClr val="087F6D"/>
                </a:solidFill>
              </a:defRPr>
            </a:lvl3pPr>
            <a:lvl4pPr>
              <a:defRPr sz="900" b="1">
                <a:solidFill>
                  <a:srgbClr val="087F6D"/>
                </a:solidFill>
              </a:defRPr>
            </a:lvl4pPr>
            <a:lvl5pPr>
              <a:defRPr sz="900" b="1">
                <a:solidFill>
                  <a:srgbClr val="087F6D"/>
                </a:solidFill>
              </a:defRPr>
            </a:lvl5pPr>
            <a:lvl6pPr>
              <a:defRPr sz="900" b="1">
                <a:solidFill>
                  <a:srgbClr val="087F6D"/>
                </a:solidFill>
              </a:defRPr>
            </a:lvl6pPr>
            <a:lvl7pPr>
              <a:defRPr sz="900" b="1">
                <a:solidFill>
                  <a:srgbClr val="087F6D"/>
                </a:solidFill>
              </a:defRPr>
            </a:lvl7pPr>
            <a:lvl8pPr>
              <a:defRPr sz="900" b="1">
                <a:solidFill>
                  <a:srgbClr val="087F6D"/>
                </a:solidFill>
              </a:defRPr>
            </a:lvl8pPr>
            <a:lvl9pPr>
              <a:defRPr sz="90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87F6D"/>
                </a:solidFill>
              </a:defRPr>
            </a:pPr>
            <a:r>
              <a:rPr sz="900" b="1">
                <a:solidFill>
                  <a:srgbClr val="087F6D"/>
                </a:solidFill>
              </a:rPr>
              <a:t>КАК РАБОТАЕТ РЕКОМЕНДАЦИЯ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537A8-17D7-48C6-BCA8-3109DC7B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1412"/>
                </a:solidFill>
              </a:defRPr>
            </a:defPPr>
            <a:lvl1pPr>
              <a:defRPr sz="3150" b="1">
                <a:solidFill>
                  <a:srgbClr val="101412"/>
                </a:solidFill>
              </a:defRPr>
            </a:lvl1pPr>
            <a:lvl2pPr>
              <a:defRPr sz="3150" b="1">
                <a:solidFill>
                  <a:srgbClr val="101412"/>
                </a:solidFill>
              </a:defRPr>
            </a:lvl2pPr>
            <a:lvl3pPr>
              <a:defRPr sz="3150" b="1">
                <a:solidFill>
                  <a:srgbClr val="101412"/>
                </a:solidFill>
              </a:defRPr>
            </a:lvl3pPr>
            <a:lvl4pPr>
              <a:defRPr sz="3150" b="1">
                <a:solidFill>
                  <a:srgbClr val="101412"/>
                </a:solidFill>
              </a:defRPr>
            </a:lvl4pPr>
            <a:lvl5pPr>
              <a:defRPr sz="3150" b="1">
                <a:solidFill>
                  <a:srgbClr val="101412"/>
                </a:solidFill>
              </a:defRPr>
            </a:lvl5pPr>
            <a:lvl6pPr>
              <a:defRPr sz="3150" b="1">
                <a:solidFill>
                  <a:srgbClr val="101412"/>
                </a:solidFill>
              </a:defRPr>
            </a:lvl6pPr>
            <a:lvl7pPr>
              <a:defRPr sz="3150" b="1">
                <a:solidFill>
                  <a:srgbClr val="101412"/>
                </a:solidFill>
              </a:defRPr>
            </a:lvl7pPr>
            <a:lvl8pPr>
              <a:defRPr sz="3150" b="1">
                <a:solidFill>
                  <a:srgbClr val="101412"/>
                </a:solidFill>
              </a:defRPr>
            </a:lvl8pPr>
            <a:lvl9pPr>
              <a:defRPr sz="315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1412"/>
                </a:solidFill>
              </a:defRPr>
            </a:pPr>
            <a:r>
              <a:rPr sz="3150" b="1">
                <a:solidFill>
                  <a:srgbClr val="101412"/>
                </a:solidFill>
              </a:rPr>
              <a:t>Предпочтения становятся объяснимым маршрутом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8F2B0-4177-4E33-932F-CEFB8A59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62250"/>
            <a:ext cx="2095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EE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16D8A-138C-457C-8C4C-98FCA7D8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00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6D"/>
                </a:solidFill>
              </a:defRPr>
            </a:defPPr>
            <a:lvl1pPr>
              <a:defRPr sz="1350" b="1">
                <a:solidFill>
                  <a:srgbClr val="087F6D"/>
                </a:solidFill>
              </a:defRPr>
            </a:lvl1pPr>
            <a:lvl2pPr>
              <a:defRPr sz="1350" b="1">
                <a:solidFill>
                  <a:srgbClr val="087F6D"/>
                </a:solidFill>
              </a:defRPr>
            </a:lvl2pPr>
            <a:lvl3pPr>
              <a:defRPr sz="1350" b="1">
                <a:solidFill>
                  <a:srgbClr val="087F6D"/>
                </a:solidFill>
              </a:defRPr>
            </a:lvl3pPr>
            <a:lvl4pPr>
              <a:defRPr sz="1350" b="1">
                <a:solidFill>
                  <a:srgbClr val="087F6D"/>
                </a:solidFill>
              </a:defRPr>
            </a:lvl4pPr>
            <a:lvl5pPr>
              <a:defRPr sz="1350" b="1">
                <a:solidFill>
                  <a:srgbClr val="087F6D"/>
                </a:solidFill>
              </a:defRPr>
            </a:lvl5pPr>
            <a:lvl6pPr>
              <a:defRPr sz="1350" b="1">
                <a:solidFill>
                  <a:srgbClr val="087F6D"/>
                </a:solidFill>
              </a:defRPr>
            </a:lvl6pPr>
            <a:lvl7pPr>
              <a:defRPr sz="1350" b="1">
                <a:solidFill>
                  <a:srgbClr val="087F6D"/>
                </a:solidFill>
              </a:defRPr>
            </a:lvl7pPr>
            <a:lvl8pPr>
              <a:defRPr sz="1350" b="1">
                <a:solidFill>
                  <a:srgbClr val="087F6D"/>
                </a:solidFill>
              </a:defRPr>
            </a:lvl8pPr>
            <a:lvl9pPr>
              <a:defRPr sz="135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6D"/>
                </a:solidFill>
              </a:defRPr>
            </a:pPr>
            <a:r>
              <a:rPr sz="1350" b="1">
                <a:solidFill>
                  <a:srgbClr val="087F6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48EA4-C77A-4CE2-B883-525F501E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7662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1412"/>
                </a:solidFill>
              </a:defRPr>
            </a:defPPr>
            <a:lvl1pPr>
              <a:defRPr sz="1350" b="1">
                <a:solidFill>
                  <a:srgbClr val="101412"/>
                </a:solidFill>
              </a:defRPr>
            </a:lvl1pPr>
            <a:lvl2pPr>
              <a:defRPr sz="1350" b="1">
                <a:solidFill>
                  <a:srgbClr val="101412"/>
                </a:solidFill>
              </a:defRPr>
            </a:lvl2pPr>
            <a:lvl3pPr>
              <a:defRPr sz="1350" b="1">
                <a:solidFill>
                  <a:srgbClr val="101412"/>
                </a:solidFill>
              </a:defRPr>
            </a:lvl3pPr>
            <a:lvl4pPr>
              <a:defRPr sz="1350" b="1">
                <a:solidFill>
                  <a:srgbClr val="101412"/>
                </a:solidFill>
              </a:defRPr>
            </a:lvl4pPr>
            <a:lvl5pPr>
              <a:defRPr sz="1350" b="1">
                <a:solidFill>
                  <a:srgbClr val="101412"/>
                </a:solidFill>
              </a:defRPr>
            </a:lvl5pPr>
            <a:lvl6pPr>
              <a:defRPr sz="1350" b="1">
                <a:solidFill>
                  <a:srgbClr val="101412"/>
                </a:solidFill>
              </a:defRPr>
            </a:lvl6pPr>
            <a:lvl7pPr>
              <a:defRPr sz="1350" b="1">
                <a:solidFill>
                  <a:srgbClr val="101412"/>
                </a:solidFill>
              </a:defRPr>
            </a:lvl7pPr>
            <a:lvl8pPr>
              <a:defRPr sz="1350" b="1">
                <a:solidFill>
                  <a:srgbClr val="101412"/>
                </a:solidFill>
              </a:defRPr>
            </a:lvl8pPr>
            <a:lvl9pPr>
              <a:defRPr sz="135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1412"/>
                </a:solidFill>
              </a:defRPr>
            </a:pPr>
            <a:r>
              <a:rPr sz="1350" b="1">
                <a:solidFill>
                  <a:srgbClr val="101412"/>
                </a:solidFill>
              </a:rPr>
              <a:t>ВКУС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3E3EF-3060-46F5-91EA-D288769E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0525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8716D"/>
                </a:solidFill>
              </a:defRPr>
            </a:defPPr>
            <a:lvl1pPr>
              <a:defRPr sz="975" b="0">
                <a:solidFill>
                  <a:srgbClr val="68716D"/>
                </a:solidFill>
              </a:defRPr>
            </a:lvl1pPr>
            <a:lvl2pPr>
              <a:defRPr sz="975" b="0">
                <a:solidFill>
                  <a:srgbClr val="68716D"/>
                </a:solidFill>
              </a:defRPr>
            </a:lvl2pPr>
            <a:lvl3pPr>
              <a:defRPr sz="975" b="0">
                <a:solidFill>
                  <a:srgbClr val="68716D"/>
                </a:solidFill>
              </a:defRPr>
            </a:lvl3pPr>
            <a:lvl4pPr>
              <a:defRPr sz="975" b="0">
                <a:solidFill>
                  <a:srgbClr val="68716D"/>
                </a:solidFill>
              </a:defRPr>
            </a:lvl4pPr>
            <a:lvl5pPr>
              <a:defRPr sz="975" b="0">
                <a:solidFill>
                  <a:srgbClr val="68716D"/>
                </a:solidFill>
              </a:defRPr>
            </a:lvl5pPr>
            <a:lvl6pPr>
              <a:defRPr sz="975" b="0">
                <a:solidFill>
                  <a:srgbClr val="68716D"/>
                </a:solidFill>
              </a:defRPr>
            </a:lvl6pPr>
            <a:lvl7pPr>
              <a:defRPr sz="975" b="0">
                <a:solidFill>
                  <a:srgbClr val="68716D"/>
                </a:solidFill>
              </a:defRPr>
            </a:lvl7pPr>
            <a:lvl8pPr>
              <a:defRPr sz="975" b="0">
                <a:solidFill>
                  <a:srgbClr val="68716D"/>
                </a:solidFill>
              </a:defRPr>
            </a:lvl8pPr>
            <a:lvl9pPr>
              <a:defRPr sz="975" b="0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8716D"/>
                </a:solidFill>
              </a:defRPr>
            </a:pPr>
            <a:r>
              <a:rPr sz="975" b="0">
                <a:solidFill>
                  <a:srgbClr val="68716D"/>
                </a:solidFill>
              </a:rPr>
              <a:t>свайпы и прошлые посещения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218AD-4CDA-445E-B349-FCB53E0A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762250"/>
            <a:ext cx="2095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EE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48462-567B-4849-B4CF-E0BA36C6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00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6D"/>
                </a:solidFill>
              </a:defRPr>
            </a:defPPr>
            <a:lvl1pPr>
              <a:defRPr sz="1350" b="1">
                <a:solidFill>
                  <a:srgbClr val="087F6D"/>
                </a:solidFill>
              </a:defRPr>
            </a:lvl1pPr>
            <a:lvl2pPr>
              <a:defRPr sz="1350" b="1">
                <a:solidFill>
                  <a:srgbClr val="087F6D"/>
                </a:solidFill>
              </a:defRPr>
            </a:lvl2pPr>
            <a:lvl3pPr>
              <a:defRPr sz="1350" b="1">
                <a:solidFill>
                  <a:srgbClr val="087F6D"/>
                </a:solidFill>
              </a:defRPr>
            </a:lvl3pPr>
            <a:lvl4pPr>
              <a:defRPr sz="1350" b="1">
                <a:solidFill>
                  <a:srgbClr val="087F6D"/>
                </a:solidFill>
              </a:defRPr>
            </a:lvl4pPr>
            <a:lvl5pPr>
              <a:defRPr sz="1350" b="1">
                <a:solidFill>
                  <a:srgbClr val="087F6D"/>
                </a:solidFill>
              </a:defRPr>
            </a:lvl5pPr>
            <a:lvl6pPr>
              <a:defRPr sz="1350" b="1">
                <a:solidFill>
                  <a:srgbClr val="087F6D"/>
                </a:solidFill>
              </a:defRPr>
            </a:lvl6pPr>
            <a:lvl7pPr>
              <a:defRPr sz="1350" b="1">
                <a:solidFill>
                  <a:srgbClr val="087F6D"/>
                </a:solidFill>
              </a:defRPr>
            </a:lvl7pPr>
            <a:lvl8pPr>
              <a:defRPr sz="1350" b="1">
                <a:solidFill>
                  <a:srgbClr val="087F6D"/>
                </a:solidFill>
              </a:defRPr>
            </a:lvl8pPr>
            <a:lvl9pPr>
              <a:defRPr sz="135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6D"/>
                </a:solidFill>
              </a:defRPr>
            </a:pPr>
            <a:r>
              <a:rPr sz="1350" b="1">
                <a:solidFill>
                  <a:srgbClr val="087F6D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98C41-9B0C-4AFC-95CA-FDEB0AA3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7662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1412"/>
                </a:solidFill>
              </a:defRPr>
            </a:defPPr>
            <a:lvl1pPr>
              <a:defRPr sz="1350" b="1">
                <a:solidFill>
                  <a:srgbClr val="101412"/>
                </a:solidFill>
              </a:defRPr>
            </a:lvl1pPr>
            <a:lvl2pPr>
              <a:defRPr sz="1350" b="1">
                <a:solidFill>
                  <a:srgbClr val="101412"/>
                </a:solidFill>
              </a:defRPr>
            </a:lvl2pPr>
            <a:lvl3pPr>
              <a:defRPr sz="1350" b="1">
                <a:solidFill>
                  <a:srgbClr val="101412"/>
                </a:solidFill>
              </a:defRPr>
            </a:lvl3pPr>
            <a:lvl4pPr>
              <a:defRPr sz="1350" b="1">
                <a:solidFill>
                  <a:srgbClr val="101412"/>
                </a:solidFill>
              </a:defRPr>
            </a:lvl4pPr>
            <a:lvl5pPr>
              <a:defRPr sz="1350" b="1">
                <a:solidFill>
                  <a:srgbClr val="101412"/>
                </a:solidFill>
              </a:defRPr>
            </a:lvl5pPr>
            <a:lvl6pPr>
              <a:defRPr sz="1350" b="1">
                <a:solidFill>
                  <a:srgbClr val="101412"/>
                </a:solidFill>
              </a:defRPr>
            </a:lvl6pPr>
            <a:lvl7pPr>
              <a:defRPr sz="1350" b="1">
                <a:solidFill>
                  <a:srgbClr val="101412"/>
                </a:solidFill>
              </a:defRPr>
            </a:lvl7pPr>
            <a:lvl8pPr>
              <a:defRPr sz="1350" b="1">
                <a:solidFill>
                  <a:srgbClr val="101412"/>
                </a:solidFill>
              </a:defRPr>
            </a:lvl8pPr>
            <a:lvl9pPr>
              <a:defRPr sz="135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1412"/>
                </a:solidFill>
              </a:defRPr>
            </a:pPr>
            <a:r>
              <a:rPr sz="1350" b="1">
                <a:solidFill>
                  <a:srgbClr val="101412"/>
                </a:solidFill>
              </a:rPr>
              <a:t>ПОДБОР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99A21-DD57-4C70-AF92-6DE0D6DC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0525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8716D"/>
                </a:solidFill>
              </a:defRPr>
            </a:defPPr>
            <a:lvl1pPr>
              <a:defRPr sz="975" b="0">
                <a:solidFill>
                  <a:srgbClr val="68716D"/>
                </a:solidFill>
              </a:defRPr>
            </a:lvl1pPr>
            <a:lvl2pPr>
              <a:defRPr sz="975" b="0">
                <a:solidFill>
                  <a:srgbClr val="68716D"/>
                </a:solidFill>
              </a:defRPr>
            </a:lvl2pPr>
            <a:lvl3pPr>
              <a:defRPr sz="975" b="0">
                <a:solidFill>
                  <a:srgbClr val="68716D"/>
                </a:solidFill>
              </a:defRPr>
            </a:lvl3pPr>
            <a:lvl4pPr>
              <a:defRPr sz="975" b="0">
                <a:solidFill>
                  <a:srgbClr val="68716D"/>
                </a:solidFill>
              </a:defRPr>
            </a:lvl4pPr>
            <a:lvl5pPr>
              <a:defRPr sz="975" b="0">
                <a:solidFill>
                  <a:srgbClr val="68716D"/>
                </a:solidFill>
              </a:defRPr>
            </a:lvl5pPr>
            <a:lvl6pPr>
              <a:defRPr sz="975" b="0">
                <a:solidFill>
                  <a:srgbClr val="68716D"/>
                </a:solidFill>
              </a:defRPr>
            </a:lvl6pPr>
            <a:lvl7pPr>
              <a:defRPr sz="975" b="0">
                <a:solidFill>
                  <a:srgbClr val="68716D"/>
                </a:solidFill>
              </a:defRPr>
            </a:lvl7pPr>
            <a:lvl8pPr>
              <a:defRPr sz="975" b="0">
                <a:solidFill>
                  <a:srgbClr val="68716D"/>
                </a:solidFill>
              </a:defRPr>
            </a:lvl8pPr>
            <a:lvl9pPr>
              <a:defRPr sz="975" b="0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8716D"/>
                </a:solidFill>
              </a:defRPr>
            </a:pPr>
            <a:r>
              <a:rPr sz="975" b="0">
                <a:solidFill>
                  <a:srgbClr val="68716D"/>
                </a:solidFill>
              </a:rPr>
              <a:t>подходящие события подсвечены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DB6C3-8DF6-4CD9-8A66-1DECFF9D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762250"/>
            <a:ext cx="2095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EE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43860D-F3BD-4CBB-AEA7-246DE113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000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6D"/>
                </a:solidFill>
              </a:defRPr>
            </a:defPPr>
            <a:lvl1pPr>
              <a:defRPr sz="1350" b="1">
                <a:solidFill>
                  <a:srgbClr val="087F6D"/>
                </a:solidFill>
              </a:defRPr>
            </a:lvl1pPr>
            <a:lvl2pPr>
              <a:defRPr sz="1350" b="1">
                <a:solidFill>
                  <a:srgbClr val="087F6D"/>
                </a:solidFill>
              </a:defRPr>
            </a:lvl2pPr>
            <a:lvl3pPr>
              <a:defRPr sz="1350" b="1">
                <a:solidFill>
                  <a:srgbClr val="087F6D"/>
                </a:solidFill>
              </a:defRPr>
            </a:lvl3pPr>
            <a:lvl4pPr>
              <a:defRPr sz="1350" b="1">
                <a:solidFill>
                  <a:srgbClr val="087F6D"/>
                </a:solidFill>
              </a:defRPr>
            </a:lvl4pPr>
            <a:lvl5pPr>
              <a:defRPr sz="1350" b="1">
                <a:solidFill>
                  <a:srgbClr val="087F6D"/>
                </a:solidFill>
              </a:defRPr>
            </a:lvl5pPr>
            <a:lvl6pPr>
              <a:defRPr sz="1350" b="1">
                <a:solidFill>
                  <a:srgbClr val="087F6D"/>
                </a:solidFill>
              </a:defRPr>
            </a:lvl6pPr>
            <a:lvl7pPr>
              <a:defRPr sz="1350" b="1">
                <a:solidFill>
                  <a:srgbClr val="087F6D"/>
                </a:solidFill>
              </a:defRPr>
            </a:lvl7pPr>
            <a:lvl8pPr>
              <a:defRPr sz="1350" b="1">
                <a:solidFill>
                  <a:srgbClr val="087F6D"/>
                </a:solidFill>
              </a:defRPr>
            </a:lvl8pPr>
            <a:lvl9pPr>
              <a:defRPr sz="135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6D"/>
                </a:solidFill>
              </a:defRPr>
            </a:pPr>
            <a:r>
              <a:rPr sz="1350" b="1">
                <a:solidFill>
                  <a:srgbClr val="087F6D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D71BA6-3301-4F2F-87C8-C34EA3A1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47662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1412"/>
                </a:solidFill>
              </a:defRPr>
            </a:defPPr>
            <a:lvl1pPr>
              <a:defRPr sz="1350" b="1">
                <a:solidFill>
                  <a:srgbClr val="101412"/>
                </a:solidFill>
              </a:defRPr>
            </a:lvl1pPr>
            <a:lvl2pPr>
              <a:defRPr sz="1350" b="1">
                <a:solidFill>
                  <a:srgbClr val="101412"/>
                </a:solidFill>
              </a:defRPr>
            </a:lvl2pPr>
            <a:lvl3pPr>
              <a:defRPr sz="1350" b="1">
                <a:solidFill>
                  <a:srgbClr val="101412"/>
                </a:solidFill>
              </a:defRPr>
            </a:lvl3pPr>
            <a:lvl4pPr>
              <a:defRPr sz="1350" b="1">
                <a:solidFill>
                  <a:srgbClr val="101412"/>
                </a:solidFill>
              </a:defRPr>
            </a:lvl4pPr>
            <a:lvl5pPr>
              <a:defRPr sz="1350" b="1">
                <a:solidFill>
                  <a:srgbClr val="101412"/>
                </a:solidFill>
              </a:defRPr>
            </a:lvl5pPr>
            <a:lvl6pPr>
              <a:defRPr sz="1350" b="1">
                <a:solidFill>
                  <a:srgbClr val="101412"/>
                </a:solidFill>
              </a:defRPr>
            </a:lvl6pPr>
            <a:lvl7pPr>
              <a:defRPr sz="1350" b="1">
                <a:solidFill>
                  <a:srgbClr val="101412"/>
                </a:solidFill>
              </a:defRPr>
            </a:lvl7pPr>
            <a:lvl8pPr>
              <a:defRPr sz="1350" b="1">
                <a:solidFill>
                  <a:srgbClr val="101412"/>
                </a:solidFill>
              </a:defRPr>
            </a:lvl8pPr>
            <a:lvl9pPr>
              <a:defRPr sz="135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1412"/>
                </a:solidFill>
              </a:defRPr>
            </a:pPr>
            <a:r>
              <a:rPr sz="1350" b="1">
                <a:solidFill>
                  <a:srgbClr val="101412"/>
                </a:solidFill>
              </a:rPr>
              <a:t>ДОРОГА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C4761E-E970-45E4-81D5-693226BC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0525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8716D"/>
                </a:solidFill>
              </a:defRPr>
            </a:defPPr>
            <a:lvl1pPr>
              <a:defRPr sz="975" b="0">
                <a:solidFill>
                  <a:srgbClr val="68716D"/>
                </a:solidFill>
              </a:defRPr>
            </a:lvl1pPr>
            <a:lvl2pPr>
              <a:defRPr sz="975" b="0">
                <a:solidFill>
                  <a:srgbClr val="68716D"/>
                </a:solidFill>
              </a:defRPr>
            </a:lvl2pPr>
            <a:lvl3pPr>
              <a:defRPr sz="975" b="0">
                <a:solidFill>
                  <a:srgbClr val="68716D"/>
                </a:solidFill>
              </a:defRPr>
            </a:lvl3pPr>
            <a:lvl4pPr>
              <a:defRPr sz="975" b="0">
                <a:solidFill>
                  <a:srgbClr val="68716D"/>
                </a:solidFill>
              </a:defRPr>
            </a:lvl4pPr>
            <a:lvl5pPr>
              <a:defRPr sz="975" b="0">
                <a:solidFill>
                  <a:srgbClr val="68716D"/>
                </a:solidFill>
              </a:defRPr>
            </a:lvl5pPr>
            <a:lvl6pPr>
              <a:defRPr sz="975" b="0">
                <a:solidFill>
                  <a:srgbClr val="68716D"/>
                </a:solidFill>
              </a:defRPr>
            </a:lvl6pPr>
            <a:lvl7pPr>
              <a:defRPr sz="975" b="0">
                <a:solidFill>
                  <a:srgbClr val="68716D"/>
                </a:solidFill>
              </a:defRPr>
            </a:lvl7pPr>
            <a:lvl8pPr>
              <a:defRPr sz="975" b="0">
                <a:solidFill>
                  <a:srgbClr val="68716D"/>
                </a:solidFill>
              </a:defRPr>
            </a:lvl8pPr>
            <a:lvl9pPr>
              <a:defRPr sz="975" b="0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8716D"/>
                </a:solidFill>
              </a:defRPr>
            </a:pPr>
            <a:r>
              <a:rPr sz="975" b="0">
                <a:solidFill>
                  <a:srgbClr val="68716D"/>
                </a:solidFill>
              </a:rPr>
              <a:t>пешком или примерная поездка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01A823-AB6E-4F00-8BFF-E80A8C7F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62250"/>
            <a:ext cx="2095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EE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16AE9A-341B-4562-B217-71AF61D9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000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6D"/>
                </a:solidFill>
              </a:defRPr>
            </a:defPPr>
            <a:lvl1pPr>
              <a:defRPr sz="1350" b="1">
                <a:solidFill>
                  <a:srgbClr val="087F6D"/>
                </a:solidFill>
              </a:defRPr>
            </a:lvl1pPr>
            <a:lvl2pPr>
              <a:defRPr sz="1350" b="1">
                <a:solidFill>
                  <a:srgbClr val="087F6D"/>
                </a:solidFill>
              </a:defRPr>
            </a:lvl2pPr>
            <a:lvl3pPr>
              <a:defRPr sz="1350" b="1">
                <a:solidFill>
                  <a:srgbClr val="087F6D"/>
                </a:solidFill>
              </a:defRPr>
            </a:lvl3pPr>
            <a:lvl4pPr>
              <a:defRPr sz="1350" b="1">
                <a:solidFill>
                  <a:srgbClr val="087F6D"/>
                </a:solidFill>
              </a:defRPr>
            </a:lvl4pPr>
            <a:lvl5pPr>
              <a:defRPr sz="1350" b="1">
                <a:solidFill>
                  <a:srgbClr val="087F6D"/>
                </a:solidFill>
              </a:defRPr>
            </a:lvl5pPr>
            <a:lvl6pPr>
              <a:defRPr sz="1350" b="1">
                <a:solidFill>
                  <a:srgbClr val="087F6D"/>
                </a:solidFill>
              </a:defRPr>
            </a:lvl6pPr>
            <a:lvl7pPr>
              <a:defRPr sz="1350" b="1">
                <a:solidFill>
                  <a:srgbClr val="087F6D"/>
                </a:solidFill>
              </a:defRPr>
            </a:lvl7pPr>
            <a:lvl8pPr>
              <a:defRPr sz="1350" b="1">
                <a:solidFill>
                  <a:srgbClr val="087F6D"/>
                </a:solidFill>
              </a:defRPr>
            </a:lvl8pPr>
            <a:lvl9pPr>
              <a:defRPr sz="135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6D"/>
                </a:solidFill>
              </a:defRPr>
            </a:pPr>
            <a:r>
              <a:rPr sz="1350" b="1">
                <a:solidFill>
                  <a:srgbClr val="087F6D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96D53-7317-48E8-8470-17B07F25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47662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1412"/>
                </a:solidFill>
              </a:defRPr>
            </a:defPPr>
            <a:lvl1pPr>
              <a:defRPr sz="1350" b="1">
                <a:solidFill>
                  <a:srgbClr val="101412"/>
                </a:solidFill>
              </a:defRPr>
            </a:lvl1pPr>
            <a:lvl2pPr>
              <a:defRPr sz="1350" b="1">
                <a:solidFill>
                  <a:srgbClr val="101412"/>
                </a:solidFill>
              </a:defRPr>
            </a:lvl2pPr>
            <a:lvl3pPr>
              <a:defRPr sz="1350" b="1">
                <a:solidFill>
                  <a:srgbClr val="101412"/>
                </a:solidFill>
              </a:defRPr>
            </a:lvl3pPr>
            <a:lvl4pPr>
              <a:defRPr sz="1350" b="1">
                <a:solidFill>
                  <a:srgbClr val="101412"/>
                </a:solidFill>
              </a:defRPr>
            </a:lvl4pPr>
            <a:lvl5pPr>
              <a:defRPr sz="1350" b="1">
                <a:solidFill>
                  <a:srgbClr val="101412"/>
                </a:solidFill>
              </a:defRPr>
            </a:lvl5pPr>
            <a:lvl6pPr>
              <a:defRPr sz="1350" b="1">
                <a:solidFill>
                  <a:srgbClr val="101412"/>
                </a:solidFill>
              </a:defRPr>
            </a:lvl6pPr>
            <a:lvl7pPr>
              <a:defRPr sz="1350" b="1">
                <a:solidFill>
                  <a:srgbClr val="101412"/>
                </a:solidFill>
              </a:defRPr>
            </a:lvl7pPr>
            <a:lvl8pPr>
              <a:defRPr sz="1350" b="1">
                <a:solidFill>
                  <a:srgbClr val="101412"/>
                </a:solidFill>
              </a:defRPr>
            </a:lvl8pPr>
            <a:lvl9pPr>
              <a:defRPr sz="135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1412"/>
                </a:solidFill>
              </a:defRPr>
            </a:pPr>
            <a:r>
              <a:rPr sz="1350" b="1">
                <a:solidFill>
                  <a:srgbClr val="101412"/>
                </a:solidFill>
              </a:rPr>
              <a:t>СВЯЗЬ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2233CF-E880-4AED-96DF-73B25088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90525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8716D"/>
                </a:solidFill>
              </a:defRPr>
            </a:defPPr>
            <a:lvl1pPr>
              <a:defRPr sz="975" b="0">
                <a:solidFill>
                  <a:srgbClr val="68716D"/>
                </a:solidFill>
              </a:defRPr>
            </a:lvl1pPr>
            <a:lvl2pPr>
              <a:defRPr sz="975" b="0">
                <a:solidFill>
                  <a:srgbClr val="68716D"/>
                </a:solidFill>
              </a:defRPr>
            </a:lvl2pPr>
            <a:lvl3pPr>
              <a:defRPr sz="975" b="0">
                <a:solidFill>
                  <a:srgbClr val="68716D"/>
                </a:solidFill>
              </a:defRPr>
            </a:lvl3pPr>
            <a:lvl4pPr>
              <a:defRPr sz="975" b="0">
                <a:solidFill>
                  <a:srgbClr val="68716D"/>
                </a:solidFill>
              </a:defRPr>
            </a:lvl4pPr>
            <a:lvl5pPr>
              <a:defRPr sz="975" b="0">
                <a:solidFill>
                  <a:srgbClr val="68716D"/>
                </a:solidFill>
              </a:defRPr>
            </a:lvl5pPr>
            <a:lvl6pPr>
              <a:defRPr sz="975" b="0">
                <a:solidFill>
                  <a:srgbClr val="68716D"/>
                </a:solidFill>
              </a:defRPr>
            </a:lvl6pPr>
            <a:lvl7pPr>
              <a:defRPr sz="975" b="0">
                <a:solidFill>
                  <a:srgbClr val="68716D"/>
                </a:solidFill>
              </a:defRPr>
            </a:lvl7pPr>
            <a:lvl8pPr>
              <a:defRPr sz="975" b="0">
                <a:solidFill>
                  <a:srgbClr val="68716D"/>
                </a:solidFill>
              </a:defRPr>
            </a:lvl8pPr>
            <a:lvl9pPr>
              <a:defRPr sz="975" b="0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8716D"/>
                </a:solidFill>
              </a:defRPr>
            </a:pPr>
            <a:r>
              <a:rPr sz="975" b="0">
                <a:solidFill>
                  <a:srgbClr val="68716D"/>
                </a:solidFill>
              </a:rPr>
              <a:t>организатор, WhatsApp или бронь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C7F71C-655F-4C78-B388-DF3EB06D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762250"/>
            <a:ext cx="2095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DDF5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B2C4B1-E003-4AAE-BD84-A4D34A97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000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6D"/>
                </a:solidFill>
              </a:defRPr>
            </a:defPPr>
            <a:lvl1pPr>
              <a:defRPr sz="1350" b="1">
                <a:solidFill>
                  <a:srgbClr val="087F6D"/>
                </a:solidFill>
              </a:defRPr>
            </a:lvl1pPr>
            <a:lvl2pPr>
              <a:defRPr sz="1350" b="1">
                <a:solidFill>
                  <a:srgbClr val="087F6D"/>
                </a:solidFill>
              </a:defRPr>
            </a:lvl2pPr>
            <a:lvl3pPr>
              <a:defRPr sz="1350" b="1">
                <a:solidFill>
                  <a:srgbClr val="087F6D"/>
                </a:solidFill>
              </a:defRPr>
            </a:lvl3pPr>
            <a:lvl4pPr>
              <a:defRPr sz="1350" b="1">
                <a:solidFill>
                  <a:srgbClr val="087F6D"/>
                </a:solidFill>
              </a:defRPr>
            </a:lvl4pPr>
            <a:lvl5pPr>
              <a:defRPr sz="1350" b="1">
                <a:solidFill>
                  <a:srgbClr val="087F6D"/>
                </a:solidFill>
              </a:defRPr>
            </a:lvl5pPr>
            <a:lvl6pPr>
              <a:defRPr sz="1350" b="1">
                <a:solidFill>
                  <a:srgbClr val="087F6D"/>
                </a:solidFill>
              </a:defRPr>
            </a:lvl6pPr>
            <a:lvl7pPr>
              <a:defRPr sz="1350" b="1">
                <a:solidFill>
                  <a:srgbClr val="087F6D"/>
                </a:solidFill>
              </a:defRPr>
            </a:lvl7pPr>
            <a:lvl8pPr>
              <a:defRPr sz="1350" b="1">
                <a:solidFill>
                  <a:srgbClr val="087F6D"/>
                </a:solidFill>
              </a:defRPr>
            </a:lvl8pPr>
            <a:lvl9pPr>
              <a:defRPr sz="135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6D"/>
                </a:solidFill>
              </a:defRPr>
            </a:pPr>
            <a:r>
              <a:rPr sz="1350" b="1">
                <a:solidFill>
                  <a:srgbClr val="087F6D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22CB05-5A5D-49CF-9FC3-55A9B62B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47662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1412"/>
                </a:solidFill>
              </a:defRPr>
            </a:defPPr>
            <a:lvl1pPr>
              <a:defRPr sz="1350" b="1">
                <a:solidFill>
                  <a:srgbClr val="101412"/>
                </a:solidFill>
              </a:defRPr>
            </a:lvl1pPr>
            <a:lvl2pPr>
              <a:defRPr sz="1350" b="1">
                <a:solidFill>
                  <a:srgbClr val="101412"/>
                </a:solidFill>
              </a:defRPr>
            </a:lvl2pPr>
            <a:lvl3pPr>
              <a:defRPr sz="1350" b="1">
                <a:solidFill>
                  <a:srgbClr val="101412"/>
                </a:solidFill>
              </a:defRPr>
            </a:lvl3pPr>
            <a:lvl4pPr>
              <a:defRPr sz="1350" b="1">
                <a:solidFill>
                  <a:srgbClr val="101412"/>
                </a:solidFill>
              </a:defRPr>
            </a:lvl4pPr>
            <a:lvl5pPr>
              <a:defRPr sz="1350" b="1">
                <a:solidFill>
                  <a:srgbClr val="101412"/>
                </a:solidFill>
              </a:defRPr>
            </a:lvl5pPr>
            <a:lvl6pPr>
              <a:defRPr sz="1350" b="1">
                <a:solidFill>
                  <a:srgbClr val="101412"/>
                </a:solidFill>
              </a:defRPr>
            </a:lvl6pPr>
            <a:lvl7pPr>
              <a:defRPr sz="1350" b="1">
                <a:solidFill>
                  <a:srgbClr val="101412"/>
                </a:solidFill>
              </a:defRPr>
            </a:lvl7pPr>
            <a:lvl8pPr>
              <a:defRPr sz="1350" b="1">
                <a:solidFill>
                  <a:srgbClr val="101412"/>
                </a:solidFill>
              </a:defRPr>
            </a:lvl8pPr>
            <a:lvl9pPr>
              <a:defRPr sz="135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1412"/>
                </a:solidFill>
              </a:defRPr>
            </a:pPr>
            <a:r>
              <a:rPr sz="1350" b="1">
                <a:solidFill>
                  <a:srgbClr val="101412"/>
                </a:solidFill>
              </a:rPr>
              <a:t>ПАМЯТЬ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A46ECE-B8E2-45C7-9304-528DF586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90525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8716D"/>
                </a:solidFill>
              </a:defRPr>
            </a:defPPr>
            <a:lvl1pPr>
              <a:defRPr sz="975" b="0">
                <a:solidFill>
                  <a:srgbClr val="68716D"/>
                </a:solidFill>
              </a:defRPr>
            </a:lvl1pPr>
            <a:lvl2pPr>
              <a:defRPr sz="975" b="0">
                <a:solidFill>
                  <a:srgbClr val="68716D"/>
                </a:solidFill>
              </a:defRPr>
            </a:lvl2pPr>
            <a:lvl3pPr>
              <a:defRPr sz="975" b="0">
                <a:solidFill>
                  <a:srgbClr val="68716D"/>
                </a:solidFill>
              </a:defRPr>
            </a:lvl3pPr>
            <a:lvl4pPr>
              <a:defRPr sz="975" b="0">
                <a:solidFill>
                  <a:srgbClr val="68716D"/>
                </a:solidFill>
              </a:defRPr>
            </a:lvl4pPr>
            <a:lvl5pPr>
              <a:defRPr sz="975" b="0">
                <a:solidFill>
                  <a:srgbClr val="68716D"/>
                </a:solidFill>
              </a:defRPr>
            </a:lvl5pPr>
            <a:lvl6pPr>
              <a:defRPr sz="975" b="0">
                <a:solidFill>
                  <a:srgbClr val="68716D"/>
                </a:solidFill>
              </a:defRPr>
            </a:lvl6pPr>
            <a:lvl7pPr>
              <a:defRPr sz="975" b="0">
                <a:solidFill>
                  <a:srgbClr val="68716D"/>
                </a:solidFill>
              </a:defRPr>
            </a:lvl7pPr>
            <a:lvl8pPr>
              <a:defRPr sz="975" b="0">
                <a:solidFill>
                  <a:srgbClr val="68716D"/>
                </a:solidFill>
              </a:defRPr>
            </a:lvl8pPr>
            <a:lvl9pPr>
              <a:defRPr sz="975" b="0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8716D"/>
                </a:solidFill>
              </a:defRPr>
            </a:pPr>
            <a:r>
              <a:rPr sz="975" b="0">
                <a:solidFill>
                  <a:srgbClr val="68716D"/>
                </a:solidFill>
              </a:rPr>
              <a:t>результат дополняет профиль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7F55A0-98CD-48F0-B4FD-26E9A137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1085850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0D2E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09FD8D-5FCC-4E99-8D38-43C938BC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3397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RAG-профиль хранит предпочтения и историю действий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C33450-024B-45A3-93BD-5772FC77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673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ED0CA"/>
                </a:solidFill>
              </a:defRPr>
            </a:defPPr>
            <a:lvl1pPr>
              <a:defRPr sz="1050" b="0">
                <a:solidFill>
                  <a:srgbClr val="BED0CA"/>
                </a:solidFill>
              </a:defRPr>
            </a:lvl1pPr>
            <a:lvl2pPr>
              <a:defRPr sz="1050" b="0">
                <a:solidFill>
                  <a:srgbClr val="BED0CA"/>
                </a:solidFill>
              </a:defRPr>
            </a:lvl2pPr>
            <a:lvl3pPr>
              <a:defRPr sz="1050" b="0">
                <a:solidFill>
                  <a:srgbClr val="BED0CA"/>
                </a:solidFill>
              </a:defRPr>
            </a:lvl3pPr>
            <a:lvl4pPr>
              <a:defRPr sz="1050" b="0">
                <a:solidFill>
                  <a:srgbClr val="BED0CA"/>
                </a:solidFill>
              </a:defRPr>
            </a:lvl4pPr>
            <a:lvl5pPr>
              <a:defRPr sz="1050" b="0">
                <a:solidFill>
                  <a:srgbClr val="BED0CA"/>
                </a:solidFill>
              </a:defRPr>
            </a:lvl5pPr>
            <a:lvl6pPr>
              <a:defRPr sz="1050" b="0">
                <a:solidFill>
                  <a:srgbClr val="BED0CA"/>
                </a:solidFill>
              </a:defRPr>
            </a:lvl6pPr>
            <a:lvl7pPr>
              <a:defRPr sz="1050" b="0">
                <a:solidFill>
                  <a:srgbClr val="BED0CA"/>
                </a:solidFill>
              </a:defRPr>
            </a:lvl7pPr>
            <a:lvl8pPr>
              <a:defRPr sz="1050" b="0">
                <a:solidFill>
                  <a:srgbClr val="BED0CA"/>
                </a:solidFill>
              </a:defRPr>
            </a:lvl8pPr>
            <a:lvl9pPr>
              <a:defRPr sz="1050" b="0">
                <a:solidFill>
                  <a:srgbClr val="BED0CA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ED0CA"/>
                </a:solidFill>
              </a:defRPr>
            </a:pPr>
            <a:r>
              <a:rPr sz="1050" b="0">
                <a:solidFill>
                  <a:srgbClr val="BED0CA"/>
                </a:solidFill>
              </a:rPr>
              <a:t>Пилот сохраняет данные локально в браузере. На телефоне тот же профиль хранится в защищённом локальном хранилище.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E9FABC-2F0B-4CAE-BB6F-8CBB384F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7A837F"/>
                </a:solidFill>
              </a:defRPr>
            </a:defPPr>
            <a:lvl1pPr>
              <a:defRPr sz="675" b="1">
                <a:solidFill>
                  <a:srgbClr val="7A837F"/>
                </a:solidFill>
              </a:defRPr>
            </a:lvl1pPr>
            <a:lvl2pPr>
              <a:defRPr sz="675" b="1">
                <a:solidFill>
                  <a:srgbClr val="7A837F"/>
                </a:solidFill>
              </a:defRPr>
            </a:lvl2pPr>
            <a:lvl3pPr>
              <a:defRPr sz="675" b="1">
                <a:solidFill>
                  <a:srgbClr val="7A837F"/>
                </a:solidFill>
              </a:defRPr>
            </a:lvl3pPr>
            <a:lvl4pPr>
              <a:defRPr sz="675" b="1">
                <a:solidFill>
                  <a:srgbClr val="7A837F"/>
                </a:solidFill>
              </a:defRPr>
            </a:lvl4pPr>
            <a:lvl5pPr>
              <a:defRPr sz="675" b="1">
                <a:solidFill>
                  <a:srgbClr val="7A837F"/>
                </a:solidFill>
              </a:defRPr>
            </a:lvl5pPr>
            <a:lvl6pPr>
              <a:defRPr sz="675" b="1">
                <a:solidFill>
                  <a:srgbClr val="7A837F"/>
                </a:solidFill>
              </a:defRPr>
            </a:lvl6pPr>
            <a:lvl7pPr>
              <a:defRPr sz="675" b="1">
                <a:solidFill>
                  <a:srgbClr val="7A837F"/>
                </a:solidFill>
              </a:defRPr>
            </a:lvl7pPr>
            <a:lvl8pPr>
              <a:defRPr sz="675" b="1">
                <a:solidFill>
                  <a:srgbClr val="7A837F"/>
                </a:solidFill>
              </a:defRPr>
            </a:lvl8pPr>
            <a:lvl9pPr>
              <a:defRPr sz="675" b="1">
                <a:solidFill>
                  <a:srgbClr val="7A837F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7A837F"/>
                </a:solidFill>
              </a:defRPr>
            </a:pPr>
            <a:r>
              <a:rPr sz="675" b="1">
                <a:solidFill>
                  <a:srgbClr val="7A837F"/>
                </a:solidFill>
              </a:rPr>
              <a:t>QETTYQ · ASTANA PILOT · PRODUCT PROTOTYPE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CEA449-4CB2-4CC7-9B27-7BCD6441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101412"/>
                </a:solidFill>
              </a:defRPr>
            </a:defPPr>
            <a:lvl1pPr algn="r">
              <a:defRPr sz="825" b="1">
                <a:solidFill>
                  <a:srgbClr val="101412"/>
                </a:solidFill>
              </a:defRPr>
            </a:lvl1pPr>
            <a:lvl2pPr algn="r">
              <a:defRPr sz="825" b="1">
                <a:solidFill>
                  <a:srgbClr val="101412"/>
                </a:solidFill>
              </a:defRPr>
            </a:lvl2pPr>
            <a:lvl3pPr algn="r">
              <a:defRPr sz="825" b="1">
                <a:solidFill>
                  <a:srgbClr val="101412"/>
                </a:solidFill>
              </a:defRPr>
            </a:lvl3pPr>
            <a:lvl4pPr algn="r">
              <a:defRPr sz="825" b="1">
                <a:solidFill>
                  <a:srgbClr val="101412"/>
                </a:solidFill>
              </a:defRPr>
            </a:lvl4pPr>
            <a:lvl5pPr algn="r">
              <a:defRPr sz="825" b="1">
                <a:solidFill>
                  <a:srgbClr val="101412"/>
                </a:solidFill>
              </a:defRPr>
            </a:lvl5pPr>
            <a:lvl6pPr algn="r">
              <a:defRPr sz="825" b="1">
                <a:solidFill>
                  <a:srgbClr val="101412"/>
                </a:solidFill>
              </a:defRPr>
            </a:lvl6pPr>
            <a:lvl7pPr algn="r">
              <a:defRPr sz="825" b="1">
                <a:solidFill>
                  <a:srgbClr val="101412"/>
                </a:solidFill>
              </a:defRPr>
            </a:lvl7pPr>
            <a:lvl8pPr algn="r">
              <a:defRPr sz="825" b="1">
                <a:solidFill>
                  <a:srgbClr val="101412"/>
                </a:solidFill>
              </a:defRPr>
            </a:lvl8pPr>
            <a:lvl9pPr algn="r">
              <a:defRPr sz="82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01412"/>
                </a:solidFill>
              </a:defRPr>
            </a:pPr>
            <a:r>
              <a:rPr sz="825" b="1">
                <a:solidFill>
                  <a:srgbClr val="10141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324084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4ED23-529E-4497-8C19-DE320BDD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87F6D"/>
                </a:solidFill>
              </a:defRPr>
            </a:defPPr>
            <a:lvl1pPr>
              <a:defRPr sz="900" b="1">
                <a:solidFill>
                  <a:srgbClr val="087F6D"/>
                </a:solidFill>
              </a:defRPr>
            </a:lvl1pPr>
            <a:lvl2pPr>
              <a:defRPr sz="900" b="1">
                <a:solidFill>
                  <a:srgbClr val="087F6D"/>
                </a:solidFill>
              </a:defRPr>
            </a:lvl2pPr>
            <a:lvl3pPr>
              <a:defRPr sz="900" b="1">
                <a:solidFill>
                  <a:srgbClr val="087F6D"/>
                </a:solidFill>
              </a:defRPr>
            </a:lvl3pPr>
            <a:lvl4pPr>
              <a:defRPr sz="900" b="1">
                <a:solidFill>
                  <a:srgbClr val="087F6D"/>
                </a:solidFill>
              </a:defRPr>
            </a:lvl4pPr>
            <a:lvl5pPr>
              <a:defRPr sz="900" b="1">
                <a:solidFill>
                  <a:srgbClr val="087F6D"/>
                </a:solidFill>
              </a:defRPr>
            </a:lvl5pPr>
            <a:lvl6pPr>
              <a:defRPr sz="900" b="1">
                <a:solidFill>
                  <a:srgbClr val="087F6D"/>
                </a:solidFill>
              </a:defRPr>
            </a:lvl6pPr>
            <a:lvl7pPr>
              <a:defRPr sz="900" b="1">
                <a:solidFill>
                  <a:srgbClr val="087F6D"/>
                </a:solidFill>
              </a:defRPr>
            </a:lvl7pPr>
            <a:lvl8pPr>
              <a:defRPr sz="900" b="1">
                <a:solidFill>
                  <a:srgbClr val="087F6D"/>
                </a:solidFill>
              </a:defRPr>
            </a:lvl8pPr>
            <a:lvl9pPr>
              <a:defRPr sz="90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87F6D"/>
                </a:solidFill>
              </a:defRPr>
            </a:pPr>
            <a:r>
              <a:rPr sz="900" b="1">
                <a:solidFill>
                  <a:srgbClr val="087F6D"/>
                </a:solidFill>
              </a:rPr>
              <a:t>ОТВЕТ ПОЛЬЗОВАТЕЛЮ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63700-8B2E-4975-810E-19BAE84E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533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01412"/>
                </a:solidFill>
              </a:defRPr>
            </a:defPPr>
            <a:lvl1pPr>
              <a:defRPr sz="2925" b="1">
                <a:solidFill>
                  <a:srgbClr val="101412"/>
                </a:solidFill>
              </a:defRPr>
            </a:lvl1pPr>
            <a:lvl2pPr>
              <a:defRPr sz="2925" b="1">
                <a:solidFill>
                  <a:srgbClr val="101412"/>
                </a:solidFill>
              </a:defRPr>
            </a:lvl2pPr>
            <a:lvl3pPr>
              <a:defRPr sz="2925" b="1">
                <a:solidFill>
                  <a:srgbClr val="101412"/>
                </a:solidFill>
              </a:defRPr>
            </a:lvl3pPr>
            <a:lvl4pPr>
              <a:defRPr sz="2925" b="1">
                <a:solidFill>
                  <a:srgbClr val="101412"/>
                </a:solidFill>
              </a:defRPr>
            </a:lvl4pPr>
            <a:lvl5pPr>
              <a:defRPr sz="2925" b="1">
                <a:solidFill>
                  <a:srgbClr val="101412"/>
                </a:solidFill>
              </a:defRPr>
            </a:lvl5pPr>
            <a:lvl6pPr>
              <a:defRPr sz="2925" b="1">
                <a:solidFill>
                  <a:srgbClr val="101412"/>
                </a:solidFill>
              </a:defRPr>
            </a:lvl6pPr>
            <a:lvl7pPr>
              <a:defRPr sz="2925" b="1">
                <a:solidFill>
                  <a:srgbClr val="101412"/>
                </a:solidFill>
              </a:defRPr>
            </a:lvl7pPr>
            <a:lvl8pPr>
              <a:defRPr sz="2925" b="1">
                <a:solidFill>
                  <a:srgbClr val="101412"/>
                </a:solidFill>
              </a:defRPr>
            </a:lvl8pPr>
            <a:lvl9pPr>
              <a:defRPr sz="292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01412"/>
                </a:solidFill>
              </a:defRPr>
            </a:pPr>
            <a:r>
              <a:rPr sz="2925" b="1">
                <a:solidFill>
                  <a:srgbClr val="101412"/>
                </a:solidFill>
              </a:rPr>
              <a:t>Карточка отделяет</a:t>
            </a:r>
          </a:p>
          <a:p xmlns:a="http://schemas.openxmlformats.org/drawingml/2006/main">
            <a:pPr>
              <a:defRPr sz="2925" b="1">
                <a:solidFill>
                  <a:srgbClr val="101412"/>
                </a:solidFill>
              </a:defRPr>
            </a:pPr>
            <a:r>
              <a:rPr sz="2925" b="1">
                <a:solidFill>
                  <a:srgbClr val="101412"/>
                </a:solidFill>
              </a:rPr>
              <a:t>факт от неизвестного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4A7FD-42EA-4E3C-ACEA-06FAB27E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6D"/>
                </a:solidFill>
              </a:defRPr>
            </a:defPPr>
            <a:lvl1pPr>
              <a:defRPr sz="1350" b="1">
                <a:solidFill>
                  <a:srgbClr val="087F6D"/>
                </a:solidFill>
              </a:defRPr>
            </a:lvl1pPr>
            <a:lvl2pPr>
              <a:defRPr sz="1350" b="1">
                <a:solidFill>
                  <a:srgbClr val="087F6D"/>
                </a:solidFill>
              </a:defRPr>
            </a:lvl2pPr>
            <a:lvl3pPr>
              <a:defRPr sz="1350" b="1">
                <a:solidFill>
                  <a:srgbClr val="087F6D"/>
                </a:solidFill>
              </a:defRPr>
            </a:lvl3pPr>
            <a:lvl4pPr>
              <a:defRPr sz="1350" b="1">
                <a:solidFill>
                  <a:srgbClr val="087F6D"/>
                </a:solidFill>
              </a:defRPr>
            </a:lvl4pPr>
            <a:lvl5pPr>
              <a:defRPr sz="1350" b="1">
                <a:solidFill>
                  <a:srgbClr val="087F6D"/>
                </a:solidFill>
              </a:defRPr>
            </a:lvl5pPr>
            <a:lvl6pPr>
              <a:defRPr sz="1350" b="1">
                <a:solidFill>
                  <a:srgbClr val="087F6D"/>
                </a:solidFill>
              </a:defRPr>
            </a:lvl6pPr>
            <a:lvl7pPr>
              <a:defRPr sz="1350" b="1">
                <a:solidFill>
                  <a:srgbClr val="087F6D"/>
                </a:solidFill>
              </a:defRPr>
            </a:lvl7pPr>
            <a:lvl8pPr>
              <a:defRPr sz="1350" b="1">
                <a:solidFill>
                  <a:srgbClr val="087F6D"/>
                </a:solidFill>
              </a:defRPr>
            </a:lvl8pPr>
            <a:lvl9pPr>
              <a:defRPr sz="135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6D"/>
                </a:solidFill>
              </a:defRPr>
            </a:pPr>
            <a:r>
              <a:rPr sz="1350" b="1">
                <a:solidFill>
                  <a:srgbClr val="087F6D"/>
                </a:solidFill>
              </a:rPr>
              <a:t>Пользователь видит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7298F-D482-4A2A-B5A8-227ABEFE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91F57-9697-4DF4-A300-45CA8815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01412"/>
                </a:solidFill>
              </a:defRPr>
            </a:defPPr>
            <a:lvl1pPr>
              <a:defRPr sz="1500" b="0">
                <a:solidFill>
                  <a:srgbClr val="101412"/>
                </a:solidFill>
              </a:defRPr>
            </a:lvl1pPr>
            <a:lvl2pPr>
              <a:defRPr sz="1500" b="0">
                <a:solidFill>
                  <a:srgbClr val="101412"/>
                </a:solidFill>
              </a:defRPr>
            </a:lvl2pPr>
            <a:lvl3pPr>
              <a:defRPr sz="1500" b="0">
                <a:solidFill>
                  <a:srgbClr val="101412"/>
                </a:solidFill>
              </a:defRPr>
            </a:lvl3pPr>
            <a:lvl4pPr>
              <a:defRPr sz="1500" b="0">
                <a:solidFill>
                  <a:srgbClr val="101412"/>
                </a:solidFill>
              </a:defRPr>
            </a:lvl4pPr>
            <a:lvl5pPr>
              <a:defRPr sz="1500" b="0">
                <a:solidFill>
                  <a:srgbClr val="101412"/>
                </a:solidFill>
              </a:defRPr>
            </a:lvl5pPr>
            <a:lvl6pPr>
              <a:defRPr sz="1500" b="0">
                <a:solidFill>
                  <a:srgbClr val="101412"/>
                </a:solidFill>
              </a:defRPr>
            </a:lvl6pPr>
            <a:lvl7pPr>
              <a:defRPr sz="1500" b="0">
                <a:solidFill>
                  <a:srgbClr val="101412"/>
                </a:solidFill>
              </a:defRPr>
            </a:lvl7pPr>
            <a:lvl8pPr>
              <a:defRPr sz="1500" b="0">
                <a:solidFill>
                  <a:srgbClr val="101412"/>
                </a:solidFill>
              </a:defRPr>
            </a:lvl8pPr>
            <a:lvl9pPr>
              <a:defRPr sz="1500" b="0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1412"/>
                </a:solidFill>
              </a:defRPr>
            </a:pPr>
            <a:r>
              <a:rPr sz="1500" b="0">
                <a:solidFill>
                  <a:srgbClr val="101412"/>
                </a:solidFill>
              </a:rPr>
              <a:t>почему событие подходит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9BAC2-8A03-4258-9CB4-56CE7C99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DF89A-876C-4678-BE70-6E48DB81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480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01412"/>
                </a:solidFill>
              </a:defRPr>
            </a:defPPr>
            <a:lvl1pPr>
              <a:defRPr sz="1500" b="0">
                <a:solidFill>
                  <a:srgbClr val="101412"/>
                </a:solidFill>
              </a:defRPr>
            </a:lvl1pPr>
            <a:lvl2pPr>
              <a:defRPr sz="1500" b="0">
                <a:solidFill>
                  <a:srgbClr val="101412"/>
                </a:solidFill>
              </a:defRPr>
            </a:lvl2pPr>
            <a:lvl3pPr>
              <a:defRPr sz="1500" b="0">
                <a:solidFill>
                  <a:srgbClr val="101412"/>
                </a:solidFill>
              </a:defRPr>
            </a:lvl3pPr>
            <a:lvl4pPr>
              <a:defRPr sz="1500" b="0">
                <a:solidFill>
                  <a:srgbClr val="101412"/>
                </a:solidFill>
              </a:defRPr>
            </a:lvl4pPr>
            <a:lvl5pPr>
              <a:defRPr sz="1500" b="0">
                <a:solidFill>
                  <a:srgbClr val="101412"/>
                </a:solidFill>
              </a:defRPr>
            </a:lvl5pPr>
            <a:lvl6pPr>
              <a:defRPr sz="1500" b="0">
                <a:solidFill>
                  <a:srgbClr val="101412"/>
                </a:solidFill>
              </a:defRPr>
            </a:lvl6pPr>
            <a:lvl7pPr>
              <a:defRPr sz="1500" b="0">
                <a:solidFill>
                  <a:srgbClr val="101412"/>
                </a:solidFill>
              </a:defRPr>
            </a:lvl7pPr>
            <a:lvl8pPr>
              <a:defRPr sz="1500" b="0">
                <a:solidFill>
                  <a:srgbClr val="101412"/>
                </a:solidFill>
              </a:defRPr>
            </a:lvl8pPr>
            <a:lvl9pPr>
              <a:defRPr sz="1500" b="0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1412"/>
                </a:solidFill>
              </a:defRPr>
            </a:pPr>
            <a:r>
              <a:rPr sz="1500" b="0">
                <a:solidFill>
                  <a:srgbClr val="101412"/>
                </a:solidFill>
              </a:rPr>
              <a:t>источник и организатора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A638D-7A44-4918-8EFB-9F804B4D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35627-1F92-44E7-8744-DA04E663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195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01412"/>
                </a:solidFill>
              </a:defRPr>
            </a:defPPr>
            <a:lvl1pPr>
              <a:defRPr sz="1500" b="0">
                <a:solidFill>
                  <a:srgbClr val="101412"/>
                </a:solidFill>
              </a:defRPr>
            </a:lvl1pPr>
            <a:lvl2pPr>
              <a:defRPr sz="1500" b="0">
                <a:solidFill>
                  <a:srgbClr val="101412"/>
                </a:solidFill>
              </a:defRPr>
            </a:lvl2pPr>
            <a:lvl3pPr>
              <a:defRPr sz="1500" b="0">
                <a:solidFill>
                  <a:srgbClr val="101412"/>
                </a:solidFill>
              </a:defRPr>
            </a:lvl3pPr>
            <a:lvl4pPr>
              <a:defRPr sz="1500" b="0">
                <a:solidFill>
                  <a:srgbClr val="101412"/>
                </a:solidFill>
              </a:defRPr>
            </a:lvl4pPr>
            <a:lvl5pPr>
              <a:defRPr sz="1500" b="0">
                <a:solidFill>
                  <a:srgbClr val="101412"/>
                </a:solidFill>
              </a:defRPr>
            </a:lvl5pPr>
            <a:lvl6pPr>
              <a:defRPr sz="1500" b="0">
                <a:solidFill>
                  <a:srgbClr val="101412"/>
                </a:solidFill>
              </a:defRPr>
            </a:lvl6pPr>
            <a:lvl7pPr>
              <a:defRPr sz="1500" b="0">
                <a:solidFill>
                  <a:srgbClr val="101412"/>
                </a:solidFill>
              </a:defRPr>
            </a:lvl7pPr>
            <a:lvl8pPr>
              <a:defRPr sz="1500" b="0">
                <a:solidFill>
                  <a:srgbClr val="101412"/>
                </a:solidFill>
              </a:defRPr>
            </a:lvl8pPr>
            <a:lvl9pPr>
              <a:defRPr sz="1500" b="0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1412"/>
                </a:solidFill>
              </a:defRPr>
            </a:pPr>
            <a:r>
              <a:rPr sz="1500" b="0">
                <a:solidFill>
                  <a:srgbClr val="101412"/>
                </a:solidFill>
              </a:rPr>
              <a:t>время до точки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2FAFB-5184-48F2-8263-01BC65A4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5318CF-39C9-476A-A4C0-FE518CC1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910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8B5A14"/>
                </a:solidFill>
              </a:defRPr>
            </a:defPPr>
            <a:lvl1pPr>
              <a:defRPr sz="1500" b="1">
                <a:solidFill>
                  <a:srgbClr val="8B5A14"/>
                </a:solidFill>
              </a:defRPr>
            </a:lvl1pPr>
            <a:lvl2pPr>
              <a:defRPr sz="1500" b="1">
                <a:solidFill>
                  <a:srgbClr val="8B5A14"/>
                </a:solidFill>
              </a:defRPr>
            </a:lvl2pPr>
            <a:lvl3pPr>
              <a:defRPr sz="1500" b="1">
                <a:solidFill>
                  <a:srgbClr val="8B5A14"/>
                </a:solidFill>
              </a:defRPr>
            </a:lvl3pPr>
            <a:lvl4pPr>
              <a:defRPr sz="1500" b="1">
                <a:solidFill>
                  <a:srgbClr val="8B5A14"/>
                </a:solidFill>
              </a:defRPr>
            </a:lvl4pPr>
            <a:lvl5pPr>
              <a:defRPr sz="1500" b="1">
                <a:solidFill>
                  <a:srgbClr val="8B5A14"/>
                </a:solidFill>
              </a:defRPr>
            </a:lvl5pPr>
            <a:lvl6pPr>
              <a:defRPr sz="1500" b="1">
                <a:solidFill>
                  <a:srgbClr val="8B5A14"/>
                </a:solidFill>
              </a:defRPr>
            </a:lvl6pPr>
            <a:lvl7pPr>
              <a:defRPr sz="1500" b="1">
                <a:solidFill>
                  <a:srgbClr val="8B5A14"/>
                </a:solidFill>
              </a:defRPr>
            </a:lvl7pPr>
            <a:lvl8pPr>
              <a:defRPr sz="1500" b="1">
                <a:solidFill>
                  <a:srgbClr val="8B5A14"/>
                </a:solidFill>
              </a:defRPr>
            </a:lvl8pPr>
            <a:lvl9pPr>
              <a:defRPr sz="1500" b="1">
                <a:solidFill>
                  <a:srgbClr val="8B5A14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8B5A14"/>
                </a:solidFill>
              </a:defRPr>
            </a:pPr>
            <a:r>
              <a:rPr sz="1500" b="1">
                <a:solidFill>
                  <a:srgbClr val="8B5A14"/>
                </a:solidFill>
              </a:rPr>
              <a:t>цена и места: уточнить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06963B-21D2-4941-951A-566199C2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4350"/>
            <a:ext cx="4143375" cy="58293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8BD720-E67A-43FB-9228-6A75274F25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6596d998d4df6"/>
          <a:stretch xmlns:a="http://schemas.openxmlformats.org/drawingml/2006/main"/>
        </p:blipFill>
        <p:spPr>
          <a:xfrm xmlns:a="http://schemas.openxmlformats.org/drawingml/2006/main">
            <a:off x="7628177" y="781050"/>
            <a:ext cx="1555272" cy="52959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81F17A-CF74-44CE-82D7-6CAE2B24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7A837F"/>
                </a:solidFill>
              </a:defRPr>
            </a:defPPr>
            <a:lvl1pPr>
              <a:defRPr sz="675" b="1">
                <a:solidFill>
                  <a:srgbClr val="7A837F"/>
                </a:solidFill>
              </a:defRPr>
            </a:lvl1pPr>
            <a:lvl2pPr>
              <a:defRPr sz="675" b="1">
                <a:solidFill>
                  <a:srgbClr val="7A837F"/>
                </a:solidFill>
              </a:defRPr>
            </a:lvl2pPr>
            <a:lvl3pPr>
              <a:defRPr sz="675" b="1">
                <a:solidFill>
                  <a:srgbClr val="7A837F"/>
                </a:solidFill>
              </a:defRPr>
            </a:lvl3pPr>
            <a:lvl4pPr>
              <a:defRPr sz="675" b="1">
                <a:solidFill>
                  <a:srgbClr val="7A837F"/>
                </a:solidFill>
              </a:defRPr>
            </a:lvl4pPr>
            <a:lvl5pPr>
              <a:defRPr sz="675" b="1">
                <a:solidFill>
                  <a:srgbClr val="7A837F"/>
                </a:solidFill>
              </a:defRPr>
            </a:lvl5pPr>
            <a:lvl6pPr>
              <a:defRPr sz="675" b="1">
                <a:solidFill>
                  <a:srgbClr val="7A837F"/>
                </a:solidFill>
              </a:defRPr>
            </a:lvl6pPr>
            <a:lvl7pPr>
              <a:defRPr sz="675" b="1">
                <a:solidFill>
                  <a:srgbClr val="7A837F"/>
                </a:solidFill>
              </a:defRPr>
            </a:lvl7pPr>
            <a:lvl8pPr>
              <a:defRPr sz="675" b="1">
                <a:solidFill>
                  <a:srgbClr val="7A837F"/>
                </a:solidFill>
              </a:defRPr>
            </a:lvl8pPr>
            <a:lvl9pPr>
              <a:defRPr sz="675" b="1">
                <a:solidFill>
                  <a:srgbClr val="7A837F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7A837F"/>
                </a:solidFill>
              </a:defRPr>
            </a:pPr>
            <a:r>
              <a:rPr sz="675" b="1">
                <a:solidFill>
                  <a:srgbClr val="7A837F"/>
                </a:solidFill>
              </a:rPr>
              <a:t>QETTYQ · ASTANA PILOT · PRODUCT PROTOTYPE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0AD31-2A44-4C83-A957-6DF19764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101412"/>
                </a:solidFill>
              </a:defRPr>
            </a:defPPr>
            <a:lvl1pPr algn="r">
              <a:defRPr sz="825" b="1">
                <a:solidFill>
                  <a:srgbClr val="101412"/>
                </a:solidFill>
              </a:defRPr>
            </a:lvl1pPr>
            <a:lvl2pPr algn="r">
              <a:defRPr sz="825" b="1">
                <a:solidFill>
                  <a:srgbClr val="101412"/>
                </a:solidFill>
              </a:defRPr>
            </a:lvl2pPr>
            <a:lvl3pPr algn="r">
              <a:defRPr sz="825" b="1">
                <a:solidFill>
                  <a:srgbClr val="101412"/>
                </a:solidFill>
              </a:defRPr>
            </a:lvl3pPr>
            <a:lvl4pPr algn="r">
              <a:defRPr sz="825" b="1">
                <a:solidFill>
                  <a:srgbClr val="101412"/>
                </a:solidFill>
              </a:defRPr>
            </a:lvl4pPr>
            <a:lvl5pPr algn="r">
              <a:defRPr sz="825" b="1">
                <a:solidFill>
                  <a:srgbClr val="101412"/>
                </a:solidFill>
              </a:defRPr>
            </a:lvl5pPr>
            <a:lvl6pPr algn="r">
              <a:defRPr sz="825" b="1">
                <a:solidFill>
                  <a:srgbClr val="101412"/>
                </a:solidFill>
              </a:defRPr>
            </a:lvl6pPr>
            <a:lvl7pPr algn="r">
              <a:defRPr sz="825" b="1">
                <a:solidFill>
                  <a:srgbClr val="101412"/>
                </a:solidFill>
              </a:defRPr>
            </a:lvl7pPr>
            <a:lvl8pPr algn="r">
              <a:defRPr sz="825" b="1">
                <a:solidFill>
                  <a:srgbClr val="101412"/>
                </a:solidFill>
              </a:defRPr>
            </a:lvl8pPr>
            <a:lvl9pPr algn="r">
              <a:defRPr sz="82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01412"/>
                </a:solidFill>
              </a:defRPr>
            </a:pPr>
            <a:r>
              <a:rPr sz="825" b="1">
                <a:solidFill>
                  <a:srgbClr val="10141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409770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2650EF-EE4A-4A8E-846B-BF89B484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87F6D"/>
                </a:solidFill>
              </a:defRPr>
            </a:defPPr>
            <a:lvl1pPr>
              <a:defRPr sz="900" b="1">
                <a:solidFill>
                  <a:srgbClr val="087F6D"/>
                </a:solidFill>
              </a:defRPr>
            </a:lvl1pPr>
            <a:lvl2pPr>
              <a:defRPr sz="900" b="1">
                <a:solidFill>
                  <a:srgbClr val="087F6D"/>
                </a:solidFill>
              </a:defRPr>
            </a:lvl2pPr>
            <a:lvl3pPr>
              <a:defRPr sz="900" b="1">
                <a:solidFill>
                  <a:srgbClr val="087F6D"/>
                </a:solidFill>
              </a:defRPr>
            </a:lvl3pPr>
            <a:lvl4pPr>
              <a:defRPr sz="900" b="1">
                <a:solidFill>
                  <a:srgbClr val="087F6D"/>
                </a:solidFill>
              </a:defRPr>
            </a:lvl4pPr>
            <a:lvl5pPr>
              <a:defRPr sz="900" b="1">
                <a:solidFill>
                  <a:srgbClr val="087F6D"/>
                </a:solidFill>
              </a:defRPr>
            </a:lvl5pPr>
            <a:lvl6pPr>
              <a:defRPr sz="900" b="1">
                <a:solidFill>
                  <a:srgbClr val="087F6D"/>
                </a:solidFill>
              </a:defRPr>
            </a:lvl6pPr>
            <a:lvl7pPr>
              <a:defRPr sz="900" b="1">
                <a:solidFill>
                  <a:srgbClr val="087F6D"/>
                </a:solidFill>
              </a:defRPr>
            </a:lvl7pPr>
            <a:lvl8pPr>
              <a:defRPr sz="900" b="1">
                <a:solidFill>
                  <a:srgbClr val="087F6D"/>
                </a:solidFill>
              </a:defRPr>
            </a:lvl8pPr>
            <a:lvl9pPr>
              <a:defRPr sz="90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87F6D"/>
                </a:solidFill>
              </a:defRPr>
            </a:pPr>
            <a:r>
              <a:rPr sz="900" b="1">
                <a:solidFill>
                  <a:srgbClr val="087F6D"/>
                </a:solidFill>
              </a:rPr>
              <a:t>КАРТА НА СМАРТФОНЕ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6826D-45FE-4E4E-BCFC-4F717D92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01412"/>
                </a:solidFill>
              </a:defRPr>
            </a:defPPr>
            <a:lvl1pPr>
              <a:defRPr sz="3225" b="1">
                <a:solidFill>
                  <a:srgbClr val="101412"/>
                </a:solidFill>
              </a:defRPr>
            </a:lvl1pPr>
            <a:lvl2pPr>
              <a:defRPr sz="3225" b="1">
                <a:solidFill>
                  <a:srgbClr val="101412"/>
                </a:solidFill>
              </a:defRPr>
            </a:lvl2pPr>
            <a:lvl3pPr>
              <a:defRPr sz="3225" b="1">
                <a:solidFill>
                  <a:srgbClr val="101412"/>
                </a:solidFill>
              </a:defRPr>
            </a:lvl3pPr>
            <a:lvl4pPr>
              <a:defRPr sz="3225" b="1">
                <a:solidFill>
                  <a:srgbClr val="101412"/>
                </a:solidFill>
              </a:defRPr>
            </a:lvl4pPr>
            <a:lvl5pPr>
              <a:defRPr sz="3225" b="1">
                <a:solidFill>
                  <a:srgbClr val="101412"/>
                </a:solidFill>
              </a:defRPr>
            </a:lvl5pPr>
            <a:lvl6pPr>
              <a:defRPr sz="3225" b="1">
                <a:solidFill>
                  <a:srgbClr val="101412"/>
                </a:solidFill>
              </a:defRPr>
            </a:lvl6pPr>
            <a:lvl7pPr>
              <a:defRPr sz="3225" b="1">
                <a:solidFill>
                  <a:srgbClr val="101412"/>
                </a:solidFill>
              </a:defRPr>
            </a:lvl7pPr>
            <a:lvl8pPr>
              <a:defRPr sz="3225" b="1">
                <a:solidFill>
                  <a:srgbClr val="101412"/>
                </a:solidFill>
              </a:defRPr>
            </a:lvl8pPr>
            <a:lvl9pPr>
              <a:defRPr sz="322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1412"/>
                </a:solidFill>
              </a:defRPr>
            </a:pPr>
            <a:r>
              <a:rPr sz="3225" b="1">
                <a:solidFill>
                  <a:srgbClr val="101412"/>
                </a:solidFill>
              </a:rPr>
              <a:t>Все события города на выбранную дату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04450-5749-402D-95B0-C7992A58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095750" cy="4333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7372A-C347-48A8-9D96-9EE95497C8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84ef2cf4a4393"/>
          <a:stretch xmlns:a="http://schemas.openxmlformats.org/drawingml/2006/main"/>
        </p:blipFill>
        <p:spPr>
          <a:xfrm xmlns:a="http://schemas.openxmlformats.org/drawingml/2006/main">
            <a:off x="1574800" y="1933575"/>
            <a:ext cx="2660650" cy="3990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D01F6-A96E-4B49-8CB8-BBBA1130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6D"/>
                </a:solidFill>
              </a:defRPr>
            </a:defPPr>
            <a:lvl1pPr>
              <a:defRPr sz="1350" b="1">
                <a:solidFill>
                  <a:srgbClr val="087F6D"/>
                </a:solidFill>
              </a:defRPr>
            </a:lvl1pPr>
            <a:lvl2pPr>
              <a:defRPr sz="1350" b="1">
                <a:solidFill>
                  <a:srgbClr val="087F6D"/>
                </a:solidFill>
              </a:defRPr>
            </a:lvl2pPr>
            <a:lvl3pPr>
              <a:defRPr sz="1350" b="1">
                <a:solidFill>
                  <a:srgbClr val="087F6D"/>
                </a:solidFill>
              </a:defRPr>
            </a:lvl3pPr>
            <a:lvl4pPr>
              <a:defRPr sz="1350" b="1">
                <a:solidFill>
                  <a:srgbClr val="087F6D"/>
                </a:solidFill>
              </a:defRPr>
            </a:lvl4pPr>
            <a:lvl5pPr>
              <a:defRPr sz="1350" b="1">
                <a:solidFill>
                  <a:srgbClr val="087F6D"/>
                </a:solidFill>
              </a:defRPr>
            </a:lvl5pPr>
            <a:lvl6pPr>
              <a:defRPr sz="1350" b="1">
                <a:solidFill>
                  <a:srgbClr val="087F6D"/>
                </a:solidFill>
              </a:defRPr>
            </a:lvl6pPr>
            <a:lvl7pPr>
              <a:defRPr sz="1350" b="1">
                <a:solidFill>
                  <a:srgbClr val="087F6D"/>
                </a:solidFill>
              </a:defRPr>
            </a:lvl7pPr>
            <a:lvl8pPr>
              <a:defRPr sz="1350" b="1">
                <a:solidFill>
                  <a:srgbClr val="087F6D"/>
                </a:solidFill>
              </a:defRPr>
            </a:lvl8pPr>
            <a:lvl9pPr>
              <a:defRPr sz="135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6D"/>
                </a:solidFill>
              </a:defRPr>
            </a:pPr>
            <a:r>
              <a:rPr sz="1350" b="1">
                <a:solidFill>
                  <a:srgbClr val="087F6D"/>
                </a:solidFill>
              </a:rPr>
              <a:t>Google Maps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ECE6B-3585-4AEE-A9CB-C7AD23AE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241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8716D"/>
                </a:solidFill>
              </a:defRPr>
            </a:defPPr>
            <a:lvl1pPr>
              <a:defRPr sz="1050" b="0">
                <a:solidFill>
                  <a:srgbClr val="68716D"/>
                </a:solidFill>
              </a:defRPr>
            </a:lvl1pPr>
            <a:lvl2pPr>
              <a:defRPr sz="1050" b="0">
                <a:solidFill>
                  <a:srgbClr val="68716D"/>
                </a:solidFill>
              </a:defRPr>
            </a:lvl2pPr>
            <a:lvl3pPr>
              <a:defRPr sz="1050" b="0">
                <a:solidFill>
                  <a:srgbClr val="68716D"/>
                </a:solidFill>
              </a:defRPr>
            </a:lvl3pPr>
            <a:lvl4pPr>
              <a:defRPr sz="1050" b="0">
                <a:solidFill>
                  <a:srgbClr val="68716D"/>
                </a:solidFill>
              </a:defRPr>
            </a:lvl4pPr>
            <a:lvl5pPr>
              <a:defRPr sz="1050" b="0">
                <a:solidFill>
                  <a:srgbClr val="68716D"/>
                </a:solidFill>
              </a:defRPr>
            </a:lvl5pPr>
            <a:lvl6pPr>
              <a:defRPr sz="1050" b="0">
                <a:solidFill>
                  <a:srgbClr val="68716D"/>
                </a:solidFill>
              </a:defRPr>
            </a:lvl6pPr>
            <a:lvl7pPr>
              <a:defRPr sz="1050" b="0">
                <a:solidFill>
                  <a:srgbClr val="68716D"/>
                </a:solidFill>
              </a:defRPr>
            </a:lvl7pPr>
            <a:lvl8pPr>
              <a:defRPr sz="1050" b="0">
                <a:solidFill>
                  <a:srgbClr val="68716D"/>
                </a:solidFill>
              </a:defRPr>
            </a:lvl8pPr>
            <a:lvl9pPr>
              <a:defRPr sz="1050" b="0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8716D"/>
                </a:solidFill>
              </a:defRPr>
            </a:pPr>
            <a:r>
              <a:rPr sz="1050" b="0">
                <a:solidFill>
                  <a:srgbClr val="68716D"/>
                </a:solidFill>
              </a:rPr>
              <a:t>интерактивная карта Астаны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5685C-28CD-404E-B85F-DD981D8A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57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6D"/>
                </a:solidFill>
              </a:defRPr>
            </a:defPPr>
            <a:lvl1pPr>
              <a:defRPr sz="1350" b="1">
                <a:solidFill>
                  <a:srgbClr val="087F6D"/>
                </a:solidFill>
              </a:defRPr>
            </a:lvl1pPr>
            <a:lvl2pPr>
              <a:defRPr sz="1350" b="1">
                <a:solidFill>
                  <a:srgbClr val="087F6D"/>
                </a:solidFill>
              </a:defRPr>
            </a:lvl2pPr>
            <a:lvl3pPr>
              <a:defRPr sz="1350" b="1">
                <a:solidFill>
                  <a:srgbClr val="087F6D"/>
                </a:solidFill>
              </a:defRPr>
            </a:lvl3pPr>
            <a:lvl4pPr>
              <a:defRPr sz="1350" b="1">
                <a:solidFill>
                  <a:srgbClr val="087F6D"/>
                </a:solidFill>
              </a:defRPr>
            </a:lvl4pPr>
            <a:lvl5pPr>
              <a:defRPr sz="1350" b="1">
                <a:solidFill>
                  <a:srgbClr val="087F6D"/>
                </a:solidFill>
              </a:defRPr>
            </a:lvl5pPr>
            <a:lvl6pPr>
              <a:defRPr sz="1350" b="1">
                <a:solidFill>
                  <a:srgbClr val="087F6D"/>
                </a:solidFill>
              </a:defRPr>
            </a:lvl6pPr>
            <a:lvl7pPr>
              <a:defRPr sz="1350" b="1">
                <a:solidFill>
                  <a:srgbClr val="087F6D"/>
                </a:solidFill>
              </a:defRPr>
            </a:lvl7pPr>
            <a:lvl8pPr>
              <a:defRPr sz="1350" b="1">
                <a:solidFill>
                  <a:srgbClr val="087F6D"/>
                </a:solidFill>
              </a:defRPr>
            </a:lvl8pPr>
            <a:lvl9pPr>
              <a:defRPr sz="135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6D"/>
                </a:solidFill>
              </a:defRPr>
            </a:pPr>
            <a:r>
              <a:rPr sz="1350" b="1">
                <a:solidFill>
                  <a:srgbClr val="087F6D"/>
                </a:solidFill>
              </a:rPr>
              <a:t>Фильтры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7FD4F-3890-4C2F-81E6-DAC4228D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813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8716D"/>
                </a:solidFill>
              </a:defRPr>
            </a:defPPr>
            <a:lvl1pPr>
              <a:defRPr sz="1050" b="0">
                <a:solidFill>
                  <a:srgbClr val="68716D"/>
                </a:solidFill>
              </a:defRPr>
            </a:lvl1pPr>
            <a:lvl2pPr>
              <a:defRPr sz="1050" b="0">
                <a:solidFill>
                  <a:srgbClr val="68716D"/>
                </a:solidFill>
              </a:defRPr>
            </a:lvl2pPr>
            <a:lvl3pPr>
              <a:defRPr sz="1050" b="0">
                <a:solidFill>
                  <a:srgbClr val="68716D"/>
                </a:solidFill>
              </a:defRPr>
            </a:lvl3pPr>
            <a:lvl4pPr>
              <a:defRPr sz="1050" b="0">
                <a:solidFill>
                  <a:srgbClr val="68716D"/>
                </a:solidFill>
              </a:defRPr>
            </a:lvl4pPr>
            <a:lvl5pPr>
              <a:defRPr sz="1050" b="0">
                <a:solidFill>
                  <a:srgbClr val="68716D"/>
                </a:solidFill>
              </a:defRPr>
            </a:lvl5pPr>
            <a:lvl6pPr>
              <a:defRPr sz="1050" b="0">
                <a:solidFill>
                  <a:srgbClr val="68716D"/>
                </a:solidFill>
              </a:defRPr>
            </a:lvl6pPr>
            <a:lvl7pPr>
              <a:defRPr sz="1050" b="0">
                <a:solidFill>
                  <a:srgbClr val="68716D"/>
                </a:solidFill>
              </a:defRPr>
            </a:lvl7pPr>
            <a:lvl8pPr>
              <a:defRPr sz="1050" b="0">
                <a:solidFill>
                  <a:srgbClr val="68716D"/>
                </a:solidFill>
              </a:defRPr>
            </a:lvl8pPr>
            <a:lvl9pPr>
              <a:defRPr sz="1050" b="0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8716D"/>
                </a:solidFill>
              </a:defRPr>
            </a:pPr>
            <a:r>
              <a:rPr sz="1050" b="0">
                <a:solidFill>
                  <a:srgbClr val="68716D"/>
                </a:solidFill>
              </a:rPr>
              <a:t>дата и тип события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2E1AA-50E9-4D77-A595-E09F3863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6D"/>
                </a:solidFill>
              </a:defRPr>
            </a:defPPr>
            <a:lvl1pPr>
              <a:defRPr sz="1350" b="1">
                <a:solidFill>
                  <a:srgbClr val="087F6D"/>
                </a:solidFill>
              </a:defRPr>
            </a:lvl1pPr>
            <a:lvl2pPr>
              <a:defRPr sz="1350" b="1">
                <a:solidFill>
                  <a:srgbClr val="087F6D"/>
                </a:solidFill>
              </a:defRPr>
            </a:lvl2pPr>
            <a:lvl3pPr>
              <a:defRPr sz="1350" b="1">
                <a:solidFill>
                  <a:srgbClr val="087F6D"/>
                </a:solidFill>
              </a:defRPr>
            </a:lvl3pPr>
            <a:lvl4pPr>
              <a:defRPr sz="1350" b="1">
                <a:solidFill>
                  <a:srgbClr val="087F6D"/>
                </a:solidFill>
              </a:defRPr>
            </a:lvl4pPr>
            <a:lvl5pPr>
              <a:defRPr sz="1350" b="1">
                <a:solidFill>
                  <a:srgbClr val="087F6D"/>
                </a:solidFill>
              </a:defRPr>
            </a:lvl5pPr>
            <a:lvl6pPr>
              <a:defRPr sz="1350" b="1">
                <a:solidFill>
                  <a:srgbClr val="087F6D"/>
                </a:solidFill>
              </a:defRPr>
            </a:lvl6pPr>
            <a:lvl7pPr>
              <a:defRPr sz="1350" b="1">
                <a:solidFill>
                  <a:srgbClr val="087F6D"/>
                </a:solidFill>
              </a:defRPr>
            </a:lvl7pPr>
            <a:lvl8pPr>
              <a:defRPr sz="1350" b="1">
                <a:solidFill>
                  <a:srgbClr val="087F6D"/>
                </a:solidFill>
              </a:defRPr>
            </a:lvl8pPr>
            <a:lvl9pPr>
              <a:defRPr sz="135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6D"/>
                </a:solidFill>
              </a:defRPr>
            </a:pPr>
            <a:r>
              <a:rPr sz="1350" b="1">
                <a:solidFill>
                  <a:srgbClr val="087F6D"/>
                </a:solidFill>
              </a:rPr>
              <a:t>От точки старта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91453-D9EC-41EF-A56C-BEA4CD2C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386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8716D"/>
                </a:solidFill>
              </a:defRPr>
            </a:defPPr>
            <a:lvl1pPr>
              <a:defRPr sz="1050" b="0">
                <a:solidFill>
                  <a:srgbClr val="68716D"/>
                </a:solidFill>
              </a:defRPr>
            </a:lvl1pPr>
            <a:lvl2pPr>
              <a:defRPr sz="1050" b="0">
                <a:solidFill>
                  <a:srgbClr val="68716D"/>
                </a:solidFill>
              </a:defRPr>
            </a:lvl2pPr>
            <a:lvl3pPr>
              <a:defRPr sz="1050" b="0">
                <a:solidFill>
                  <a:srgbClr val="68716D"/>
                </a:solidFill>
              </a:defRPr>
            </a:lvl3pPr>
            <a:lvl4pPr>
              <a:defRPr sz="1050" b="0">
                <a:solidFill>
                  <a:srgbClr val="68716D"/>
                </a:solidFill>
              </a:defRPr>
            </a:lvl4pPr>
            <a:lvl5pPr>
              <a:defRPr sz="1050" b="0">
                <a:solidFill>
                  <a:srgbClr val="68716D"/>
                </a:solidFill>
              </a:defRPr>
            </a:lvl5pPr>
            <a:lvl6pPr>
              <a:defRPr sz="1050" b="0">
                <a:solidFill>
                  <a:srgbClr val="68716D"/>
                </a:solidFill>
              </a:defRPr>
            </a:lvl6pPr>
            <a:lvl7pPr>
              <a:defRPr sz="1050" b="0">
                <a:solidFill>
                  <a:srgbClr val="68716D"/>
                </a:solidFill>
              </a:defRPr>
            </a:lvl7pPr>
            <a:lvl8pPr>
              <a:defRPr sz="1050" b="0">
                <a:solidFill>
                  <a:srgbClr val="68716D"/>
                </a:solidFill>
              </a:defRPr>
            </a:lvl8pPr>
            <a:lvl9pPr>
              <a:defRPr sz="1050" b="0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8716D"/>
                </a:solidFill>
              </a:defRPr>
            </a:pPr>
            <a:r>
              <a:rPr sz="1050" b="0">
                <a:solidFill>
                  <a:srgbClr val="68716D"/>
                </a:solidFill>
              </a:rPr>
              <a:t>видно, как далеко находится событие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11270-5C50-4AB3-A366-6AD5F89C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6D"/>
                </a:solidFill>
              </a:defRPr>
            </a:defPPr>
            <a:lvl1pPr>
              <a:defRPr sz="1350" b="1">
                <a:solidFill>
                  <a:srgbClr val="087F6D"/>
                </a:solidFill>
              </a:defRPr>
            </a:lvl1pPr>
            <a:lvl2pPr>
              <a:defRPr sz="1350" b="1">
                <a:solidFill>
                  <a:srgbClr val="087F6D"/>
                </a:solidFill>
              </a:defRPr>
            </a:lvl2pPr>
            <a:lvl3pPr>
              <a:defRPr sz="1350" b="1">
                <a:solidFill>
                  <a:srgbClr val="087F6D"/>
                </a:solidFill>
              </a:defRPr>
            </a:lvl3pPr>
            <a:lvl4pPr>
              <a:defRPr sz="1350" b="1">
                <a:solidFill>
                  <a:srgbClr val="087F6D"/>
                </a:solidFill>
              </a:defRPr>
            </a:lvl4pPr>
            <a:lvl5pPr>
              <a:defRPr sz="1350" b="1">
                <a:solidFill>
                  <a:srgbClr val="087F6D"/>
                </a:solidFill>
              </a:defRPr>
            </a:lvl5pPr>
            <a:lvl6pPr>
              <a:defRPr sz="1350" b="1">
                <a:solidFill>
                  <a:srgbClr val="087F6D"/>
                </a:solidFill>
              </a:defRPr>
            </a:lvl6pPr>
            <a:lvl7pPr>
              <a:defRPr sz="1350" b="1">
                <a:solidFill>
                  <a:srgbClr val="087F6D"/>
                </a:solidFill>
              </a:defRPr>
            </a:lvl7pPr>
            <a:lvl8pPr>
              <a:defRPr sz="1350" b="1">
                <a:solidFill>
                  <a:srgbClr val="087F6D"/>
                </a:solidFill>
              </a:defRPr>
            </a:lvl8pPr>
            <a:lvl9pPr>
              <a:defRPr sz="135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6D"/>
                </a:solidFill>
              </a:defRPr>
            </a:pPr>
            <a:r>
              <a:rPr sz="1350" b="1">
                <a:solidFill>
                  <a:srgbClr val="087F6D"/>
                </a:solidFill>
              </a:rPr>
              <a:t>Карточка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BD7798-6865-4B68-8DF3-A64EEBF5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958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8716D"/>
                </a:solidFill>
              </a:defRPr>
            </a:defPPr>
            <a:lvl1pPr>
              <a:defRPr sz="1050" b="0">
                <a:solidFill>
                  <a:srgbClr val="68716D"/>
                </a:solidFill>
              </a:defRPr>
            </a:lvl1pPr>
            <a:lvl2pPr>
              <a:defRPr sz="1050" b="0">
                <a:solidFill>
                  <a:srgbClr val="68716D"/>
                </a:solidFill>
              </a:defRPr>
            </a:lvl2pPr>
            <a:lvl3pPr>
              <a:defRPr sz="1050" b="0">
                <a:solidFill>
                  <a:srgbClr val="68716D"/>
                </a:solidFill>
              </a:defRPr>
            </a:lvl3pPr>
            <a:lvl4pPr>
              <a:defRPr sz="1050" b="0">
                <a:solidFill>
                  <a:srgbClr val="68716D"/>
                </a:solidFill>
              </a:defRPr>
            </a:lvl4pPr>
            <a:lvl5pPr>
              <a:defRPr sz="1050" b="0">
                <a:solidFill>
                  <a:srgbClr val="68716D"/>
                </a:solidFill>
              </a:defRPr>
            </a:lvl5pPr>
            <a:lvl6pPr>
              <a:defRPr sz="1050" b="0">
                <a:solidFill>
                  <a:srgbClr val="68716D"/>
                </a:solidFill>
              </a:defRPr>
            </a:lvl6pPr>
            <a:lvl7pPr>
              <a:defRPr sz="1050" b="0">
                <a:solidFill>
                  <a:srgbClr val="68716D"/>
                </a:solidFill>
              </a:defRPr>
            </a:lvl7pPr>
            <a:lvl8pPr>
              <a:defRPr sz="1050" b="0">
                <a:solidFill>
                  <a:srgbClr val="68716D"/>
                </a:solidFill>
              </a:defRPr>
            </a:lvl8pPr>
            <a:lvl9pPr>
              <a:defRPr sz="1050" b="0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8716D"/>
                </a:solidFill>
              </a:defRPr>
            </a:pPr>
            <a:r>
              <a:rPr sz="1050" b="0">
                <a:solidFill>
                  <a:srgbClr val="68716D"/>
                </a:solidFill>
              </a:rPr>
              <a:t>время, цена, язык и организатор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C9D583-01D1-499E-BB88-B0240CC5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721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01412"/>
                </a:solidFill>
              </a:defRPr>
            </a:defPPr>
            <a:lvl1pPr>
              <a:defRPr sz="975" b="1">
                <a:solidFill>
                  <a:srgbClr val="101412"/>
                </a:solidFill>
              </a:defRPr>
            </a:lvl1pPr>
            <a:lvl2pPr>
              <a:defRPr sz="975" b="1">
                <a:solidFill>
                  <a:srgbClr val="101412"/>
                </a:solidFill>
              </a:defRPr>
            </a:lvl2pPr>
            <a:lvl3pPr>
              <a:defRPr sz="975" b="1">
                <a:solidFill>
                  <a:srgbClr val="101412"/>
                </a:solidFill>
              </a:defRPr>
            </a:lvl3pPr>
            <a:lvl4pPr>
              <a:defRPr sz="975" b="1">
                <a:solidFill>
                  <a:srgbClr val="101412"/>
                </a:solidFill>
              </a:defRPr>
            </a:lvl4pPr>
            <a:lvl5pPr>
              <a:defRPr sz="975" b="1">
                <a:solidFill>
                  <a:srgbClr val="101412"/>
                </a:solidFill>
              </a:defRPr>
            </a:lvl5pPr>
            <a:lvl6pPr>
              <a:defRPr sz="975" b="1">
                <a:solidFill>
                  <a:srgbClr val="101412"/>
                </a:solidFill>
              </a:defRPr>
            </a:lvl6pPr>
            <a:lvl7pPr>
              <a:defRPr sz="975" b="1">
                <a:solidFill>
                  <a:srgbClr val="101412"/>
                </a:solidFill>
              </a:defRPr>
            </a:lvl7pPr>
            <a:lvl8pPr>
              <a:defRPr sz="975" b="1">
                <a:solidFill>
                  <a:srgbClr val="101412"/>
                </a:solidFill>
              </a:defRPr>
            </a:lvl8pPr>
            <a:lvl9pPr>
              <a:defRPr sz="97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01412"/>
                </a:solidFill>
              </a:defRPr>
            </a:pPr>
            <a:r>
              <a:rPr sz="975" b="1">
                <a:solidFill>
                  <a:srgbClr val="101412"/>
                </a:solidFill>
              </a:rPr>
              <a:t>Маркеры QETTYQ накладываются поверх карты. Время пути появляется после расчёта маршрута.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11CACE-11E8-4442-8B3B-24DA7671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7A837F"/>
                </a:solidFill>
              </a:defRPr>
            </a:defPPr>
            <a:lvl1pPr>
              <a:defRPr sz="675" b="1">
                <a:solidFill>
                  <a:srgbClr val="7A837F"/>
                </a:solidFill>
              </a:defRPr>
            </a:lvl1pPr>
            <a:lvl2pPr>
              <a:defRPr sz="675" b="1">
                <a:solidFill>
                  <a:srgbClr val="7A837F"/>
                </a:solidFill>
              </a:defRPr>
            </a:lvl2pPr>
            <a:lvl3pPr>
              <a:defRPr sz="675" b="1">
                <a:solidFill>
                  <a:srgbClr val="7A837F"/>
                </a:solidFill>
              </a:defRPr>
            </a:lvl3pPr>
            <a:lvl4pPr>
              <a:defRPr sz="675" b="1">
                <a:solidFill>
                  <a:srgbClr val="7A837F"/>
                </a:solidFill>
              </a:defRPr>
            </a:lvl4pPr>
            <a:lvl5pPr>
              <a:defRPr sz="675" b="1">
                <a:solidFill>
                  <a:srgbClr val="7A837F"/>
                </a:solidFill>
              </a:defRPr>
            </a:lvl5pPr>
            <a:lvl6pPr>
              <a:defRPr sz="675" b="1">
                <a:solidFill>
                  <a:srgbClr val="7A837F"/>
                </a:solidFill>
              </a:defRPr>
            </a:lvl6pPr>
            <a:lvl7pPr>
              <a:defRPr sz="675" b="1">
                <a:solidFill>
                  <a:srgbClr val="7A837F"/>
                </a:solidFill>
              </a:defRPr>
            </a:lvl7pPr>
            <a:lvl8pPr>
              <a:defRPr sz="675" b="1">
                <a:solidFill>
                  <a:srgbClr val="7A837F"/>
                </a:solidFill>
              </a:defRPr>
            </a:lvl8pPr>
            <a:lvl9pPr>
              <a:defRPr sz="675" b="1">
                <a:solidFill>
                  <a:srgbClr val="7A837F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7A837F"/>
                </a:solidFill>
              </a:defRPr>
            </a:pPr>
            <a:r>
              <a:rPr sz="675" b="1">
                <a:solidFill>
                  <a:srgbClr val="7A837F"/>
                </a:solidFill>
              </a:rPr>
              <a:t>QETTYQ · ASTANA PILOT · PRODUCT PROTOTYPE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23D765-D88F-44F8-9C8F-3F03F590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101412"/>
                </a:solidFill>
              </a:defRPr>
            </a:defPPr>
            <a:lvl1pPr algn="r">
              <a:defRPr sz="825" b="1">
                <a:solidFill>
                  <a:srgbClr val="101412"/>
                </a:solidFill>
              </a:defRPr>
            </a:lvl1pPr>
            <a:lvl2pPr algn="r">
              <a:defRPr sz="825" b="1">
                <a:solidFill>
                  <a:srgbClr val="101412"/>
                </a:solidFill>
              </a:defRPr>
            </a:lvl2pPr>
            <a:lvl3pPr algn="r">
              <a:defRPr sz="825" b="1">
                <a:solidFill>
                  <a:srgbClr val="101412"/>
                </a:solidFill>
              </a:defRPr>
            </a:lvl3pPr>
            <a:lvl4pPr algn="r">
              <a:defRPr sz="825" b="1">
                <a:solidFill>
                  <a:srgbClr val="101412"/>
                </a:solidFill>
              </a:defRPr>
            </a:lvl4pPr>
            <a:lvl5pPr algn="r">
              <a:defRPr sz="825" b="1">
                <a:solidFill>
                  <a:srgbClr val="101412"/>
                </a:solidFill>
              </a:defRPr>
            </a:lvl5pPr>
            <a:lvl6pPr algn="r">
              <a:defRPr sz="825" b="1">
                <a:solidFill>
                  <a:srgbClr val="101412"/>
                </a:solidFill>
              </a:defRPr>
            </a:lvl6pPr>
            <a:lvl7pPr algn="r">
              <a:defRPr sz="825" b="1">
                <a:solidFill>
                  <a:srgbClr val="101412"/>
                </a:solidFill>
              </a:defRPr>
            </a:lvl7pPr>
            <a:lvl8pPr algn="r">
              <a:defRPr sz="825" b="1">
                <a:solidFill>
                  <a:srgbClr val="101412"/>
                </a:solidFill>
              </a:defRPr>
            </a:lvl8pPr>
            <a:lvl9pPr algn="r">
              <a:defRPr sz="82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01412"/>
                </a:solidFill>
              </a:defRPr>
            </a:pPr>
            <a:r>
              <a:rPr sz="825" b="1">
                <a:solidFill>
                  <a:srgbClr val="10141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0914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43E9B-3151-4C81-94AD-D908FB86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C9F46B"/>
                </a:solidFill>
              </a:defRPr>
            </a:defPPr>
            <a:lvl1pPr>
              <a:defRPr sz="900" b="1">
                <a:solidFill>
                  <a:srgbClr val="C9F46B"/>
                </a:solidFill>
              </a:defRPr>
            </a:lvl1pPr>
            <a:lvl2pPr>
              <a:defRPr sz="900" b="1">
                <a:solidFill>
                  <a:srgbClr val="C9F46B"/>
                </a:solidFill>
              </a:defRPr>
            </a:lvl2pPr>
            <a:lvl3pPr>
              <a:defRPr sz="900" b="1">
                <a:solidFill>
                  <a:srgbClr val="C9F46B"/>
                </a:solidFill>
              </a:defRPr>
            </a:lvl3pPr>
            <a:lvl4pPr>
              <a:defRPr sz="900" b="1">
                <a:solidFill>
                  <a:srgbClr val="C9F46B"/>
                </a:solidFill>
              </a:defRPr>
            </a:lvl4pPr>
            <a:lvl5pPr>
              <a:defRPr sz="900" b="1">
                <a:solidFill>
                  <a:srgbClr val="C9F46B"/>
                </a:solidFill>
              </a:defRPr>
            </a:lvl5pPr>
            <a:lvl6pPr>
              <a:defRPr sz="900" b="1">
                <a:solidFill>
                  <a:srgbClr val="C9F46B"/>
                </a:solidFill>
              </a:defRPr>
            </a:lvl6pPr>
            <a:lvl7pPr>
              <a:defRPr sz="900" b="1">
                <a:solidFill>
                  <a:srgbClr val="C9F46B"/>
                </a:solidFill>
              </a:defRPr>
            </a:lvl7pPr>
            <a:lvl8pPr>
              <a:defRPr sz="900" b="1">
                <a:solidFill>
                  <a:srgbClr val="C9F46B"/>
                </a:solidFill>
              </a:defRPr>
            </a:lvl8pPr>
            <a:lvl9pPr>
              <a:defRPr sz="900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C9F46B"/>
                </a:solidFill>
              </a:defRPr>
            </a:pPr>
            <a:r>
              <a:rPr sz="900" b="1">
                <a:solidFill>
                  <a:srgbClr val="C9F46B"/>
                </a:solidFill>
              </a:rPr>
              <a:t>АРХИТЕКТУРА В ЦИФРАХ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D90E0-1AAA-443C-B732-ADCCFED3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933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</a:defRPr>
            </a:defPPr>
            <a:lvl1pPr>
              <a:defRPr sz="3300" b="1">
                <a:solidFill>
                  <a:srgbClr val="FFFFFF"/>
                </a:solidFill>
              </a:defRPr>
            </a:lvl1pPr>
            <a:lvl2pPr>
              <a:defRPr sz="3300" b="1">
                <a:solidFill>
                  <a:srgbClr val="FFFFFF"/>
                </a:solidFill>
              </a:defRPr>
            </a:lvl2pPr>
            <a:lvl3pPr>
              <a:defRPr sz="3300" b="1">
                <a:solidFill>
                  <a:srgbClr val="FFFFFF"/>
                </a:solidFill>
              </a:defRPr>
            </a:lvl3pPr>
            <a:lvl4pPr>
              <a:defRPr sz="3300" b="1">
                <a:solidFill>
                  <a:srgbClr val="FFFFFF"/>
                </a:solidFill>
              </a:defRPr>
            </a:lvl4pPr>
            <a:lvl5pPr>
              <a:defRPr sz="3300" b="1">
                <a:solidFill>
                  <a:srgbClr val="FFFFFF"/>
                </a:solidFill>
              </a:defRPr>
            </a:lvl5pPr>
            <a:lvl6pPr>
              <a:defRPr sz="3300" b="1">
                <a:solidFill>
                  <a:srgbClr val="FFFFFF"/>
                </a:solidFill>
              </a:defRPr>
            </a:lvl6pPr>
            <a:lvl7pPr>
              <a:defRPr sz="3300" b="1">
                <a:solidFill>
                  <a:srgbClr val="FFFFFF"/>
                </a:solidFill>
              </a:defRPr>
            </a:lvl7pPr>
            <a:lvl8pPr>
              <a:defRPr sz="3300" b="1">
                <a:solidFill>
                  <a:srgbClr val="FFFFFF"/>
                </a:solidFill>
              </a:defRPr>
            </a:lvl8pPr>
            <a:lvl9pPr>
              <a:defRPr sz="33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Источники обновляют одну карту событий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4E905-6D3B-42F3-B045-CAF23884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C9F46B"/>
                </a:solidFill>
              </a:defRPr>
            </a:defPPr>
            <a:lvl1pPr>
              <a:defRPr sz="4200" b="1">
                <a:solidFill>
                  <a:srgbClr val="C9F46B"/>
                </a:solidFill>
              </a:defRPr>
            </a:lvl1pPr>
            <a:lvl2pPr>
              <a:defRPr sz="4200" b="1">
                <a:solidFill>
                  <a:srgbClr val="C9F46B"/>
                </a:solidFill>
              </a:defRPr>
            </a:lvl2pPr>
            <a:lvl3pPr>
              <a:defRPr sz="4200" b="1">
                <a:solidFill>
                  <a:srgbClr val="C9F46B"/>
                </a:solidFill>
              </a:defRPr>
            </a:lvl3pPr>
            <a:lvl4pPr>
              <a:defRPr sz="4200" b="1">
                <a:solidFill>
                  <a:srgbClr val="C9F46B"/>
                </a:solidFill>
              </a:defRPr>
            </a:lvl4pPr>
            <a:lvl5pPr>
              <a:defRPr sz="4200" b="1">
                <a:solidFill>
                  <a:srgbClr val="C9F46B"/>
                </a:solidFill>
              </a:defRPr>
            </a:lvl5pPr>
            <a:lvl6pPr>
              <a:defRPr sz="4200" b="1">
                <a:solidFill>
                  <a:srgbClr val="C9F46B"/>
                </a:solidFill>
              </a:defRPr>
            </a:lvl6pPr>
            <a:lvl7pPr>
              <a:defRPr sz="4200" b="1">
                <a:solidFill>
                  <a:srgbClr val="C9F46B"/>
                </a:solidFill>
              </a:defRPr>
            </a:lvl7pPr>
            <a:lvl8pPr>
              <a:defRPr sz="4200" b="1">
                <a:solidFill>
                  <a:srgbClr val="C9F46B"/>
                </a:solidFill>
              </a:defRPr>
            </a:lvl8pPr>
            <a:lvl9pPr>
              <a:defRPr sz="4200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C9F46B"/>
                </a:solidFill>
              </a:defRPr>
            </a:pPr>
            <a:r>
              <a:rPr sz="4200" b="1">
                <a:solidFill>
                  <a:srgbClr val="C9F46B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B95B4-6674-47BD-B692-77A81599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кандидатов источников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A8492-DF31-4B0D-8716-A04EC779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67000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C9F46B"/>
                </a:solidFill>
              </a:defRPr>
            </a:defPPr>
            <a:lvl1pPr>
              <a:defRPr sz="4200" b="1">
                <a:solidFill>
                  <a:srgbClr val="C9F46B"/>
                </a:solidFill>
              </a:defRPr>
            </a:lvl1pPr>
            <a:lvl2pPr>
              <a:defRPr sz="4200" b="1">
                <a:solidFill>
                  <a:srgbClr val="C9F46B"/>
                </a:solidFill>
              </a:defRPr>
            </a:lvl2pPr>
            <a:lvl3pPr>
              <a:defRPr sz="4200" b="1">
                <a:solidFill>
                  <a:srgbClr val="C9F46B"/>
                </a:solidFill>
              </a:defRPr>
            </a:lvl3pPr>
            <a:lvl4pPr>
              <a:defRPr sz="4200" b="1">
                <a:solidFill>
                  <a:srgbClr val="C9F46B"/>
                </a:solidFill>
              </a:defRPr>
            </a:lvl4pPr>
            <a:lvl5pPr>
              <a:defRPr sz="4200" b="1">
                <a:solidFill>
                  <a:srgbClr val="C9F46B"/>
                </a:solidFill>
              </a:defRPr>
            </a:lvl5pPr>
            <a:lvl6pPr>
              <a:defRPr sz="4200" b="1">
                <a:solidFill>
                  <a:srgbClr val="C9F46B"/>
                </a:solidFill>
              </a:defRPr>
            </a:lvl6pPr>
            <a:lvl7pPr>
              <a:defRPr sz="4200" b="1">
                <a:solidFill>
                  <a:srgbClr val="C9F46B"/>
                </a:solidFill>
              </a:defRPr>
            </a:lvl7pPr>
            <a:lvl8pPr>
              <a:defRPr sz="4200" b="1">
                <a:solidFill>
                  <a:srgbClr val="C9F46B"/>
                </a:solidFill>
              </a:defRPr>
            </a:lvl8pPr>
            <a:lvl9pPr>
              <a:defRPr sz="4200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C9F46B"/>
                </a:solidFill>
              </a:defRPr>
            </a:pPr>
            <a:r>
              <a:rPr sz="4200" b="1">
                <a:solidFill>
                  <a:srgbClr val="C9F46B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82757-E11A-4F77-AC16-231C0777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7187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канала добавления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54A35-874B-4ACB-AAD9-0AD288E1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E8D8B6"/>
                </a:solidFill>
              </a:defRPr>
            </a:defPPr>
            <a:lvl1pPr>
              <a:defRPr sz="4200" b="1">
                <a:solidFill>
                  <a:srgbClr val="E8D8B6"/>
                </a:solidFill>
              </a:defRPr>
            </a:lvl1pPr>
            <a:lvl2pPr>
              <a:defRPr sz="4200" b="1">
                <a:solidFill>
                  <a:srgbClr val="E8D8B6"/>
                </a:solidFill>
              </a:defRPr>
            </a:lvl2pPr>
            <a:lvl3pPr>
              <a:defRPr sz="4200" b="1">
                <a:solidFill>
                  <a:srgbClr val="E8D8B6"/>
                </a:solidFill>
              </a:defRPr>
            </a:lvl3pPr>
            <a:lvl4pPr>
              <a:defRPr sz="4200" b="1">
                <a:solidFill>
                  <a:srgbClr val="E8D8B6"/>
                </a:solidFill>
              </a:defRPr>
            </a:lvl4pPr>
            <a:lvl5pPr>
              <a:defRPr sz="4200" b="1">
                <a:solidFill>
                  <a:srgbClr val="E8D8B6"/>
                </a:solidFill>
              </a:defRPr>
            </a:lvl5pPr>
            <a:lvl6pPr>
              <a:defRPr sz="4200" b="1">
                <a:solidFill>
                  <a:srgbClr val="E8D8B6"/>
                </a:solidFill>
              </a:defRPr>
            </a:lvl6pPr>
            <a:lvl7pPr>
              <a:defRPr sz="4200" b="1">
                <a:solidFill>
                  <a:srgbClr val="E8D8B6"/>
                </a:solidFill>
              </a:defRPr>
            </a:lvl7pPr>
            <a:lvl8pPr>
              <a:defRPr sz="4200" b="1">
                <a:solidFill>
                  <a:srgbClr val="E8D8B6"/>
                </a:solidFill>
              </a:defRPr>
            </a:lvl8pPr>
            <a:lvl9pPr>
              <a:defRPr sz="4200" b="1">
                <a:solidFill>
                  <a:srgbClr val="E8D8B6"/>
                </a:solidFill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E8D8B6"/>
                </a:solidFill>
              </a:defRPr>
            </a:pPr>
            <a:r>
              <a:rPr sz="4200" b="1">
                <a:solidFill>
                  <a:srgbClr val="E8D8B6"/>
                </a:solidFill>
              </a:rPr>
              <a:t>24 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40924-0B1A-4190-AFF5-0FD0F9A4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7187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базовое обновление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5811CA-DCF6-41FF-BF2F-8A17E45C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67000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C9F46B"/>
                </a:solidFill>
              </a:defRPr>
            </a:defPPr>
            <a:lvl1pPr>
              <a:defRPr sz="4200" b="1">
                <a:solidFill>
                  <a:srgbClr val="C9F46B"/>
                </a:solidFill>
              </a:defRPr>
            </a:lvl1pPr>
            <a:lvl2pPr>
              <a:defRPr sz="4200" b="1">
                <a:solidFill>
                  <a:srgbClr val="C9F46B"/>
                </a:solidFill>
              </a:defRPr>
            </a:lvl2pPr>
            <a:lvl3pPr>
              <a:defRPr sz="4200" b="1">
                <a:solidFill>
                  <a:srgbClr val="C9F46B"/>
                </a:solidFill>
              </a:defRPr>
            </a:lvl3pPr>
            <a:lvl4pPr>
              <a:defRPr sz="4200" b="1">
                <a:solidFill>
                  <a:srgbClr val="C9F46B"/>
                </a:solidFill>
              </a:defRPr>
            </a:lvl4pPr>
            <a:lvl5pPr>
              <a:defRPr sz="4200" b="1">
                <a:solidFill>
                  <a:srgbClr val="C9F46B"/>
                </a:solidFill>
              </a:defRPr>
            </a:lvl5pPr>
            <a:lvl6pPr>
              <a:defRPr sz="4200" b="1">
                <a:solidFill>
                  <a:srgbClr val="C9F46B"/>
                </a:solidFill>
              </a:defRPr>
            </a:lvl6pPr>
            <a:lvl7pPr>
              <a:defRPr sz="4200" b="1">
                <a:solidFill>
                  <a:srgbClr val="C9F46B"/>
                </a:solidFill>
              </a:defRPr>
            </a:lvl7pPr>
            <a:lvl8pPr>
              <a:defRPr sz="4200" b="1">
                <a:solidFill>
                  <a:srgbClr val="C9F46B"/>
                </a:solidFill>
              </a:defRPr>
            </a:lvl8pPr>
            <a:lvl9pPr>
              <a:defRPr sz="4200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C9F46B"/>
                </a:solidFill>
              </a:defRPr>
            </a:pPr>
            <a:r>
              <a:rPr sz="4200" b="1">
                <a:solidFill>
                  <a:srgbClr val="C9F46B"/>
                </a:solidFill>
              </a:rPr>
              <a:t>T−6 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15C69-E803-4598-89FA-9CA8EFF2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7187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проверка перед событием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41AF0-25A1-4CCA-81CF-41B2544A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0858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D29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836962-8ECF-4FF4-BDDA-09D9562B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C9F46B"/>
                </a:solidFill>
              </a:defRPr>
            </a:defPPr>
            <a:lvl1pPr>
              <a:defRPr sz="1800" b="1">
                <a:solidFill>
                  <a:srgbClr val="C9F46B"/>
                </a:solidFill>
              </a:defRPr>
            </a:lvl1pPr>
            <a:lvl2pPr>
              <a:defRPr sz="1800" b="1">
                <a:solidFill>
                  <a:srgbClr val="C9F46B"/>
                </a:solidFill>
              </a:defRPr>
            </a:lvl2pPr>
            <a:lvl3pPr>
              <a:defRPr sz="1800" b="1">
                <a:solidFill>
                  <a:srgbClr val="C9F46B"/>
                </a:solidFill>
              </a:defRPr>
            </a:lvl3pPr>
            <a:lvl4pPr>
              <a:defRPr sz="1800" b="1">
                <a:solidFill>
                  <a:srgbClr val="C9F46B"/>
                </a:solidFill>
              </a:defRPr>
            </a:lvl4pPr>
            <a:lvl5pPr>
              <a:defRPr sz="1800" b="1">
                <a:solidFill>
                  <a:srgbClr val="C9F46B"/>
                </a:solidFill>
              </a:defRPr>
            </a:lvl5pPr>
            <a:lvl6pPr>
              <a:defRPr sz="1800" b="1">
                <a:solidFill>
                  <a:srgbClr val="C9F46B"/>
                </a:solidFill>
              </a:defRPr>
            </a:lvl6pPr>
            <a:lvl7pPr>
              <a:defRPr sz="1800" b="1">
                <a:solidFill>
                  <a:srgbClr val="C9F46B"/>
                </a:solidFill>
              </a:defRPr>
            </a:lvl7pPr>
            <a:lvl8pPr>
              <a:defRPr sz="1800" b="1">
                <a:solidFill>
                  <a:srgbClr val="C9F46B"/>
                </a:solidFill>
              </a:defRPr>
            </a:lvl8pPr>
            <a:lvl9pPr>
              <a:defRPr sz="1800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C9F46B"/>
                </a:solidFill>
              </a:defRPr>
            </a:pPr>
            <a:r>
              <a:rPr sz="1800" b="1">
                <a:solidFill>
                  <a:srgbClr val="C9F46B"/>
                </a:solidFill>
              </a:rPr>
              <a:t>ВХОД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F19BED-BE4F-426C-99B9-D669631D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720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  <a:lvl1pPr>
              <a:defRPr sz="1425" b="1">
                <a:solidFill>
                  <a:srgbClr val="FFFFFF"/>
                </a:solidFill>
              </a:defRPr>
            </a:lvl1pPr>
            <a:lvl2pPr>
              <a:defRPr sz="1425" b="1">
                <a:solidFill>
                  <a:srgbClr val="FFFFFF"/>
                </a:solidFill>
              </a:defRPr>
            </a:lvl2pPr>
            <a:lvl3pPr>
              <a:defRPr sz="1425" b="1">
                <a:solidFill>
                  <a:srgbClr val="FFFFFF"/>
                </a:solidFill>
              </a:defRPr>
            </a:lvl3pPr>
            <a:lvl4pPr>
              <a:defRPr sz="1425" b="1">
                <a:solidFill>
                  <a:srgbClr val="FFFFFF"/>
                </a:solidFill>
              </a:defRPr>
            </a:lvl4pPr>
            <a:lvl5pPr>
              <a:defRPr sz="1425" b="1">
                <a:solidFill>
                  <a:srgbClr val="FFFFFF"/>
                </a:solidFill>
              </a:defRPr>
            </a:lvl5pPr>
            <a:lvl6pPr>
              <a:defRPr sz="1425" b="1">
                <a:solidFill>
                  <a:srgbClr val="FFFFFF"/>
                </a:solidFill>
              </a:defRPr>
            </a:lvl6pPr>
            <a:lvl7pPr>
              <a:defRPr sz="1425" b="1">
                <a:solidFill>
                  <a:srgbClr val="FFFFFF"/>
                </a:solidFill>
              </a:defRPr>
            </a:lvl7pPr>
            <a:lvl8pPr>
              <a:defRPr sz="1425" b="1">
                <a:solidFill>
                  <a:srgbClr val="FFFFFF"/>
                </a:solidFill>
              </a:defRPr>
            </a:lvl8pPr>
            <a:lvl9pPr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API, чат-бот организатора или ручная карточка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984D5-5B69-482F-9F97-06693AAF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2447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AEBBB6"/>
                </a:solidFill>
              </a:defRPr>
            </a:defPPr>
            <a:lvl1pPr>
              <a:defRPr sz="900" b="0">
                <a:solidFill>
                  <a:srgbClr val="AEBBB6"/>
                </a:solidFill>
              </a:defRPr>
            </a:lvl1pPr>
            <a:lvl2pPr>
              <a:defRPr sz="900" b="0">
                <a:solidFill>
                  <a:srgbClr val="AEBBB6"/>
                </a:solidFill>
              </a:defRPr>
            </a:lvl2pPr>
            <a:lvl3pPr>
              <a:defRPr sz="900" b="0">
                <a:solidFill>
                  <a:srgbClr val="AEBBB6"/>
                </a:solidFill>
              </a:defRPr>
            </a:lvl3pPr>
            <a:lvl4pPr>
              <a:defRPr sz="900" b="0">
                <a:solidFill>
                  <a:srgbClr val="AEBBB6"/>
                </a:solidFill>
              </a:defRPr>
            </a:lvl4pPr>
            <a:lvl5pPr>
              <a:defRPr sz="900" b="0">
                <a:solidFill>
                  <a:srgbClr val="AEBBB6"/>
                </a:solidFill>
              </a:defRPr>
            </a:lvl5pPr>
            <a:lvl6pPr>
              <a:defRPr sz="900" b="0">
                <a:solidFill>
                  <a:srgbClr val="AEBBB6"/>
                </a:solidFill>
              </a:defRPr>
            </a:lvl6pPr>
            <a:lvl7pPr>
              <a:defRPr sz="900" b="0">
                <a:solidFill>
                  <a:srgbClr val="AEBBB6"/>
                </a:solidFill>
              </a:defRPr>
            </a:lvl7pPr>
            <a:lvl8pPr>
              <a:defRPr sz="900" b="0">
                <a:solidFill>
                  <a:srgbClr val="AEBBB6"/>
                </a:solidFill>
              </a:defRPr>
            </a:lvl8pPr>
            <a:lvl9pPr>
              <a:defRPr sz="900" b="0">
                <a:solidFill>
                  <a:srgbClr val="AEBBB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AEBBB6"/>
                </a:solidFill>
              </a:defRPr>
            </a:pPr>
            <a:r>
              <a:rPr sz="900" b="0">
                <a:solidFill>
                  <a:srgbClr val="AEBBB6"/>
                </a:solidFill>
              </a:rPr>
              <a:t>Нормализация проверяет дату, площадку, источник и права. Browser RAG хранит только профиль пользователя.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75D08A-F8F0-44B8-B4D0-9412034D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9EB0AA"/>
                </a:solidFill>
              </a:defRPr>
            </a:defPPr>
            <a:lvl1pPr>
              <a:defRPr sz="675" b="1">
                <a:solidFill>
                  <a:srgbClr val="9EB0AA"/>
                </a:solidFill>
              </a:defRPr>
            </a:lvl1pPr>
            <a:lvl2pPr>
              <a:defRPr sz="675" b="1">
                <a:solidFill>
                  <a:srgbClr val="9EB0AA"/>
                </a:solidFill>
              </a:defRPr>
            </a:lvl2pPr>
            <a:lvl3pPr>
              <a:defRPr sz="675" b="1">
                <a:solidFill>
                  <a:srgbClr val="9EB0AA"/>
                </a:solidFill>
              </a:defRPr>
            </a:lvl3pPr>
            <a:lvl4pPr>
              <a:defRPr sz="675" b="1">
                <a:solidFill>
                  <a:srgbClr val="9EB0AA"/>
                </a:solidFill>
              </a:defRPr>
            </a:lvl4pPr>
            <a:lvl5pPr>
              <a:defRPr sz="675" b="1">
                <a:solidFill>
                  <a:srgbClr val="9EB0AA"/>
                </a:solidFill>
              </a:defRPr>
            </a:lvl5pPr>
            <a:lvl6pPr>
              <a:defRPr sz="675" b="1">
                <a:solidFill>
                  <a:srgbClr val="9EB0AA"/>
                </a:solidFill>
              </a:defRPr>
            </a:lvl6pPr>
            <a:lvl7pPr>
              <a:defRPr sz="675" b="1">
                <a:solidFill>
                  <a:srgbClr val="9EB0AA"/>
                </a:solidFill>
              </a:defRPr>
            </a:lvl7pPr>
            <a:lvl8pPr>
              <a:defRPr sz="675" b="1">
                <a:solidFill>
                  <a:srgbClr val="9EB0AA"/>
                </a:solidFill>
              </a:defRPr>
            </a:lvl8pPr>
            <a:lvl9pPr>
              <a:defRPr sz="675" b="1">
                <a:solidFill>
                  <a:srgbClr val="9EB0AA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9EB0AA"/>
                </a:solidFill>
              </a:defRPr>
            </a:pPr>
            <a:r>
              <a:rPr sz="675" b="1">
                <a:solidFill>
                  <a:srgbClr val="9EB0AA"/>
                </a:solidFill>
              </a:rPr>
              <a:t>QETTYQ · ASTANA PILOT · PRODUCT PROTOTYPE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8C394-8452-4A87-99D9-BE174482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  <a:lvl1pPr algn="r">
              <a:defRPr sz="825" b="1">
                <a:solidFill>
                  <a:srgbClr val="FFFFFF"/>
                </a:solidFill>
              </a:defRPr>
            </a:lvl1pPr>
            <a:lvl2pPr algn="r">
              <a:defRPr sz="825" b="1">
                <a:solidFill>
                  <a:srgbClr val="FFFFFF"/>
                </a:solidFill>
              </a:defRPr>
            </a:lvl2pPr>
            <a:lvl3pPr algn="r">
              <a:defRPr sz="825" b="1">
                <a:solidFill>
                  <a:srgbClr val="FFFFFF"/>
                </a:solidFill>
              </a:defRPr>
            </a:lvl3pPr>
            <a:lvl4pPr algn="r">
              <a:defRPr sz="825" b="1">
                <a:solidFill>
                  <a:srgbClr val="FFFFFF"/>
                </a:solidFill>
              </a:defRPr>
            </a:lvl4pPr>
            <a:lvl5pPr algn="r">
              <a:defRPr sz="825" b="1">
                <a:solidFill>
                  <a:srgbClr val="FFFFFF"/>
                </a:solidFill>
              </a:defRPr>
            </a:lvl5pPr>
            <a:lvl6pPr algn="r">
              <a:defRPr sz="825" b="1">
                <a:solidFill>
                  <a:srgbClr val="FFFFFF"/>
                </a:solidFill>
              </a:defRPr>
            </a:lvl6pPr>
            <a:lvl7pPr algn="r">
              <a:defRPr sz="825" b="1">
                <a:solidFill>
                  <a:srgbClr val="FFFFFF"/>
                </a:solidFill>
              </a:defRPr>
            </a:lvl7pPr>
            <a:lvl8pPr algn="r">
              <a:defRPr sz="825" b="1">
                <a:solidFill>
                  <a:srgbClr val="FFFFFF"/>
                </a:solidFill>
              </a:defRPr>
            </a:lvl8pPr>
            <a:lvl9pPr algn="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001645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0880A-1463-417E-AAD1-DACC963E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87F6D"/>
                </a:solidFill>
              </a:defRPr>
            </a:defPPr>
            <a:lvl1pPr>
              <a:defRPr sz="900" b="1">
                <a:solidFill>
                  <a:srgbClr val="087F6D"/>
                </a:solidFill>
              </a:defRPr>
            </a:lvl1pPr>
            <a:lvl2pPr>
              <a:defRPr sz="900" b="1">
                <a:solidFill>
                  <a:srgbClr val="087F6D"/>
                </a:solidFill>
              </a:defRPr>
            </a:lvl2pPr>
            <a:lvl3pPr>
              <a:defRPr sz="900" b="1">
                <a:solidFill>
                  <a:srgbClr val="087F6D"/>
                </a:solidFill>
              </a:defRPr>
            </a:lvl3pPr>
            <a:lvl4pPr>
              <a:defRPr sz="900" b="1">
                <a:solidFill>
                  <a:srgbClr val="087F6D"/>
                </a:solidFill>
              </a:defRPr>
            </a:lvl4pPr>
            <a:lvl5pPr>
              <a:defRPr sz="900" b="1">
                <a:solidFill>
                  <a:srgbClr val="087F6D"/>
                </a:solidFill>
              </a:defRPr>
            </a:lvl5pPr>
            <a:lvl6pPr>
              <a:defRPr sz="900" b="1">
                <a:solidFill>
                  <a:srgbClr val="087F6D"/>
                </a:solidFill>
              </a:defRPr>
            </a:lvl6pPr>
            <a:lvl7pPr>
              <a:defRPr sz="900" b="1">
                <a:solidFill>
                  <a:srgbClr val="087F6D"/>
                </a:solidFill>
              </a:defRPr>
            </a:lvl7pPr>
            <a:lvl8pPr>
              <a:defRPr sz="900" b="1">
                <a:solidFill>
                  <a:srgbClr val="087F6D"/>
                </a:solidFill>
              </a:defRPr>
            </a:lvl8pPr>
            <a:lvl9pPr>
              <a:defRPr sz="90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87F6D"/>
                </a:solidFill>
              </a:defRPr>
            </a:pPr>
            <a:r>
              <a:rPr sz="900" b="1">
                <a:solidFill>
                  <a:srgbClr val="087F6D"/>
                </a:solidFill>
              </a:rPr>
              <a:t>PRIVACY И НЕОПРЕДЕЛЁННОСТЬ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21363-B7D7-41E5-9592-CE141D73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1412"/>
                </a:solidFill>
              </a:defRPr>
            </a:defPPr>
            <a:lvl1pPr>
              <a:defRPr sz="3450" b="1">
                <a:solidFill>
                  <a:srgbClr val="101412"/>
                </a:solidFill>
              </a:defRPr>
            </a:lvl1pPr>
            <a:lvl2pPr>
              <a:defRPr sz="3450" b="1">
                <a:solidFill>
                  <a:srgbClr val="101412"/>
                </a:solidFill>
              </a:defRPr>
            </a:lvl2pPr>
            <a:lvl3pPr>
              <a:defRPr sz="3450" b="1">
                <a:solidFill>
                  <a:srgbClr val="101412"/>
                </a:solidFill>
              </a:defRPr>
            </a:lvl3pPr>
            <a:lvl4pPr>
              <a:defRPr sz="3450" b="1">
                <a:solidFill>
                  <a:srgbClr val="101412"/>
                </a:solidFill>
              </a:defRPr>
            </a:lvl4pPr>
            <a:lvl5pPr>
              <a:defRPr sz="3450" b="1">
                <a:solidFill>
                  <a:srgbClr val="101412"/>
                </a:solidFill>
              </a:defRPr>
            </a:lvl5pPr>
            <a:lvl6pPr>
              <a:defRPr sz="3450" b="1">
                <a:solidFill>
                  <a:srgbClr val="101412"/>
                </a:solidFill>
              </a:defRPr>
            </a:lvl6pPr>
            <a:lvl7pPr>
              <a:defRPr sz="3450" b="1">
                <a:solidFill>
                  <a:srgbClr val="101412"/>
                </a:solidFill>
              </a:defRPr>
            </a:lvl7pPr>
            <a:lvl8pPr>
              <a:defRPr sz="3450" b="1">
                <a:solidFill>
                  <a:srgbClr val="101412"/>
                </a:solidFill>
              </a:defRPr>
            </a:lvl8pPr>
            <a:lvl9pPr>
              <a:defRPr sz="345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1412"/>
                </a:solidFill>
              </a:defRPr>
            </a:pPr>
            <a:r>
              <a:rPr sz="3450" b="1">
                <a:solidFill>
                  <a:srgbClr val="101412"/>
                </a:solidFill>
              </a:rPr>
              <a:t>Граница данных видна пользователю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2205C-50B6-4D61-9CD6-EC07160D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5048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0E7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1FA81-6EDE-4F8B-B7D8-67BDED84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8B5A14"/>
                </a:solidFill>
              </a:defRPr>
            </a:defPPr>
            <a:lvl1pPr>
              <a:defRPr sz="1125" b="1">
                <a:solidFill>
                  <a:srgbClr val="8B5A14"/>
                </a:solidFill>
              </a:defRPr>
            </a:lvl1pPr>
            <a:lvl2pPr>
              <a:defRPr sz="1125" b="1">
                <a:solidFill>
                  <a:srgbClr val="8B5A14"/>
                </a:solidFill>
              </a:defRPr>
            </a:lvl2pPr>
            <a:lvl3pPr>
              <a:defRPr sz="1125" b="1">
                <a:solidFill>
                  <a:srgbClr val="8B5A14"/>
                </a:solidFill>
              </a:defRPr>
            </a:lvl3pPr>
            <a:lvl4pPr>
              <a:defRPr sz="1125" b="1">
                <a:solidFill>
                  <a:srgbClr val="8B5A14"/>
                </a:solidFill>
              </a:defRPr>
            </a:lvl4pPr>
            <a:lvl5pPr>
              <a:defRPr sz="1125" b="1">
                <a:solidFill>
                  <a:srgbClr val="8B5A14"/>
                </a:solidFill>
              </a:defRPr>
            </a:lvl5pPr>
            <a:lvl6pPr>
              <a:defRPr sz="1125" b="1">
                <a:solidFill>
                  <a:srgbClr val="8B5A14"/>
                </a:solidFill>
              </a:defRPr>
            </a:lvl6pPr>
            <a:lvl7pPr>
              <a:defRPr sz="1125" b="1">
                <a:solidFill>
                  <a:srgbClr val="8B5A14"/>
                </a:solidFill>
              </a:defRPr>
            </a:lvl7pPr>
            <a:lvl8pPr>
              <a:defRPr sz="1125" b="1">
                <a:solidFill>
                  <a:srgbClr val="8B5A14"/>
                </a:solidFill>
              </a:defRPr>
            </a:lvl8pPr>
            <a:lvl9pPr>
              <a:defRPr sz="1125" b="1">
                <a:solidFill>
                  <a:srgbClr val="8B5A14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8B5A14"/>
                </a:solidFill>
              </a:defRPr>
            </a:pPr>
            <a:r>
              <a:rPr sz="1125" b="1">
                <a:solidFill>
                  <a:srgbClr val="8B5A14"/>
                </a:solidFill>
              </a:rPr>
              <a:t>PRICE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0B676-84AC-406E-A0F5-2F9AE34C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57525"/>
            <a:ext cx="4333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01412"/>
                </a:solidFill>
              </a:defRPr>
            </a:defPPr>
            <a:lvl1pPr>
              <a:defRPr sz="1275" b="1">
                <a:solidFill>
                  <a:srgbClr val="101412"/>
                </a:solidFill>
              </a:defRPr>
            </a:lvl1pPr>
            <a:lvl2pPr>
              <a:defRPr sz="1275" b="1">
                <a:solidFill>
                  <a:srgbClr val="101412"/>
                </a:solidFill>
              </a:defRPr>
            </a:lvl2pPr>
            <a:lvl3pPr>
              <a:defRPr sz="1275" b="1">
                <a:solidFill>
                  <a:srgbClr val="101412"/>
                </a:solidFill>
              </a:defRPr>
            </a:lvl3pPr>
            <a:lvl4pPr>
              <a:defRPr sz="1275" b="1">
                <a:solidFill>
                  <a:srgbClr val="101412"/>
                </a:solidFill>
              </a:defRPr>
            </a:lvl4pPr>
            <a:lvl5pPr>
              <a:defRPr sz="1275" b="1">
                <a:solidFill>
                  <a:srgbClr val="101412"/>
                </a:solidFill>
              </a:defRPr>
            </a:lvl5pPr>
            <a:lvl6pPr>
              <a:defRPr sz="1275" b="1">
                <a:solidFill>
                  <a:srgbClr val="101412"/>
                </a:solidFill>
              </a:defRPr>
            </a:lvl6pPr>
            <a:lvl7pPr>
              <a:defRPr sz="1275" b="1">
                <a:solidFill>
                  <a:srgbClr val="101412"/>
                </a:solidFill>
              </a:defRPr>
            </a:lvl7pPr>
            <a:lvl8pPr>
              <a:defRPr sz="1275" b="1">
                <a:solidFill>
                  <a:srgbClr val="101412"/>
                </a:solidFill>
              </a:defRPr>
            </a:lvl8pPr>
            <a:lvl9pPr>
              <a:defRPr sz="127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1412"/>
                </a:solidFill>
              </a:defRPr>
            </a:pPr>
            <a:r>
              <a:rPr sz="1275" b="1">
                <a:solidFill>
                  <a:srgbClr val="101412"/>
                </a:solidFill>
              </a:rPr>
              <a:t>Если цена неизвестна, пишем: уточните у организатора.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13EEE-F045-46D0-90A4-09665859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5048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ED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2F03A-4A4F-44AD-8FFC-B6F1AA3C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05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F6D"/>
                </a:solidFill>
              </a:defRPr>
            </a:defPPr>
            <a:lvl1pPr>
              <a:defRPr sz="1125" b="1">
                <a:solidFill>
                  <a:srgbClr val="087F6D"/>
                </a:solidFill>
              </a:defRPr>
            </a:lvl1pPr>
            <a:lvl2pPr>
              <a:defRPr sz="1125" b="1">
                <a:solidFill>
                  <a:srgbClr val="087F6D"/>
                </a:solidFill>
              </a:defRPr>
            </a:lvl2pPr>
            <a:lvl3pPr>
              <a:defRPr sz="1125" b="1">
                <a:solidFill>
                  <a:srgbClr val="087F6D"/>
                </a:solidFill>
              </a:defRPr>
            </a:lvl3pPr>
            <a:lvl4pPr>
              <a:defRPr sz="1125" b="1">
                <a:solidFill>
                  <a:srgbClr val="087F6D"/>
                </a:solidFill>
              </a:defRPr>
            </a:lvl4pPr>
            <a:lvl5pPr>
              <a:defRPr sz="1125" b="1">
                <a:solidFill>
                  <a:srgbClr val="087F6D"/>
                </a:solidFill>
              </a:defRPr>
            </a:lvl5pPr>
            <a:lvl6pPr>
              <a:defRPr sz="1125" b="1">
                <a:solidFill>
                  <a:srgbClr val="087F6D"/>
                </a:solidFill>
              </a:defRPr>
            </a:lvl6pPr>
            <a:lvl7pPr>
              <a:defRPr sz="1125" b="1">
                <a:solidFill>
                  <a:srgbClr val="087F6D"/>
                </a:solidFill>
              </a:defRPr>
            </a:lvl7pPr>
            <a:lvl8pPr>
              <a:defRPr sz="1125" b="1">
                <a:solidFill>
                  <a:srgbClr val="087F6D"/>
                </a:solidFill>
              </a:defRPr>
            </a:lvl8pPr>
            <a:lvl9pPr>
              <a:defRPr sz="1125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6D"/>
                </a:solidFill>
              </a:defRPr>
            </a:pPr>
            <a:r>
              <a:rPr sz="1125" b="1">
                <a:solidFill>
                  <a:srgbClr val="087F6D"/>
                </a:solidFill>
              </a:rPr>
              <a:t>SEATS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40D3C-76E3-432C-AEB3-048D64C0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57525"/>
            <a:ext cx="4333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01412"/>
                </a:solidFill>
              </a:defRPr>
            </a:defPPr>
            <a:lvl1pPr>
              <a:defRPr sz="1275" b="1">
                <a:solidFill>
                  <a:srgbClr val="101412"/>
                </a:solidFill>
              </a:defRPr>
            </a:lvl1pPr>
            <a:lvl2pPr>
              <a:defRPr sz="1275" b="1">
                <a:solidFill>
                  <a:srgbClr val="101412"/>
                </a:solidFill>
              </a:defRPr>
            </a:lvl2pPr>
            <a:lvl3pPr>
              <a:defRPr sz="1275" b="1">
                <a:solidFill>
                  <a:srgbClr val="101412"/>
                </a:solidFill>
              </a:defRPr>
            </a:lvl3pPr>
            <a:lvl4pPr>
              <a:defRPr sz="1275" b="1">
                <a:solidFill>
                  <a:srgbClr val="101412"/>
                </a:solidFill>
              </a:defRPr>
            </a:lvl4pPr>
            <a:lvl5pPr>
              <a:defRPr sz="1275" b="1">
                <a:solidFill>
                  <a:srgbClr val="101412"/>
                </a:solidFill>
              </a:defRPr>
            </a:lvl5pPr>
            <a:lvl6pPr>
              <a:defRPr sz="1275" b="1">
                <a:solidFill>
                  <a:srgbClr val="101412"/>
                </a:solidFill>
              </a:defRPr>
            </a:lvl6pPr>
            <a:lvl7pPr>
              <a:defRPr sz="1275" b="1">
                <a:solidFill>
                  <a:srgbClr val="101412"/>
                </a:solidFill>
              </a:defRPr>
            </a:lvl7pPr>
            <a:lvl8pPr>
              <a:defRPr sz="1275" b="1">
                <a:solidFill>
                  <a:srgbClr val="101412"/>
                </a:solidFill>
              </a:defRPr>
            </a:lvl8pPr>
            <a:lvl9pPr>
              <a:defRPr sz="127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1412"/>
                </a:solidFill>
              </a:defRPr>
            </a:pPr>
            <a:r>
              <a:rPr sz="1275" b="1">
                <a:solidFill>
                  <a:srgbClr val="101412"/>
                </a:solidFill>
              </a:rPr>
              <a:t>«Нет мест» показываем только после подтверждения. Иначе просим уточнить наличие.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83FE5-7CC8-4461-9E97-4645F9E9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5048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ED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537AF-A24D-423E-8162-D25BB291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F6D"/>
                </a:solidFill>
              </a:defRPr>
            </a:defPPr>
            <a:lvl1pPr>
              <a:defRPr sz="1125" b="1">
                <a:solidFill>
                  <a:srgbClr val="087F6D"/>
                </a:solidFill>
              </a:defRPr>
            </a:lvl1pPr>
            <a:lvl2pPr>
              <a:defRPr sz="1125" b="1">
                <a:solidFill>
                  <a:srgbClr val="087F6D"/>
                </a:solidFill>
              </a:defRPr>
            </a:lvl2pPr>
            <a:lvl3pPr>
              <a:defRPr sz="1125" b="1">
                <a:solidFill>
                  <a:srgbClr val="087F6D"/>
                </a:solidFill>
              </a:defRPr>
            </a:lvl3pPr>
            <a:lvl4pPr>
              <a:defRPr sz="1125" b="1">
                <a:solidFill>
                  <a:srgbClr val="087F6D"/>
                </a:solidFill>
              </a:defRPr>
            </a:lvl4pPr>
            <a:lvl5pPr>
              <a:defRPr sz="1125" b="1">
                <a:solidFill>
                  <a:srgbClr val="087F6D"/>
                </a:solidFill>
              </a:defRPr>
            </a:lvl5pPr>
            <a:lvl6pPr>
              <a:defRPr sz="1125" b="1">
                <a:solidFill>
                  <a:srgbClr val="087F6D"/>
                </a:solidFill>
              </a:defRPr>
            </a:lvl6pPr>
            <a:lvl7pPr>
              <a:defRPr sz="1125" b="1">
                <a:solidFill>
                  <a:srgbClr val="087F6D"/>
                </a:solidFill>
              </a:defRPr>
            </a:lvl7pPr>
            <a:lvl8pPr>
              <a:defRPr sz="1125" b="1">
                <a:solidFill>
                  <a:srgbClr val="087F6D"/>
                </a:solidFill>
              </a:defRPr>
            </a:lvl8pPr>
            <a:lvl9pPr>
              <a:defRPr sz="1125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6D"/>
                </a:solidFill>
              </a:defRPr>
            </a:pPr>
            <a:r>
              <a:rPr sz="1125" b="1">
                <a:solidFill>
                  <a:srgbClr val="087F6D"/>
                </a:solidFill>
              </a:rPr>
              <a:t>LOCATION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3ACB3-0149-47E9-9948-B4DC9B0B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76775"/>
            <a:ext cx="4333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01412"/>
                </a:solidFill>
              </a:defRPr>
            </a:defPPr>
            <a:lvl1pPr>
              <a:defRPr sz="1275" b="1">
                <a:solidFill>
                  <a:srgbClr val="101412"/>
                </a:solidFill>
              </a:defRPr>
            </a:lvl1pPr>
            <a:lvl2pPr>
              <a:defRPr sz="1275" b="1">
                <a:solidFill>
                  <a:srgbClr val="101412"/>
                </a:solidFill>
              </a:defRPr>
            </a:lvl2pPr>
            <a:lvl3pPr>
              <a:defRPr sz="1275" b="1">
                <a:solidFill>
                  <a:srgbClr val="101412"/>
                </a:solidFill>
              </a:defRPr>
            </a:lvl3pPr>
            <a:lvl4pPr>
              <a:defRPr sz="1275" b="1">
                <a:solidFill>
                  <a:srgbClr val="101412"/>
                </a:solidFill>
              </a:defRPr>
            </a:lvl4pPr>
            <a:lvl5pPr>
              <a:defRPr sz="1275" b="1">
                <a:solidFill>
                  <a:srgbClr val="101412"/>
                </a:solidFill>
              </a:defRPr>
            </a:lvl5pPr>
            <a:lvl6pPr>
              <a:defRPr sz="1275" b="1">
                <a:solidFill>
                  <a:srgbClr val="101412"/>
                </a:solidFill>
              </a:defRPr>
            </a:lvl6pPr>
            <a:lvl7pPr>
              <a:defRPr sz="1275" b="1">
                <a:solidFill>
                  <a:srgbClr val="101412"/>
                </a:solidFill>
              </a:defRPr>
            </a:lvl7pPr>
            <a:lvl8pPr>
              <a:defRPr sz="1275" b="1">
                <a:solidFill>
                  <a:srgbClr val="101412"/>
                </a:solidFill>
              </a:defRPr>
            </a:lvl8pPr>
            <a:lvl9pPr>
              <a:defRPr sz="127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1412"/>
                </a:solidFill>
              </a:defRPr>
            </a:pPr>
            <a:r>
              <a:rPr sz="1275" b="1">
                <a:solidFill>
                  <a:srgbClr val="101412"/>
                </a:solidFill>
              </a:rPr>
              <a:t>Геопозиция используется для маршрута и не сохраняется в профиле.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D344AB-0502-41CF-8C76-E93399AD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5048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ED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F85F21-840D-4534-9061-4927DB19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24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F6D"/>
                </a:solidFill>
              </a:defRPr>
            </a:defPPr>
            <a:lvl1pPr>
              <a:defRPr sz="1125" b="1">
                <a:solidFill>
                  <a:srgbClr val="087F6D"/>
                </a:solidFill>
              </a:defRPr>
            </a:lvl1pPr>
            <a:lvl2pPr>
              <a:defRPr sz="1125" b="1">
                <a:solidFill>
                  <a:srgbClr val="087F6D"/>
                </a:solidFill>
              </a:defRPr>
            </a:lvl2pPr>
            <a:lvl3pPr>
              <a:defRPr sz="1125" b="1">
                <a:solidFill>
                  <a:srgbClr val="087F6D"/>
                </a:solidFill>
              </a:defRPr>
            </a:lvl3pPr>
            <a:lvl4pPr>
              <a:defRPr sz="1125" b="1">
                <a:solidFill>
                  <a:srgbClr val="087F6D"/>
                </a:solidFill>
              </a:defRPr>
            </a:lvl4pPr>
            <a:lvl5pPr>
              <a:defRPr sz="1125" b="1">
                <a:solidFill>
                  <a:srgbClr val="087F6D"/>
                </a:solidFill>
              </a:defRPr>
            </a:lvl5pPr>
            <a:lvl6pPr>
              <a:defRPr sz="1125" b="1">
                <a:solidFill>
                  <a:srgbClr val="087F6D"/>
                </a:solidFill>
              </a:defRPr>
            </a:lvl6pPr>
            <a:lvl7pPr>
              <a:defRPr sz="1125" b="1">
                <a:solidFill>
                  <a:srgbClr val="087F6D"/>
                </a:solidFill>
              </a:defRPr>
            </a:lvl7pPr>
            <a:lvl8pPr>
              <a:defRPr sz="1125" b="1">
                <a:solidFill>
                  <a:srgbClr val="087F6D"/>
                </a:solidFill>
              </a:defRPr>
            </a:lvl8pPr>
            <a:lvl9pPr>
              <a:defRPr sz="1125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6D"/>
                </a:solidFill>
              </a:defRPr>
            </a:pPr>
            <a:r>
              <a:rPr sz="1125" b="1">
                <a:solidFill>
                  <a:srgbClr val="087F6D"/>
                </a:solidFill>
              </a:rPr>
              <a:t>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CAF79-044F-4FF8-AC4A-AE246E14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76775"/>
            <a:ext cx="4333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01412"/>
                </a:solidFill>
              </a:defRPr>
            </a:defPPr>
            <a:lvl1pPr>
              <a:defRPr sz="1275" b="1">
                <a:solidFill>
                  <a:srgbClr val="101412"/>
                </a:solidFill>
              </a:defRPr>
            </a:lvl1pPr>
            <a:lvl2pPr>
              <a:defRPr sz="1275" b="1">
                <a:solidFill>
                  <a:srgbClr val="101412"/>
                </a:solidFill>
              </a:defRPr>
            </a:lvl2pPr>
            <a:lvl3pPr>
              <a:defRPr sz="1275" b="1">
                <a:solidFill>
                  <a:srgbClr val="101412"/>
                </a:solidFill>
              </a:defRPr>
            </a:lvl3pPr>
            <a:lvl4pPr>
              <a:defRPr sz="1275" b="1">
                <a:solidFill>
                  <a:srgbClr val="101412"/>
                </a:solidFill>
              </a:defRPr>
            </a:lvl4pPr>
            <a:lvl5pPr>
              <a:defRPr sz="1275" b="1">
                <a:solidFill>
                  <a:srgbClr val="101412"/>
                </a:solidFill>
              </a:defRPr>
            </a:lvl5pPr>
            <a:lvl6pPr>
              <a:defRPr sz="1275" b="1">
                <a:solidFill>
                  <a:srgbClr val="101412"/>
                </a:solidFill>
              </a:defRPr>
            </a:lvl6pPr>
            <a:lvl7pPr>
              <a:defRPr sz="1275" b="1">
                <a:solidFill>
                  <a:srgbClr val="101412"/>
                </a:solidFill>
              </a:defRPr>
            </a:lvl7pPr>
            <a:lvl8pPr>
              <a:defRPr sz="1275" b="1">
                <a:solidFill>
                  <a:srgbClr val="101412"/>
                </a:solidFill>
              </a:defRPr>
            </a:lvl8pPr>
            <a:lvl9pPr>
              <a:defRPr sz="127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1412"/>
                </a:solidFill>
              </a:defRPr>
            </a:pPr>
            <a:r>
              <a:rPr sz="1275" b="1">
                <a:solidFill>
                  <a:srgbClr val="101412"/>
                </a:solidFill>
              </a:rPr>
              <a:t>Предпочтения и диалог хранятся локально. Пользователь может удалить их одной кнопкой.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D1C87-0E11-4B0C-8707-81F7DA6A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7A837F"/>
                </a:solidFill>
              </a:defRPr>
            </a:defPPr>
            <a:lvl1pPr>
              <a:defRPr sz="675" b="1">
                <a:solidFill>
                  <a:srgbClr val="7A837F"/>
                </a:solidFill>
              </a:defRPr>
            </a:lvl1pPr>
            <a:lvl2pPr>
              <a:defRPr sz="675" b="1">
                <a:solidFill>
                  <a:srgbClr val="7A837F"/>
                </a:solidFill>
              </a:defRPr>
            </a:lvl2pPr>
            <a:lvl3pPr>
              <a:defRPr sz="675" b="1">
                <a:solidFill>
                  <a:srgbClr val="7A837F"/>
                </a:solidFill>
              </a:defRPr>
            </a:lvl3pPr>
            <a:lvl4pPr>
              <a:defRPr sz="675" b="1">
                <a:solidFill>
                  <a:srgbClr val="7A837F"/>
                </a:solidFill>
              </a:defRPr>
            </a:lvl4pPr>
            <a:lvl5pPr>
              <a:defRPr sz="675" b="1">
                <a:solidFill>
                  <a:srgbClr val="7A837F"/>
                </a:solidFill>
              </a:defRPr>
            </a:lvl5pPr>
            <a:lvl6pPr>
              <a:defRPr sz="675" b="1">
                <a:solidFill>
                  <a:srgbClr val="7A837F"/>
                </a:solidFill>
              </a:defRPr>
            </a:lvl6pPr>
            <a:lvl7pPr>
              <a:defRPr sz="675" b="1">
                <a:solidFill>
                  <a:srgbClr val="7A837F"/>
                </a:solidFill>
              </a:defRPr>
            </a:lvl7pPr>
            <a:lvl8pPr>
              <a:defRPr sz="675" b="1">
                <a:solidFill>
                  <a:srgbClr val="7A837F"/>
                </a:solidFill>
              </a:defRPr>
            </a:lvl8pPr>
            <a:lvl9pPr>
              <a:defRPr sz="675" b="1">
                <a:solidFill>
                  <a:srgbClr val="7A837F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7A837F"/>
                </a:solidFill>
              </a:defRPr>
            </a:pPr>
            <a:r>
              <a:rPr sz="675" b="1">
                <a:solidFill>
                  <a:srgbClr val="7A837F"/>
                </a:solidFill>
              </a:rPr>
              <a:t>QETTYQ · ASTANA PILOT · PRODUCT PROTOTYPE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37F904-8C25-42ED-AAB6-BF099C3F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101412"/>
                </a:solidFill>
              </a:defRPr>
            </a:defPPr>
            <a:lvl1pPr algn="r">
              <a:defRPr sz="825" b="1">
                <a:solidFill>
                  <a:srgbClr val="101412"/>
                </a:solidFill>
              </a:defRPr>
            </a:lvl1pPr>
            <a:lvl2pPr algn="r">
              <a:defRPr sz="825" b="1">
                <a:solidFill>
                  <a:srgbClr val="101412"/>
                </a:solidFill>
              </a:defRPr>
            </a:lvl2pPr>
            <a:lvl3pPr algn="r">
              <a:defRPr sz="825" b="1">
                <a:solidFill>
                  <a:srgbClr val="101412"/>
                </a:solidFill>
              </a:defRPr>
            </a:lvl3pPr>
            <a:lvl4pPr algn="r">
              <a:defRPr sz="825" b="1">
                <a:solidFill>
                  <a:srgbClr val="101412"/>
                </a:solidFill>
              </a:defRPr>
            </a:lvl4pPr>
            <a:lvl5pPr algn="r">
              <a:defRPr sz="825" b="1">
                <a:solidFill>
                  <a:srgbClr val="101412"/>
                </a:solidFill>
              </a:defRPr>
            </a:lvl5pPr>
            <a:lvl6pPr algn="r">
              <a:defRPr sz="825" b="1">
                <a:solidFill>
                  <a:srgbClr val="101412"/>
                </a:solidFill>
              </a:defRPr>
            </a:lvl6pPr>
            <a:lvl7pPr algn="r">
              <a:defRPr sz="825" b="1">
                <a:solidFill>
                  <a:srgbClr val="101412"/>
                </a:solidFill>
              </a:defRPr>
            </a:lvl7pPr>
            <a:lvl8pPr algn="r">
              <a:defRPr sz="825" b="1">
                <a:solidFill>
                  <a:srgbClr val="101412"/>
                </a:solidFill>
              </a:defRPr>
            </a:lvl8pPr>
            <a:lvl9pPr algn="r">
              <a:defRPr sz="82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01412"/>
                </a:solidFill>
              </a:defRPr>
            </a:pPr>
            <a:r>
              <a:rPr sz="825" b="1">
                <a:solidFill>
                  <a:srgbClr val="10141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08249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433268-C588-4B5B-9616-9D16F470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56887-6C29-4FCA-A254-C92B2EE4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"/>
            <a:ext cx="2857500" cy="5943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6490E-1E4E-4DD9-AE1A-49F6F37C41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dbaafc29c4ca1"/>
          <a:srcRect xmlns:a="http://schemas.openxmlformats.org/drawingml/2006/main" l="3305" t="0" r="33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0625" y="666750"/>
            <a:ext cx="2381250" cy="5524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0A317-EE1F-4D34-A148-0BBC566A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477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7DE05-FAD1-491A-934E-4D4EEB9D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87F6D"/>
                </a:solidFill>
              </a:defRPr>
            </a:defPPr>
            <a:lvl1pPr>
              <a:defRPr sz="900" b="1">
                <a:solidFill>
                  <a:srgbClr val="087F6D"/>
                </a:solidFill>
              </a:defRPr>
            </a:lvl1pPr>
            <a:lvl2pPr>
              <a:defRPr sz="900" b="1">
                <a:solidFill>
                  <a:srgbClr val="087F6D"/>
                </a:solidFill>
              </a:defRPr>
            </a:lvl2pPr>
            <a:lvl3pPr>
              <a:defRPr sz="900" b="1">
                <a:solidFill>
                  <a:srgbClr val="087F6D"/>
                </a:solidFill>
              </a:defRPr>
            </a:lvl3pPr>
            <a:lvl4pPr>
              <a:defRPr sz="900" b="1">
                <a:solidFill>
                  <a:srgbClr val="087F6D"/>
                </a:solidFill>
              </a:defRPr>
            </a:lvl4pPr>
            <a:lvl5pPr>
              <a:defRPr sz="900" b="1">
                <a:solidFill>
                  <a:srgbClr val="087F6D"/>
                </a:solidFill>
              </a:defRPr>
            </a:lvl5pPr>
            <a:lvl6pPr>
              <a:defRPr sz="900" b="1">
                <a:solidFill>
                  <a:srgbClr val="087F6D"/>
                </a:solidFill>
              </a:defRPr>
            </a:lvl6pPr>
            <a:lvl7pPr>
              <a:defRPr sz="900" b="1">
                <a:solidFill>
                  <a:srgbClr val="087F6D"/>
                </a:solidFill>
              </a:defRPr>
            </a:lvl7pPr>
            <a:lvl8pPr>
              <a:defRPr sz="900" b="1">
                <a:solidFill>
                  <a:srgbClr val="087F6D"/>
                </a:solidFill>
              </a:defRPr>
            </a:lvl8pPr>
            <a:lvl9pPr>
              <a:defRPr sz="90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87F6D"/>
                </a:solidFill>
              </a:defRPr>
            </a:pPr>
            <a:r>
              <a:rPr sz="900" b="1">
                <a:solidFill>
                  <a:srgbClr val="087F6D"/>
                </a:solidFill>
              </a:rPr>
              <a:t>СЛЕДУЮЩИЙ ПРОДУКТОВЫЙ ЦИКЛ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4348E-4360-4B05-9393-26D639B5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609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101412"/>
                </a:solidFill>
              </a:defRPr>
            </a:defPPr>
            <a:lvl1pPr>
              <a:defRPr sz="3525" b="1">
                <a:solidFill>
                  <a:srgbClr val="101412"/>
                </a:solidFill>
              </a:defRPr>
            </a:lvl1pPr>
            <a:lvl2pPr>
              <a:defRPr sz="3525" b="1">
                <a:solidFill>
                  <a:srgbClr val="101412"/>
                </a:solidFill>
              </a:defRPr>
            </a:lvl2pPr>
            <a:lvl3pPr>
              <a:defRPr sz="3525" b="1">
                <a:solidFill>
                  <a:srgbClr val="101412"/>
                </a:solidFill>
              </a:defRPr>
            </a:lvl3pPr>
            <a:lvl4pPr>
              <a:defRPr sz="3525" b="1">
                <a:solidFill>
                  <a:srgbClr val="101412"/>
                </a:solidFill>
              </a:defRPr>
            </a:lvl4pPr>
            <a:lvl5pPr>
              <a:defRPr sz="3525" b="1">
                <a:solidFill>
                  <a:srgbClr val="101412"/>
                </a:solidFill>
              </a:defRPr>
            </a:lvl5pPr>
            <a:lvl6pPr>
              <a:defRPr sz="3525" b="1">
                <a:solidFill>
                  <a:srgbClr val="101412"/>
                </a:solidFill>
              </a:defRPr>
            </a:lvl6pPr>
            <a:lvl7pPr>
              <a:defRPr sz="3525" b="1">
                <a:solidFill>
                  <a:srgbClr val="101412"/>
                </a:solidFill>
              </a:defRPr>
            </a:lvl7pPr>
            <a:lvl8pPr>
              <a:defRPr sz="3525" b="1">
                <a:solidFill>
                  <a:srgbClr val="101412"/>
                </a:solidFill>
              </a:defRPr>
            </a:lvl8pPr>
            <a:lvl9pPr>
              <a:defRPr sz="352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01412"/>
                </a:solidFill>
              </a:defRPr>
            </a:pPr>
            <a:r>
              <a:rPr sz="3525" b="1">
                <a:solidFill>
                  <a:srgbClr val="101412"/>
                </a:solidFill>
              </a:rPr>
              <a:t>От участника к организатору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87E85-1FDE-4886-BC55-0BFA0FA4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8F2B5-EAC9-48E4-89F7-FDAC49C6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384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1412"/>
                </a:solidFill>
              </a:defRPr>
            </a:defPPr>
            <a:lvl1pPr>
              <a:defRPr sz="1350" b="1">
                <a:solidFill>
                  <a:srgbClr val="101412"/>
                </a:solidFill>
              </a:defRPr>
            </a:lvl1pPr>
            <a:lvl2pPr>
              <a:defRPr sz="1350" b="1">
                <a:solidFill>
                  <a:srgbClr val="101412"/>
                </a:solidFill>
              </a:defRPr>
            </a:lvl2pPr>
            <a:lvl3pPr>
              <a:defRPr sz="1350" b="1">
                <a:solidFill>
                  <a:srgbClr val="101412"/>
                </a:solidFill>
              </a:defRPr>
            </a:lvl3pPr>
            <a:lvl4pPr>
              <a:defRPr sz="1350" b="1">
                <a:solidFill>
                  <a:srgbClr val="101412"/>
                </a:solidFill>
              </a:defRPr>
            </a:lvl4pPr>
            <a:lvl5pPr>
              <a:defRPr sz="1350" b="1">
                <a:solidFill>
                  <a:srgbClr val="101412"/>
                </a:solidFill>
              </a:defRPr>
            </a:lvl5pPr>
            <a:lvl6pPr>
              <a:defRPr sz="1350" b="1">
                <a:solidFill>
                  <a:srgbClr val="101412"/>
                </a:solidFill>
              </a:defRPr>
            </a:lvl6pPr>
            <a:lvl7pPr>
              <a:defRPr sz="1350" b="1">
                <a:solidFill>
                  <a:srgbClr val="101412"/>
                </a:solidFill>
              </a:defRPr>
            </a:lvl7pPr>
            <a:lvl8pPr>
              <a:defRPr sz="1350" b="1">
                <a:solidFill>
                  <a:srgbClr val="101412"/>
                </a:solidFill>
              </a:defRPr>
            </a:lvl8pPr>
            <a:lvl9pPr>
              <a:defRPr sz="135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1412"/>
                </a:solidFill>
              </a:defRPr>
            </a:pPr>
            <a:r>
              <a:rPr sz="1350" b="1">
                <a:solidFill>
                  <a:srgbClr val="101412"/>
                </a:solidFill>
              </a:rPr>
              <a:t>история посещений формирует уровень доверия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8167D-59AC-438A-BB28-F53EB933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55803-534A-4934-9780-CBFC8BFF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718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1412"/>
                </a:solidFill>
              </a:defRPr>
            </a:defPPr>
            <a:lvl1pPr>
              <a:defRPr sz="1350" b="1">
                <a:solidFill>
                  <a:srgbClr val="101412"/>
                </a:solidFill>
              </a:defRPr>
            </a:lvl1pPr>
            <a:lvl2pPr>
              <a:defRPr sz="1350" b="1">
                <a:solidFill>
                  <a:srgbClr val="101412"/>
                </a:solidFill>
              </a:defRPr>
            </a:lvl2pPr>
            <a:lvl3pPr>
              <a:defRPr sz="1350" b="1">
                <a:solidFill>
                  <a:srgbClr val="101412"/>
                </a:solidFill>
              </a:defRPr>
            </a:lvl3pPr>
            <a:lvl4pPr>
              <a:defRPr sz="1350" b="1">
                <a:solidFill>
                  <a:srgbClr val="101412"/>
                </a:solidFill>
              </a:defRPr>
            </a:lvl4pPr>
            <a:lvl5pPr>
              <a:defRPr sz="1350" b="1">
                <a:solidFill>
                  <a:srgbClr val="101412"/>
                </a:solidFill>
              </a:defRPr>
            </a:lvl5pPr>
            <a:lvl6pPr>
              <a:defRPr sz="1350" b="1">
                <a:solidFill>
                  <a:srgbClr val="101412"/>
                </a:solidFill>
              </a:defRPr>
            </a:lvl6pPr>
            <a:lvl7pPr>
              <a:defRPr sz="1350" b="1">
                <a:solidFill>
                  <a:srgbClr val="101412"/>
                </a:solidFill>
              </a:defRPr>
            </a:lvl7pPr>
            <a:lvl8pPr>
              <a:defRPr sz="1350" b="1">
                <a:solidFill>
                  <a:srgbClr val="101412"/>
                </a:solidFill>
              </a:defRPr>
            </a:lvl8pPr>
            <a:lvl9pPr>
              <a:defRPr sz="135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1412"/>
                </a:solidFill>
              </a:defRPr>
            </a:pPr>
            <a:r>
              <a:rPr sz="1350" b="1">
                <a:solidFill>
                  <a:srgbClr val="101412"/>
                </a:solidFill>
              </a:rPr>
              <a:t>активному пользователю открывается создание событий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6B3CE2-A589-4539-B25B-79440EA4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C076E-D543-43E7-9CD7-D2DC5628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052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1412"/>
                </a:solidFill>
              </a:defRPr>
            </a:defPPr>
            <a:lvl1pPr>
              <a:defRPr sz="1350" b="1">
                <a:solidFill>
                  <a:srgbClr val="101412"/>
                </a:solidFill>
              </a:defRPr>
            </a:lvl1pPr>
            <a:lvl2pPr>
              <a:defRPr sz="1350" b="1">
                <a:solidFill>
                  <a:srgbClr val="101412"/>
                </a:solidFill>
              </a:defRPr>
            </a:lvl2pPr>
            <a:lvl3pPr>
              <a:defRPr sz="1350" b="1">
                <a:solidFill>
                  <a:srgbClr val="101412"/>
                </a:solidFill>
              </a:defRPr>
            </a:lvl3pPr>
            <a:lvl4pPr>
              <a:defRPr sz="1350" b="1">
                <a:solidFill>
                  <a:srgbClr val="101412"/>
                </a:solidFill>
              </a:defRPr>
            </a:lvl4pPr>
            <a:lvl5pPr>
              <a:defRPr sz="1350" b="1">
                <a:solidFill>
                  <a:srgbClr val="101412"/>
                </a:solidFill>
              </a:defRPr>
            </a:lvl5pPr>
            <a:lvl6pPr>
              <a:defRPr sz="1350" b="1">
                <a:solidFill>
                  <a:srgbClr val="101412"/>
                </a:solidFill>
              </a:defRPr>
            </a:lvl6pPr>
            <a:lvl7pPr>
              <a:defRPr sz="1350" b="1">
                <a:solidFill>
                  <a:srgbClr val="101412"/>
                </a:solidFill>
              </a:defRPr>
            </a:lvl7pPr>
            <a:lvl8pPr>
              <a:defRPr sz="1350" b="1">
                <a:solidFill>
                  <a:srgbClr val="101412"/>
                </a:solidFill>
              </a:defRPr>
            </a:lvl8pPr>
            <a:lvl9pPr>
              <a:defRPr sz="135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1412"/>
                </a:solidFill>
              </a:defRPr>
            </a:pPr>
            <a:r>
              <a:rPr sz="1350" b="1">
                <a:solidFill>
                  <a:srgbClr val="101412"/>
                </a:solidFill>
              </a:rPr>
              <a:t>событие проходит проверку и появляется на карте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19A475-6BF6-49E3-8A60-EC8A53C3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BD4290-F507-4827-8D19-B4880BD8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386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1412"/>
                </a:solidFill>
              </a:defRPr>
            </a:defPPr>
            <a:lvl1pPr>
              <a:defRPr sz="1350" b="1">
                <a:solidFill>
                  <a:srgbClr val="101412"/>
                </a:solidFill>
              </a:defRPr>
            </a:lvl1pPr>
            <a:lvl2pPr>
              <a:defRPr sz="1350" b="1">
                <a:solidFill>
                  <a:srgbClr val="101412"/>
                </a:solidFill>
              </a:defRPr>
            </a:lvl2pPr>
            <a:lvl3pPr>
              <a:defRPr sz="1350" b="1">
                <a:solidFill>
                  <a:srgbClr val="101412"/>
                </a:solidFill>
              </a:defRPr>
            </a:lvl3pPr>
            <a:lvl4pPr>
              <a:defRPr sz="1350" b="1">
                <a:solidFill>
                  <a:srgbClr val="101412"/>
                </a:solidFill>
              </a:defRPr>
            </a:lvl4pPr>
            <a:lvl5pPr>
              <a:defRPr sz="1350" b="1">
                <a:solidFill>
                  <a:srgbClr val="101412"/>
                </a:solidFill>
              </a:defRPr>
            </a:lvl5pPr>
            <a:lvl6pPr>
              <a:defRPr sz="1350" b="1">
                <a:solidFill>
                  <a:srgbClr val="101412"/>
                </a:solidFill>
              </a:defRPr>
            </a:lvl6pPr>
            <a:lvl7pPr>
              <a:defRPr sz="1350" b="1">
                <a:solidFill>
                  <a:srgbClr val="101412"/>
                </a:solidFill>
              </a:defRPr>
            </a:lvl7pPr>
            <a:lvl8pPr>
              <a:defRPr sz="1350" b="1">
                <a:solidFill>
                  <a:srgbClr val="101412"/>
                </a:solidFill>
              </a:defRPr>
            </a:lvl8pPr>
            <a:lvl9pPr>
              <a:defRPr sz="135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1412"/>
                </a:solidFill>
              </a:defRPr>
            </a:pPr>
            <a:r>
              <a:rPr sz="1350" b="1">
                <a:solidFill>
                  <a:srgbClr val="101412"/>
                </a:solidFill>
              </a:rPr>
              <a:t>участники бронируют места и связываются с организатором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3BE0FC-F018-4C81-9E17-9F962268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5476875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0D2E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0DBC32-DF87-4B19-99A5-B7F659ED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Пилот уже объединяет карту, помощника и локальную память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CF4973-968E-4C9F-B8AA-5D43E83A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8716D"/>
                </a:solidFill>
              </a:defRPr>
            </a:defPPr>
            <a:lvl1pPr>
              <a:defRPr sz="900" b="1">
                <a:solidFill>
                  <a:srgbClr val="68716D"/>
                </a:solidFill>
              </a:defRPr>
            </a:lvl1pPr>
            <a:lvl2pPr>
              <a:defRPr sz="900" b="1">
                <a:solidFill>
                  <a:srgbClr val="68716D"/>
                </a:solidFill>
              </a:defRPr>
            </a:lvl2pPr>
            <a:lvl3pPr>
              <a:defRPr sz="900" b="1">
                <a:solidFill>
                  <a:srgbClr val="68716D"/>
                </a:solidFill>
              </a:defRPr>
            </a:lvl3pPr>
            <a:lvl4pPr>
              <a:defRPr sz="900" b="1">
                <a:solidFill>
                  <a:srgbClr val="68716D"/>
                </a:solidFill>
              </a:defRPr>
            </a:lvl4pPr>
            <a:lvl5pPr>
              <a:defRPr sz="900" b="1">
                <a:solidFill>
                  <a:srgbClr val="68716D"/>
                </a:solidFill>
              </a:defRPr>
            </a:lvl5pPr>
            <a:lvl6pPr>
              <a:defRPr sz="900" b="1">
                <a:solidFill>
                  <a:srgbClr val="68716D"/>
                </a:solidFill>
              </a:defRPr>
            </a:lvl6pPr>
            <a:lvl7pPr>
              <a:defRPr sz="900" b="1">
                <a:solidFill>
                  <a:srgbClr val="68716D"/>
                </a:solidFill>
              </a:defRPr>
            </a:lvl7pPr>
            <a:lvl8pPr>
              <a:defRPr sz="900" b="1">
                <a:solidFill>
                  <a:srgbClr val="68716D"/>
                </a:solidFill>
              </a:defRPr>
            </a:lvl8pPr>
            <a:lvl9pPr>
              <a:defRPr sz="900" b="1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8716D"/>
                </a:solidFill>
              </a:defRPr>
            </a:pPr>
            <a:r>
              <a:rPr sz="900" b="1">
                <a:solidFill>
                  <a:srgbClr val="68716D"/>
                </a:solidFill>
              </a:rPr>
              <a:t>qettyq-app.ablecorgi64.chatgpt.site · github.com/timyname/QETTYQ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920BE1-8880-4CD4-B3EB-49942BFC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7A837F"/>
                </a:solidFill>
              </a:defRPr>
            </a:defPPr>
            <a:lvl1pPr>
              <a:defRPr sz="675" b="1">
                <a:solidFill>
                  <a:srgbClr val="7A837F"/>
                </a:solidFill>
              </a:defRPr>
            </a:lvl1pPr>
            <a:lvl2pPr>
              <a:defRPr sz="675" b="1">
                <a:solidFill>
                  <a:srgbClr val="7A837F"/>
                </a:solidFill>
              </a:defRPr>
            </a:lvl2pPr>
            <a:lvl3pPr>
              <a:defRPr sz="675" b="1">
                <a:solidFill>
                  <a:srgbClr val="7A837F"/>
                </a:solidFill>
              </a:defRPr>
            </a:lvl3pPr>
            <a:lvl4pPr>
              <a:defRPr sz="675" b="1">
                <a:solidFill>
                  <a:srgbClr val="7A837F"/>
                </a:solidFill>
              </a:defRPr>
            </a:lvl4pPr>
            <a:lvl5pPr>
              <a:defRPr sz="675" b="1">
                <a:solidFill>
                  <a:srgbClr val="7A837F"/>
                </a:solidFill>
              </a:defRPr>
            </a:lvl5pPr>
            <a:lvl6pPr>
              <a:defRPr sz="675" b="1">
                <a:solidFill>
                  <a:srgbClr val="7A837F"/>
                </a:solidFill>
              </a:defRPr>
            </a:lvl6pPr>
            <a:lvl7pPr>
              <a:defRPr sz="675" b="1">
                <a:solidFill>
                  <a:srgbClr val="7A837F"/>
                </a:solidFill>
              </a:defRPr>
            </a:lvl7pPr>
            <a:lvl8pPr>
              <a:defRPr sz="675" b="1">
                <a:solidFill>
                  <a:srgbClr val="7A837F"/>
                </a:solidFill>
              </a:defRPr>
            </a:lvl8pPr>
            <a:lvl9pPr>
              <a:defRPr sz="675" b="1">
                <a:solidFill>
                  <a:srgbClr val="7A837F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7A837F"/>
                </a:solidFill>
              </a:defRPr>
            </a:pPr>
            <a:r>
              <a:rPr sz="675" b="1">
                <a:solidFill>
                  <a:srgbClr val="7A837F"/>
                </a:solidFill>
              </a:rPr>
              <a:t>QETTYQ · ASTANA PILOT · PRODUCT PROTOTYPE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2C8D4E-A529-40D7-B1B2-88AA566D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101412"/>
                </a:solidFill>
              </a:defRPr>
            </a:defPPr>
            <a:lvl1pPr algn="r">
              <a:defRPr sz="825" b="1">
                <a:solidFill>
                  <a:srgbClr val="101412"/>
                </a:solidFill>
              </a:defRPr>
            </a:lvl1pPr>
            <a:lvl2pPr algn="r">
              <a:defRPr sz="825" b="1">
                <a:solidFill>
                  <a:srgbClr val="101412"/>
                </a:solidFill>
              </a:defRPr>
            </a:lvl2pPr>
            <a:lvl3pPr algn="r">
              <a:defRPr sz="825" b="1">
                <a:solidFill>
                  <a:srgbClr val="101412"/>
                </a:solidFill>
              </a:defRPr>
            </a:lvl3pPr>
            <a:lvl4pPr algn="r">
              <a:defRPr sz="825" b="1">
                <a:solidFill>
                  <a:srgbClr val="101412"/>
                </a:solidFill>
              </a:defRPr>
            </a:lvl4pPr>
            <a:lvl5pPr algn="r">
              <a:defRPr sz="825" b="1">
                <a:solidFill>
                  <a:srgbClr val="101412"/>
                </a:solidFill>
              </a:defRPr>
            </a:lvl5pPr>
            <a:lvl6pPr algn="r">
              <a:defRPr sz="825" b="1">
                <a:solidFill>
                  <a:srgbClr val="101412"/>
                </a:solidFill>
              </a:defRPr>
            </a:lvl6pPr>
            <a:lvl7pPr algn="r">
              <a:defRPr sz="825" b="1">
                <a:solidFill>
                  <a:srgbClr val="101412"/>
                </a:solidFill>
              </a:defRPr>
            </a:lvl7pPr>
            <a:lvl8pPr algn="r">
              <a:defRPr sz="825" b="1">
                <a:solidFill>
                  <a:srgbClr val="101412"/>
                </a:solidFill>
              </a:defRPr>
            </a:lvl8pPr>
            <a:lvl9pPr algn="r">
              <a:defRPr sz="82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01412"/>
                </a:solidFill>
              </a:defRPr>
            </a:pPr>
            <a:r>
              <a:rPr sz="825" b="1">
                <a:solidFill>
                  <a:srgbClr val="10141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462324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2026-10-19T18:52:52.6250000Z</dcterms:created>
  <dcterms:modified xsi:type="dcterms:W3CDTF">2026-10-19T18:52:52.6250000Z</dcterms:modified>
</coreProperties>
</file>