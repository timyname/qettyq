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93a7879cc6495a" /><Relationship Type="http://schemas.openxmlformats.org/officeDocument/2006/relationships/extended-properties" Target="/docProps/app.xml" Id="R9ed2105082444a36" /><Relationship Type="http://schemas.openxmlformats.org/officeDocument/2006/relationships/officeDocument" Target="/ppt/presentation.xml" Id="R3fc864652cd5481c" /></Relationships>
</file>

<file path=ppt/presentation.xml><?xml version="1.0" encoding="utf-8"?>
<p:presentation xmlns:p="http://schemas.openxmlformats.org/presentationml/2006/main">
  <p:sldMasterIdLst>
    <p:sldMasterId xmlns:r="http://schemas.openxmlformats.org/officeDocument/2006/relationships" id="2147483648" r:id="Rf3fcca47f13e4975"/>
  </p:sldMasterIdLst>
  <p:notesMasterIdLst>
    <p:notesMasterId xmlns:r="http://schemas.openxmlformats.org/officeDocument/2006/relationships" r:id="Rf1ba7da20d674050"/>
  </p:notesMasterIdLst>
  <p:sldIdLst>
    <p:sldId xmlns:r="http://schemas.openxmlformats.org/officeDocument/2006/relationships" id="256" r:id="R9e3c61177fa74b92"/>
    <p:sldId xmlns:r="http://schemas.openxmlformats.org/officeDocument/2006/relationships" id="257" r:id="Rd30850a92edb4b02"/>
    <p:sldId xmlns:r="http://schemas.openxmlformats.org/officeDocument/2006/relationships" id="258" r:id="Rc19ce925dcf74178"/>
    <p:sldId xmlns:r="http://schemas.openxmlformats.org/officeDocument/2006/relationships" id="259" r:id="Rddbcdd4585344c20"/>
    <p:sldId xmlns:r="http://schemas.openxmlformats.org/officeDocument/2006/relationships" id="260" r:id="R68a84f6b79074d0a"/>
    <p:sldId xmlns:r="http://schemas.openxmlformats.org/officeDocument/2006/relationships" id="261" r:id="Rcb7037b49ce84128"/>
    <p:sldId xmlns:r="http://schemas.openxmlformats.org/officeDocument/2006/relationships" id="262" r:id="R73b72576f0214010"/>
    <p:sldId xmlns:r="http://schemas.openxmlformats.org/officeDocument/2006/relationships" id="263" r:id="R565cf433807d427e"/>
    <p:sldId xmlns:r="http://schemas.openxmlformats.org/officeDocument/2006/relationships" id="264" r:id="Rdecf589afbdd4aa1"/>
    <p:sldId xmlns:r="http://schemas.openxmlformats.org/officeDocument/2006/relationships" id="265" r:id="R8f1f5afccf0b48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a7a9f4b79445c9" /><Relationship Type="http://schemas.openxmlformats.org/officeDocument/2006/relationships/slideMaster" Target="/ppt/slideMasters/slideMaster1.xml" Id="Rf3fcca47f13e4975" /><Relationship Type="http://schemas.openxmlformats.org/officeDocument/2006/relationships/notesMaster" Target="/ppt/notesMasters/notesMaster1.xml" Id="Rf1ba7da20d674050" /><Relationship Type="http://schemas.openxmlformats.org/officeDocument/2006/relationships/presProps" Target="/ppt/presProps.xml" Id="R85b8abc9f3b44648" /><Relationship Type="http://schemas.openxmlformats.org/officeDocument/2006/relationships/tableStyles" Target="/ppt/tableStyles.xml" Id="R817f2454aaa34f12" /><Relationship Type="http://schemas.openxmlformats.org/officeDocument/2006/relationships/slide" Target="/ppt/slides/slide1.xml" Id="R9e3c61177fa74b92" /><Relationship Type="http://schemas.openxmlformats.org/officeDocument/2006/relationships/slide" Target="/ppt/slides/slide2.xml" Id="Rd30850a92edb4b02" /><Relationship Type="http://schemas.openxmlformats.org/officeDocument/2006/relationships/slide" Target="/ppt/slides/slide3.xml" Id="Rc19ce925dcf74178" /><Relationship Type="http://schemas.openxmlformats.org/officeDocument/2006/relationships/slide" Target="/ppt/slides/slide4.xml" Id="Rddbcdd4585344c20" /><Relationship Type="http://schemas.openxmlformats.org/officeDocument/2006/relationships/slide" Target="/ppt/slides/slide5.xml" Id="R68a84f6b79074d0a" /><Relationship Type="http://schemas.openxmlformats.org/officeDocument/2006/relationships/slide" Target="/ppt/slides/slide6.xml" Id="Rcb7037b49ce84128" /><Relationship Type="http://schemas.openxmlformats.org/officeDocument/2006/relationships/slide" Target="/ppt/slides/slide7.xml" Id="R73b72576f0214010" /><Relationship Type="http://schemas.openxmlformats.org/officeDocument/2006/relationships/slide" Target="/ppt/slides/slide8.xml" Id="R565cf433807d427e" /><Relationship Type="http://schemas.openxmlformats.org/officeDocument/2006/relationships/slide" Target="/ppt/slides/slide9.xml" Id="Rdecf589afbdd4aa1" /><Relationship Type="http://schemas.openxmlformats.org/officeDocument/2006/relationships/slide" Target="/ppt/slides/slide10.xml" Id="R8f1f5afccf0b48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896c228cce4e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f9308899934a11" /><Relationship Type="http://schemas.openxmlformats.org/officeDocument/2006/relationships/notesMaster" Target="/ppt/notesMasters/notesMaster1.xml" Id="R713e01b1bfe24a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c24e4592eb4700" /><Relationship Type="http://schemas.openxmlformats.org/officeDocument/2006/relationships/notesMaster" Target="/ppt/notesMasters/notesMaster1.xml" Id="Rc83dcffebfc943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fbf852873840f9" /><Relationship Type="http://schemas.openxmlformats.org/officeDocument/2006/relationships/notesMaster" Target="/ppt/notesMasters/notesMaster1.xml" Id="R7df88a96775046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368734b6a04083" /><Relationship Type="http://schemas.openxmlformats.org/officeDocument/2006/relationships/notesMaster" Target="/ppt/notesMasters/notesMaster1.xml" Id="R69013b3aa4614c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8880fec5d44030" /><Relationship Type="http://schemas.openxmlformats.org/officeDocument/2006/relationships/notesMaster" Target="/ppt/notesMasters/notesMaster1.xml" Id="R24edc7294fb145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1ab449b8944161" /><Relationship Type="http://schemas.openxmlformats.org/officeDocument/2006/relationships/notesMaster" Target="/ppt/notesMasters/notesMaster1.xml" Id="R10d5a92e2c484d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f86792b04c4bfe" /><Relationship Type="http://schemas.openxmlformats.org/officeDocument/2006/relationships/notesMaster" Target="/ppt/notesMasters/notesMaster1.xml" Id="Rf3c4762a630d4b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a8639f676b44d0" /><Relationship Type="http://schemas.openxmlformats.org/officeDocument/2006/relationships/notesMaster" Target="/ppt/notesMasters/notesMaster1.xml" Id="R491e9f001aee47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c8239cc8884e7f" /><Relationship Type="http://schemas.openxmlformats.org/officeDocument/2006/relationships/notesMaster" Target="/ppt/notesMasters/notesMaster1.xml" Id="Rab80edc33ec54b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c2fb8a88294185" /><Relationship Type="http://schemas.openxmlformats.org/officeDocument/2006/relationships/notesMaster" Target="/ppt/notesMasters/notesMaster1.xml" Id="R4b78b877f8e546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QETTYQ помогает выбрать, чем заняться в свободное время. Начинаем с Астаны. Человек отмечает интересы, задаёт время и бюджет, затем получает несколько подходящих вариантов. В этой версии показаны настоящие экраны локального веб-приложения. Публичный сайт пока использует предыдущий интерфейс.</a:t>
            </a:r>
          </a:p>
          <a:p xmlns:a="http://schemas.openxmlformats.org/drawingml/2006/main">
            <a:r>
              <a:t/>
            </a:r>
          </a:p>
          <a:p xmlns:a="http://schemas.openxmlformats.org/drawingml/2006/main">
            <a:r>
              <a:t>Источники и статус:</a:t>
            </a:r>
          </a:p>
          <a:p xmlns:a="http://schemas.openxmlformats.org/drawingml/2006/main">
            <a:r>
              <a:t>PRD.md, разделы 2, 3 и 17. Название и контакты предоставил владелец.</a:t>
            </a:r>
          </a:p>
          <a:p xmlns:a="http://schemas.openxmlformats.org/drawingml/2006/main">
            <a:r>
              <a:t>presentation/assets/astana-modern-nomad.png: существующая сгенерированная художественная иллюстрация, не документальная фотография.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Можно получить подборку под свои условия или самому выбрать место на карте. Любителю рок-концертов не нужно по умолчанию предлагать балет первым вариантом. При этом остальные категории остаются доступны. Предпочтения меняют порядок выдачи, а не закрывают город. Это продуктовая гипотеза. Измеренную экономию времени или подтверждённый спрос пока не заявляем.</a:t>
            </a:r>
          </a:p>
          <a:p xmlns:a="http://schemas.openxmlformats.org/drawingml/2006/main">
            <a:r>
              <a:t/>
            </a:r>
          </a:p>
          <a:p xmlns:a="http://schemas.openxmlformats.org/drawingml/2006/main">
            <a:r>
              <a:t>Источники и статус:</a:t>
            </a:r>
          </a:p>
          <a:p xmlns:a="http://schemas.openxmlformats.org/drawingml/2006/main">
            <a:r>
              <a:t>Комментарии владельца к PDF v4: 3, 4, 5.</a:t>
            </a:r>
          </a:p>
          <a:p xmlns:a="http://schemas.openxmlformats.org/drawingml/2006/main">
            <a:r>
              <a:t>src/components/PilotApp.tsx: лента, самостоятельный поиск, карта.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Первый контакт помогает понять вкусы человека. Пользователь свайпает пятнадцать идей досуга. Не сейчас не означает никогда. Выбор можно отменить, подбор интересов можно пропустить. Затем человек задаёт свободное время и бюджет. Нулевой бюджет означает подтверждённо бесплатные варианты. Без ограничений хранится отдельно от нуля. Геопозиция нужна для оценки пути и поступает только с разрешения. Две минуты остаются целевым временем настройки, а не измеренной метрикой.</a:t>
            </a:r>
          </a:p>
          <a:p xmlns:a="http://schemas.openxmlformats.org/drawingml/2006/main">
            <a:r>
              <a:t/>
            </a:r>
          </a:p>
          <a:p xmlns:a="http://schemas.openxmlformats.org/drawingml/2006/main">
            <a:r>
              <a:t>Источники и статус:</a:t>
            </a:r>
          </a:p>
          <a:p xmlns:a="http://schemas.openxmlformats.org/drawingml/2006/main">
            <a:r>
              <a:t>src/components/BudgetControl.tsx, src/components/PilotApp.tsx.</a:t>
            </a:r>
          </a:p>
          <a:p xmlns:a="http://schemas.openxmlformats.org/drawingml/2006/main">
            <a:r>
              <a:t>tests/e2e/map-route-budget.spec.ts, tests/e2e/qettyq.spec.ts. Число тестов не является пользовательской метрикой.</a:t>
            </a:r>
          </a:p>
          <a:p xmlns:a="http://schemas.openxmlformats.org/drawingml/2006/main">
            <a:r>
              <a:t>exports/screenshots/v8/swipe.png, exports/screenshots/v8/budget.png: реальные браузерные экраны. Иллюстрации категорий созданы для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настройки открывается лента Для тебя. Код выбирает до трёх вариантов из каталога с учётом доступных данных и контекста пользователя. Карточки можно перелистывать, открывать и добавлять в план. Место из OpenStreetMap не доказывает наличие спектакля на сегодня. Если точная цена или расписание неизвестны, приложение предлагает уточнить сведения. Иллюстрация категории не является фотографией площадки или афишей события.</a:t>
            </a:r>
          </a:p>
          <a:p xmlns:a="http://schemas.openxmlformats.org/drawingml/2006/main">
            <a:r>
              <a:t/>
            </a:r>
          </a:p>
          <a:p xmlns:a="http://schemas.openxmlformats.org/drawingml/2006/main">
            <a:r>
              <a:t>Источники и статус:</a:t>
            </a:r>
          </a:p>
          <a:p xmlns:a="http://schemas.openxmlformats.org/drawingml/2006/main">
            <a:r>
              <a:t>Персональная лента описана по реализованной логике. В проверенном контексте выдача пуста. Макет или подобранный вручную успешный результат вместо неё не показан.</a:t>
            </a:r>
          </a:p>
          <a:p xmlns:a="http://schemas.openxmlformats.org/drawingml/2006/main">
            <a:r>
              <a:t>src/server/pilot/catalog.ts, src/server/pilot/chat.ts, data/places.json: каталог и детерминированный подбор.</a:t>
            </a:r>
          </a:p>
          <a:p xmlns:a="http://schemas.openxmlformats.org/drawingml/2006/main">
            <a:r>
              <a:t>© OpenStreetMap contributors, ODbL.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Карта работает на MapLibre и OpenFreeMap с данными OpenStreetMap. Её можно перемещать, масштабировать и вращать. Маркеры показывают места и события с известными координатами. В плане есть остановки, дата и время старта по Астане. Расстояние и время пешком сейчас основаны на геометрической оценке по координатам. Длительность посещения является проектной оценкой. Это не расчёт дорожного маршрутизатора. Приложение не рисует вымышленную линию дороги. Для точной навигации доступны Google Maps, 2ГИС и Apple Maps. При таком переходе выбранный старт передаётся внешнему сервису.</a:t>
            </a:r>
          </a:p>
          <a:p xmlns:a="http://schemas.openxmlformats.org/drawingml/2006/main">
            <a:r>
              <a:t/>
            </a:r>
          </a:p>
          <a:p xmlns:a="http://schemas.openxmlformats.org/drawingml/2006/main">
            <a:r>
              <a:t>Источники и статус:</a:t>
            </a:r>
          </a:p>
          <a:p xmlns:a="http://schemas.openxmlformats.org/drawingml/2006/main">
            <a:r>
              <a:t>exports/screenshots/v8/map.png, exports/screenshots/v8/route.png: реальные браузерные экраны локальной версии. В примере старт выбран вручную на общедоступной точке карты, это не GPS человека.</a:t>
            </a:r>
          </a:p>
          <a:p xmlns:a="http://schemas.openxmlformats.org/drawingml/2006/main">
            <a:r>
              <a:t>src/components/MapCanvas.tsx, src/components/RoutePlan.tsx, src/client/route-timeline.ts.</a:t>
            </a:r>
          </a:p>
          <a:p xmlns:a="http://schemas.openxmlformats.org/drawingml/2006/main">
            <a:r>
              <a:t>© OpenFreeMap, © OpenMapTiles, © OpenStreetMap contributors. https://openfreemap.org/ https://openmaptiles.org/ https://www.openstreetmap.org/copyright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чат можно написать обычным языком, например попросить театр на два часа и в пределах бюджета. Текущий помощник разбирает поддерживаемые условия по правилам, ищет записи и возвращает карточки реальных мест или доступных событий. Из карточек доступны детали, карта и план. Если данных не хватает, ответ сохраняет это ограничение. Он не придумывает сеанс, стоимость или наличие мест. На экране показан реальный ответ поиска по правилам. Отдельный локальный серверный тест GPT-5.5 с веб-поиском завершился успешно и вернул ссылку на Visit Astana. Это не ответ модели в показанном диалоге. Публичные AI-вызовы выключены.</a:t>
            </a:r>
          </a:p>
          <a:p xmlns:a="http://schemas.openxmlformats.org/drawingml/2006/main">
            <a:r>
              <a:t/>
            </a:r>
          </a:p>
          <a:p xmlns:a="http://schemas.openxmlformats.org/drawingml/2006/main">
            <a:r>
              <a:t>Источники и статус:</a:t>
            </a:r>
          </a:p>
          <a:p xmlns:a="http://schemas.openxmlformats.org/drawingml/2006/main">
            <a:r>
              <a:t>exports/screenshots/v8/chat.png: реальный диалог локального приложения, без подмены макетом.</a:t>
            </a:r>
          </a:p>
          <a:p xmlns:a="http://schemas.openxmlformats.org/drawingml/2006/main">
            <a:r>
              <a:t>src/app/api/chat/route.ts, src/server/providers/llm/index.ts, src/components/CitedMessage.tsx.</a:t>
            </a:r>
          </a:p>
          <a:p xmlns:a="http://schemas.openxmlformats.org/drawingml/2006/main">
            <a:r>
              <a:t>docs/agent-reports/A-ai-live-test-20261020.md: отдельный локальный серверный тест. src/app/api/assistant: адаптер и ограничение тестового доступа.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сервис получает реальные записи. Затем код проверяет условия и выбирает допустимые варианты. В показанном чате карточки и объяснение работают по правилам. Отдельный локальный серверный тест GPT-5.5 с веб-поиском завершился успешно, вернул ответ о FORTE KULANSHI ART SPACE и ссылку на Visit Astana. Это подтверждает адаптер и один live-вызов, а не полноценную проверку AI во всех экранах или завершённый персональный RAG. Публичные AI-вызовы выключены. Модель не должна создавать координаты, цены или свободные места. При недоступности провайдера остаётся детерминированный ответ. Точные координаты не нужны модели, когда достаточно рассчитанного расстояния.</a:t>
            </a:r>
          </a:p>
          <a:p xmlns:a="http://schemas.openxmlformats.org/drawingml/2006/main">
            <a:r>
              <a:t/>
            </a:r>
          </a:p>
          <a:p xmlns:a="http://schemas.openxmlformats.org/drawingml/2006/main">
            <a:r>
              <a:t>Источники и статус:</a:t>
            </a:r>
          </a:p>
          <a:p xmlns:a="http://schemas.openxmlformats.org/drawingml/2006/main">
            <a:r>
              <a:t>PRD.md, раздел 9. src/server/pilot/smart-assistant.ts, src/server/providers/llm/index.ts.</a:t>
            </a:r>
          </a:p>
          <a:p xmlns:a="http://schemas.openxmlformats.org/drawingml/2006/main">
            <a:r>
              <a:t>docs/agent-reports/A-ai-live-test-20261020.md: успешный единичный локальный серверный тест GPT-5.5 с web_search. Полный AI-сценарий в браузере остаётся отдельной проверкой.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мест есть импорт и датированный каталог OpenStreetMap. Для событий подключён ограниченный HTTP-адаптер Sxodim по Астане. Он извлекает сведения со страниц событий, проверяет город, дату и доступные поля. Набор небольшой и зависит от источника. Его количество не является охватом всей городской афиши. Обновление происходит по запросу после истечения часового кэша, а не по запущенному расписанию cron. При сбое возможен датированный snapshot с явным статусом свежести. Обязательная ссылка Давай Сходим ведёт на страницу события. Карточка может показать ссылку на покупку, только когда источник её предоставляет. Изображения категорий являются собственными иллюстрациями. Чужие афиши без подтверждённых прав не скачиваем. Ticketon, Kino.kz, Visit Astana и формы организаторов остаются направлениями развития, а не несколькими уже подключёнными афишами.</a:t>
            </a:r>
          </a:p>
          <a:p xmlns:a="http://schemas.openxmlformats.org/drawingml/2006/main">
            <a:r>
              <a:t/>
            </a:r>
          </a:p>
          <a:p xmlns:a="http://schemas.openxmlformats.org/drawingml/2006/main">
            <a:r>
              <a:t>Источники и статус:</a:t>
            </a:r>
          </a:p>
          <a:p xmlns:a="http://schemas.openxmlformats.org/drawingml/2006/main">
            <a:r>
              <a:t>src/server/ingestion/sxodim-live.ts, src/app/api/events/route.ts, data/livedata/sxodim-astana-2026-10-20.json.</a:t>
            </a:r>
          </a:p>
          <a:p xmlns:a="http://schemas.openxmlformats.org/drawingml/2006/main">
            <a:r>
              <a:t>docs/agent-reports/A-event-media.md, data/media-policy.json.</a:t>
            </a:r>
          </a:p>
          <a:p xmlns:a="http://schemas.openxmlformats.org/drawingml/2006/main">
            <a:r>
              <a:t>https://sxodim.com/astana и https://sxodim.com/polzovatelskoe-soglashenie. Некоммерческий пилот с обязательной ссылкой на источник.</a:t>
            </a:r>
          </a:p>
          <a:p xmlns:a="http://schemas.openxmlformats.org/drawingml/2006/main">
            <a:r>
              <a:t>exports/screenshots/v8/live-feed.png: реальный экран, если включён в эту сборку.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Веб-пилот хранит разрешённые пользователем предпочтения, планы и диалог локально в браузере. Пользователь может управлять согласием и удалять данные. Геопозиция нужна для конкретного расчёта и не сохраняется в постоянную память. Она не должна попадать в публичную ссылку общего плана. При переходе в навигацию точка старта передаётся выбранному внешнему сервису. На телефоне понадобится отдельное защищённое хранилище. Его ещё нельзя считать реализованным. Неизвестная цена не равна бесплатному входу. Наличие мест уточняют у организатора. Сохранение, открытие маршрута и посещение являются разными действиями.</a:t>
            </a:r>
          </a:p>
          <a:p xmlns:a="http://schemas.openxmlformats.org/drawingml/2006/main">
            <a:r>
              <a:t/>
            </a:r>
          </a:p>
          <a:p xmlns:a="http://schemas.openxmlformats.org/drawingml/2006/main">
            <a:r>
              <a:t>Источники и статус:</a:t>
            </a:r>
          </a:p>
          <a:p xmlns:a="http://schemas.openxmlformats.org/drawingml/2006/main">
            <a:r>
              <a:t>src/client/local-memory.ts, src/components/PilotApp.tsx. PRD.md, раздел 13.</a:t>
            </a:r>
          </a:p>
          <a:p xmlns:a="http://schemas.openxmlformats.org/drawingml/2006/main">
            <a:r>
              <a:t>tests/e2e/qettyq.spec.ts: согласие, сохранение и удаление локальных данных.</a:t>
            </a:r>
          </a:p>
          <a:p xmlns:a="http://schemas.openxmlformats.org/drawingml/2006/main">
            <a:r>
              <a:t>exports/screenshots/v8/privacy.png: реальный экран локальной памяти, если включён в эту сборку.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Пилот ограничен Астаной. Локальное веб-приложение включает свайпы, условия, чат с реальными карточками, векторную карту, план с датой и временем, локальную память и ограниченный импорт афиши. Публичный сайт пока показывает предыдущий интерфейс. Локальный серверный тест GPT-5.5 с веб-поиском успешен. Публичный AI выключен. Следующие контрольные точки: проверка AI в пользовательском диалоге, маршрутизация по дорожной сети и проверка полезности на добровольных участниках. Расширение на Алматы последует после проверки пилота. Возможные модели дохода: инструменты площадкам и комиссия за подтверждённое бронирование. Выручку, договоры и пользовательские метрики пока не заявляем. Автор Tim Asproyanidi, команда QETTYQ APP, Qaragandy, Boostseller.kz. Видео и подтверждение подачи заявки являются отдельными материалами.</a:t>
            </a:r>
          </a:p>
          <a:p xmlns:a="http://schemas.openxmlformats.org/drawingml/2006/main">
            <a:r>
              <a:t/>
            </a:r>
          </a:p>
          <a:p xmlns:a="http://schemas.openxmlformats.org/drawingml/2006/main">
            <a:r>
              <a:t>Источники и статус:</a:t>
            </a:r>
          </a:p>
          <a:p xmlns:a="http://schemas.openxmlformats.org/drawingml/2006/main">
            <a:r>
              <a:t>Контакты и репозиторий предоставил владелец. https://github.com/timyname/QETTYQ</a:t>
            </a:r>
          </a:p>
          <a:p xmlns:a="http://schemas.openxmlformats.org/drawingml/2006/main">
            <a:r>
              <a:t>Состояние локальной версии на 20.10.2026. Доступность публичной версии и внешних провайдеров проверяют отдельно.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0464458ee24f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06cb93078447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7cf9c7a66446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5120ad704149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64f34dd03e48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339474fcf040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09C2A4-3F5C-43C5-BADC-B0871B708D8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BD6CE4-24DC-41DA-B441-1947D84690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D35F91-3EF6-40B4-943E-32E395C44D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B1229C-28BA-4DE8-BEED-B8BBF33625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103584-4A7D-4A25-8F8F-4DC4E3B8B6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5B1472-7A58-4862-B9F7-27A70C8FFA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360ECD-6DA3-47BC-89BB-373B9F20F5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AC7122-7BB8-4A59-A844-DFC5F730C7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A52DEF-BEE1-4A21-BD50-C7F804BE23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D570DE-1FBC-4702-ABDB-3895E61BB0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b77102ab72442a" /><Relationship Type="http://schemas.openxmlformats.org/officeDocument/2006/relationships/slideLayout" Target="/ppt/slideLayouts/slideLayout1.xml" Id="R5d80e4616be14811" /><Relationship Type="http://schemas.openxmlformats.org/officeDocument/2006/relationships/slideLayout" Target="/ppt/slideLayouts/slideLayout2.xml" Id="Rea2e3544f4f54cf2" /><Relationship Type="http://schemas.openxmlformats.org/officeDocument/2006/relationships/slideLayout" Target="/ppt/slideLayouts/slideLayout3.xml" Id="R7295f96380ac41be" /><Relationship Type="http://schemas.openxmlformats.org/officeDocument/2006/relationships/slideLayout" Target="/ppt/slideLayouts/slideLayout4.xml" Id="R241286bb8586406a" /><Relationship Type="http://schemas.openxmlformats.org/officeDocument/2006/relationships/slideLayout" Target="/ppt/slideLayouts/slideLayout5.xml" Id="R9296b719323e4328" /><Relationship Type="http://schemas.openxmlformats.org/officeDocument/2006/relationships/slideLayout" Target="/ppt/slideLayouts/slideLayout6.xml" Id="Rac8c3b11ae1b49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80e4616be14811"/>
    <p:sldLayoutId xmlns:r="http://schemas.openxmlformats.org/officeDocument/2006/relationships" id="2147483650" r:id="Rea2e3544f4f54cf2"/>
    <p:sldLayoutId xmlns:r="http://schemas.openxmlformats.org/officeDocument/2006/relationships" id="2147483651" r:id="R7295f96380ac41be"/>
    <p:sldLayoutId xmlns:r="http://schemas.openxmlformats.org/officeDocument/2006/relationships" id="2147483652" r:id="R241286bb8586406a"/>
    <p:sldLayoutId xmlns:r="http://schemas.openxmlformats.org/officeDocument/2006/relationships" id="2147483653" r:id="R9296b719323e4328"/>
    <p:sldLayoutId xmlns:r="http://schemas.openxmlformats.org/officeDocument/2006/relationships" id="2147483654" r:id="Rac8c3b11ae1b49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9ad2d4f483a4b02" /><Relationship Type="http://schemas.openxmlformats.org/officeDocument/2006/relationships/image" Target="/ppt/media/image.png" Id="R02a6d6615e124bbb" /><Relationship Type="http://schemas.openxmlformats.org/officeDocument/2006/relationships/notesSlide" Target="/ppt/notesSlides/notesSlide1.xml" Id="Rd475ca197fef4c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dd7bc274eac4a98" /><Relationship Type="http://schemas.openxmlformats.org/officeDocument/2006/relationships/notesSlide" Target="/ppt/notesSlides/notesSlide2.xml" Id="R1831197064704c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f1f6a8f502143a8" /><Relationship Type="http://schemas.openxmlformats.org/officeDocument/2006/relationships/image" Target="/ppt/media/image.jpeg" Id="Recd90b3cfac44000" /><Relationship Type="http://schemas.openxmlformats.org/officeDocument/2006/relationships/image" Target="/ppt/media/image2.jpeg" Id="Rc1bf983e38484ae5" /><Relationship Type="http://schemas.openxmlformats.org/officeDocument/2006/relationships/notesSlide" Target="/ppt/notesSlides/notesSlide3.xml" Id="R435e97fa7a9645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cdff8bf89204b47" /><Relationship Type="http://schemas.openxmlformats.org/officeDocument/2006/relationships/notesSlide" Target="/ppt/notesSlides/notesSlide4.xml" Id="Rafccd63575cf40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e567115266477d" /><Relationship Type="http://schemas.openxmlformats.org/officeDocument/2006/relationships/image" Target="/ppt/media/image3.jpeg" Id="Rfba1592cc55b49c7" /><Relationship Type="http://schemas.openxmlformats.org/officeDocument/2006/relationships/image" Target="/ppt/media/image4.jpeg" Id="R57ad5998c0154e85" /><Relationship Type="http://schemas.openxmlformats.org/officeDocument/2006/relationships/notesSlide" Target="/ppt/notesSlides/notesSlide5.xml" Id="Ra48a27a27ac143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3620091d6f043b5" /><Relationship Type="http://schemas.openxmlformats.org/officeDocument/2006/relationships/image" Target="/ppt/media/image5.jpeg" Id="Ra218bc03d0a948cb" /><Relationship Type="http://schemas.openxmlformats.org/officeDocument/2006/relationships/notesSlide" Target="/ppt/notesSlides/notesSlide6.xml" Id="R2badbcce6f3043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448f2fa901462b" /><Relationship Type="http://schemas.openxmlformats.org/officeDocument/2006/relationships/notesSlide" Target="/ppt/notesSlides/notesSlide7.xml" Id="Ra4c1b561a3be45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1afe261fb2c442f" /><Relationship Type="http://schemas.openxmlformats.org/officeDocument/2006/relationships/image" Target="/ppt/media/image6.jpeg" Id="R030d02eab6ec4b40" /><Relationship Type="http://schemas.openxmlformats.org/officeDocument/2006/relationships/notesSlide" Target="/ppt/notesSlides/notesSlide8.xml" Id="Ra433fa9bac354d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122b6acb5e441b" /><Relationship Type="http://schemas.openxmlformats.org/officeDocument/2006/relationships/image" Target="/ppt/media/image7.jpeg" Id="R579f6877214a48ed" /><Relationship Type="http://schemas.openxmlformats.org/officeDocument/2006/relationships/notesSlide" Target="/ppt/notesSlides/notesSlide9.xml" Id="R008e63db23bf4f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9d363189f4746d0" /><Relationship Type="http://schemas.openxmlformats.org/officeDocument/2006/relationships/notesSlide" Target="/ppt/notesSlides/notesSlide10.xml" Id="Rc9856962a01d4b05" /></Relationships>
</file>

<file path=ppt/slides/slide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5B53BB-03F4-46B4-9590-D76600387166}"/>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453901FF-8BA7-4E1B-AB0B-4D2AD6ADB297}"/>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5886B737-A1AA-475E-9111-EC813875BDF1}"/>
              </a:ext>
            </a:extLst>
          </p:cNvPr>
          <p:cNvPicPr>
            <a:picLocks xmlns:a="http://schemas.openxmlformats.org/drawingml/2006/main" noChangeAspect="1"/>
          </p:cNvPicPr>
          <p:nvPr/>
        </p:nvPicPr>
        <p:blipFill>
          <a:blip xmlns:r="http://schemas.openxmlformats.org/officeDocument/2006/relationships" xmlns:a="http://schemas.openxmlformats.org/drawingml/2006/main" r:embed="R02a6d6615e124bbb"/>
          <a:srcRect xmlns:a="http://schemas.openxmlformats.org/drawingml/2006/main" l="33895" t="0" r="33895" b="0"/>
          <a:stretch xmlns:a="http://schemas.openxmlformats.org/drawingml/2006/main">
            <a:fillRect l="0" t="0" r="0" b="0"/>
          </a:stretch>
        </p:blipFill>
        <p:spPr>
          <a:xfrm xmlns:a="http://schemas.openxmlformats.org/drawingml/2006/main">
            <a:off x="7048500" y="0"/>
            <a:ext cx="5143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DA29CE-A5A1-49C0-89AC-8F4BAEA0E72E}"/>
              </a:ext>
            </a:extLst>
          </p:cNvPr>
          <p:cNvSpPr>
            <a:spLocks xmlns:a="http://schemas.openxmlformats.org/drawingml/2006/main" noGrp="1"/>
          </p:cNvSpPr>
          <p:nvPr/>
        </p:nvSpPr>
        <p:spPr>
          <a:xfrm xmlns:a="http://schemas.openxmlformats.org/drawingml/2006/main">
            <a:off x="609600" y="1428750"/>
            <a:ext cx="619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B332D"/>
                </a:solidFill>
                <a:latin typeface="Arial"/>
                <a:ea typeface="Arial"/>
                <a:cs typeface="Arial"/>
              </a:defRPr>
            </a:defPPr>
            <a:lvl1pPr>
              <a:defRPr sz="5700" b="1">
                <a:solidFill>
                  <a:srgbClr val="0B332D"/>
                </a:solidFill>
                <a:latin typeface="Arial"/>
                <a:ea typeface="Arial"/>
                <a:cs typeface="Arial"/>
              </a:defRPr>
            </a:lvl1pPr>
            <a:lvl2pPr>
              <a:defRPr sz="5700" b="1">
                <a:solidFill>
                  <a:srgbClr val="0B332D"/>
                </a:solidFill>
                <a:latin typeface="Arial"/>
                <a:ea typeface="Arial"/>
                <a:cs typeface="Arial"/>
              </a:defRPr>
            </a:lvl2pPr>
            <a:lvl3pPr>
              <a:defRPr sz="5700" b="1">
                <a:solidFill>
                  <a:srgbClr val="0B332D"/>
                </a:solidFill>
                <a:latin typeface="Arial"/>
                <a:ea typeface="Arial"/>
                <a:cs typeface="Arial"/>
              </a:defRPr>
            </a:lvl3pPr>
            <a:lvl4pPr>
              <a:defRPr sz="5700" b="1">
                <a:solidFill>
                  <a:srgbClr val="0B332D"/>
                </a:solidFill>
                <a:latin typeface="Arial"/>
                <a:ea typeface="Arial"/>
                <a:cs typeface="Arial"/>
              </a:defRPr>
            </a:lvl4pPr>
            <a:lvl5pPr>
              <a:defRPr sz="5700" b="1">
                <a:solidFill>
                  <a:srgbClr val="0B332D"/>
                </a:solidFill>
                <a:latin typeface="Arial"/>
                <a:ea typeface="Arial"/>
                <a:cs typeface="Arial"/>
              </a:defRPr>
            </a:lvl5pPr>
            <a:lvl6pPr>
              <a:defRPr sz="5700" b="1">
                <a:solidFill>
                  <a:srgbClr val="0B332D"/>
                </a:solidFill>
                <a:latin typeface="Arial"/>
                <a:ea typeface="Arial"/>
                <a:cs typeface="Arial"/>
              </a:defRPr>
            </a:lvl6pPr>
            <a:lvl7pPr>
              <a:defRPr sz="5700" b="1">
                <a:solidFill>
                  <a:srgbClr val="0B332D"/>
                </a:solidFill>
                <a:latin typeface="Arial"/>
                <a:ea typeface="Arial"/>
                <a:cs typeface="Arial"/>
              </a:defRPr>
            </a:lvl7pPr>
            <a:lvl8pPr>
              <a:defRPr sz="5700" b="1">
                <a:solidFill>
                  <a:srgbClr val="0B332D"/>
                </a:solidFill>
                <a:latin typeface="Arial"/>
                <a:ea typeface="Arial"/>
                <a:cs typeface="Arial"/>
              </a:defRPr>
            </a:lvl8pPr>
            <a:lvl9pPr>
              <a:defRPr sz="5700" b="1">
                <a:solidFill>
                  <a:srgbClr val="0B332D"/>
                </a:solidFill>
                <a:latin typeface="Arial"/>
                <a:ea typeface="Arial"/>
                <a:cs typeface="Arial"/>
              </a:defRPr>
            </a:lvl9pPr>
          </a:lstStyle>
          <a:p xmlns:a="http://schemas.openxmlformats.org/drawingml/2006/main">
            <a:pPr>
              <a:defRPr sz="5700" b="1">
                <a:solidFill>
                  <a:srgbClr val="0B332D"/>
                </a:solidFill>
                <a:latin typeface="Arial"/>
                <a:ea typeface="Arial"/>
                <a:cs typeface="Arial"/>
              </a:defRPr>
            </a:pPr>
            <a:r>
              <a:rPr sz="5700" b="1">
                <a:solidFill>
                  <a:srgbClr val="0B332D"/>
                </a:solidFill>
                <a:latin typeface="Arial"/>
                <a:ea typeface="Arial"/>
                <a:cs typeface="Arial"/>
              </a:rPr>
              <a:t>QETTYQ</a:t>
            </a:r>
          </a:p>
        </p:txBody>
      </p:sp>
      <p:sp>
        <p:nvSpPr>
          <p:cNvPr id="5" name="">
            <a:extLst xmlns:a="http://schemas.openxmlformats.org/drawingml/2006/main">
              <a:ext uri="{FF2B5EF4-FFF2-40B4-BE49-F238E27FC236}">
                <a16:creationId xmlns:a16="http://schemas.microsoft.com/office/drawing/2014/main" id="{8B28BEB0-BA28-4928-8750-8CD61090B8DF}"/>
              </a:ext>
            </a:extLst>
          </p:cNvPr>
          <p:cNvSpPr>
            <a:spLocks xmlns:a="http://schemas.openxmlformats.org/drawingml/2006/main" noGrp="1"/>
          </p:cNvSpPr>
          <p:nvPr/>
        </p:nvSpPr>
        <p:spPr>
          <a:xfrm xmlns:a="http://schemas.openxmlformats.org/drawingml/2006/main">
            <a:off x="609600" y="2571750"/>
            <a:ext cx="6191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0B6E5D"/>
                </a:solidFill>
                <a:latin typeface="Arial"/>
                <a:ea typeface="Arial"/>
                <a:cs typeface="Arial"/>
              </a:defRPr>
            </a:defPPr>
            <a:lvl1pPr>
              <a:defRPr sz="3975" b="1">
                <a:solidFill>
                  <a:srgbClr val="0B6E5D"/>
                </a:solidFill>
                <a:latin typeface="Arial"/>
                <a:ea typeface="Arial"/>
                <a:cs typeface="Arial"/>
              </a:defRPr>
            </a:lvl1pPr>
            <a:lvl2pPr>
              <a:defRPr sz="3975" b="1">
                <a:solidFill>
                  <a:srgbClr val="0B6E5D"/>
                </a:solidFill>
                <a:latin typeface="Arial"/>
                <a:ea typeface="Arial"/>
                <a:cs typeface="Arial"/>
              </a:defRPr>
            </a:lvl2pPr>
            <a:lvl3pPr>
              <a:defRPr sz="3975" b="1">
                <a:solidFill>
                  <a:srgbClr val="0B6E5D"/>
                </a:solidFill>
                <a:latin typeface="Arial"/>
                <a:ea typeface="Arial"/>
                <a:cs typeface="Arial"/>
              </a:defRPr>
            </a:lvl3pPr>
            <a:lvl4pPr>
              <a:defRPr sz="3975" b="1">
                <a:solidFill>
                  <a:srgbClr val="0B6E5D"/>
                </a:solidFill>
                <a:latin typeface="Arial"/>
                <a:ea typeface="Arial"/>
                <a:cs typeface="Arial"/>
              </a:defRPr>
            </a:lvl4pPr>
            <a:lvl5pPr>
              <a:defRPr sz="3975" b="1">
                <a:solidFill>
                  <a:srgbClr val="0B6E5D"/>
                </a:solidFill>
                <a:latin typeface="Arial"/>
                <a:ea typeface="Arial"/>
                <a:cs typeface="Arial"/>
              </a:defRPr>
            </a:lvl5pPr>
            <a:lvl6pPr>
              <a:defRPr sz="3975" b="1">
                <a:solidFill>
                  <a:srgbClr val="0B6E5D"/>
                </a:solidFill>
                <a:latin typeface="Arial"/>
                <a:ea typeface="Arial"/>
                <a:cs typeface="Arial"/>
              </a:defRPr>
            </a:lvl6pPr>
            <a:lvl7pPr>
              <a:defRPr sz="3975" b="1">
                <a:solidFill>
                  <a:srgbClr val="0B6E5D"/>
                </a:solidFill>
                <a:latin typeface="Arial"/>
                <a:ea typeface="Arial"/>
                <a:cs typeface="Arial"/>
              </a:defRPr>
            </a:lvl7pPr>
            <a:lvl8pPr>
              <a:defRPr sz="3975" b="1">
                <a:solidFill>
                  <a:srgbClr val="0B6E5D"/>
                </a:solidFill>
                <a:latin typeface="Arial"/>
                <a:ea typeface="Arial"/>
                <a:cs typeface="Arial"/>
              </a:defRPr>
            </a:lvl8pPr>
            <a:lvl9pPr>
              <a:defRPr sz="3975" b="1">
                <a:solidFill>
                  <a:srgbClr val="0B6E5D"/>
                </a:solidFill>
                <a:latin typeface="Arial"/>
                <a:ea typeface="Arial"/>
                <a:cs typeface="Arial"/>
              </a:defRPr>
            </a:lvl9pPr>
          </a:lstStyle>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Куда пойти,</a:t>
            </a:r>
          </a:p>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когда есть</a:t>
            </a:r>
          </a:p>
          <a:p xmlns:a="http://schemas.openxmlformats.org/drawingml/2006/main">
            <a:pPr>
              <a:defRPr sz="3975" b="1">
                <a:solidFill>
                  <a:srgbClr val="0B6E5D"/>
                </a:solidFill>
                <a:latin typeface="Arial"/>
                <a:ea typeface="Arial"/>
                <a:cs typeface="Arial"/>
              </a:defRPr>
            </a:pPr>
            <a:r>
              <a:rPr sz="3975" b="1">
                <a:solidFill>
                  <a:srgbClr val="0B6E5D"/>
                </a:solidFill>
                <a:latin typeface="Arial"/>
                <a:ea typeface="Arial"/>
                <a:cs typeface="Arial"/>
              </a:rPr>
              <a:t>свободное время</a:t>
            </a:r>
          </a:p>
        </p:txBody>
      </p:sp>
      <p:sp>
        <p:nvSpPr>
          <p:cNvPr id="6" name="">
            <a:extLst xmlns:a="http://schemas.openxmlformats.org/drawingml/2006/main">
              <a:ext uri="{FF2B5EF4-FFF2-40B4-BE49-F238E27FC236}">
                <a16:creationId xmlns:a16="http://schemas.microsoft.com/office/drawing/2014/main" id="{816293A9-6BDA-45B1-9B02-63E3B8AD6F2E}"/>
              </a:ext>
            </a:extLst>
          </p:cNvPr>
          <p:cNvSpPr>
            <a:spLocks xmlns:a="http://schemas.openxmlformats.org/drawingml/2006/main" noGrp="1"/>
          </p:cNvSpPr>
          <p:nvPr/>
        </p:nvSpPr>
        <p:spPr>
          <a:xfrm xmlns:a="http://schemas.openxmlformats.org/drawingml/2006/main">
            <a:off x="638175" y="50101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B25"/>
                </a:solidFill>
                <a:latin typeface="Arial"/>
                <a:ea typeface="Arial"/>
                <a:cs typeface="Arial"/>
              </a:defRPr>
            </a:defPPr>
            <a:lvl1pPr>
              <a:defRPr sz="2025" b="0">
                <a:solidFill>
                  <a:srgbClr val="102B25"/>
                </a:solidFill>
                <a:latin typeface="Arial"/>
                <a:ea typeface="Arial"/>
                <a:cs typeface="Arial"/>
              </a:defRPr>
            </a:lvl1pPr>
            <a:lvl2pPr>
              <a:defRPr sz="2025" b="0">
                <a:solidFill>
                  <a:srgbClr val="102B25"/>
                </a:solidFill>
                <a:latin typeface="Arial"/>
                <a:ea typeface="Arial"/>
                <a:cs typeface="Arial"/>
              </a:defRPr>
            </a:lvl2pPr>
            <a:lvl3pPr>
              <a:defRPr sz="2025" b="0">
                <a:solidFill>
                  <a:srgbClr val="102B25"/>
                </a:solidFill>
                <a:latin typeface="Arial"/>
                <a:ea typeface="Arial"/>
                <a:cs typeface="Arial"/>
              </a:defRPr>
            </a:lvl3pPr>
            <a:lvl4pPr>
              <a:defRPr sz="2025" b="0">
                <a:solidFill>
                  <a:srgbClr val="102B25"/>
                </a:solidFill>
                <a:latin typeface="Arial"/>
                <a:ea typeface="Arial"/>
                <a:cs typeface="Arial"/>
              </a:defRPr>
            </a:lvl4pPr>
            <a:lvl5pPr>
              <a:defRPr sz="2025" b="0">
                <a:solidFill>
                  <a:srgbClr val="102B25"/>
                </a:solidFill>
                <a:latin typeface="Arial"/>
                <a:ea typeface="Arial"/>
                <a:cs typeface="Arial"/>
              </a:defRPr>
            </a:lvl5pPr>
            <a:lvl6pPr>
              <a:defRPr sz="2025" b="0">
                <a:solidFill>
                  <a:srgbClr val="102B25"/>
                </a:solidFill>
                <a:latin typeface="Arial"/>
                <a:ea typeface="Arial"/>
                <a:cs typeface="Arial"/>
              </a:defRPr>
            </a:lvl6pPr>
            <a:lvl7pPr>
              <a:defRPr sz="2025" b="0">
                <a:solidFill>
                  <a:srgbClr val="102B25"/>
                </a:solidFill>
                <a:latin typeface="Arial"/>
                <a:ea typeface="Arial"/>
                <a:cs typeface="Arial"/>
              </a:defRPr>
            </a:lvl7pPr>
            <a:lvl8pPr>
              <a:defRPr sz="2025" b="0">
                <a:solidFill>
                  <a:srgbClr val="102B25"/>
                </a:solidFill>
                <a:latin typeface="Arial"/>
                <a:ea typeface="Arial"/>
                <a:cs typeface="Arial"/>
              </a:defRPr>
            </a:lvl8pPr>
            <a:lvl9pPr>
              <a:defRPr sz="2025" b="0">
                <a:solidFill>
                  <a:srgbClr val="102B25"/>
                </a:solidFill>
                <a:latin typeface="Arial"/>
                <a:ea typeface="Arial"/>
                <a:cs typeface="Arial"/>
              </a:defRPr>
            </a:lvl9pPr>
          </a:lstStyle>
          <a:p xmlns:a="http://schemas.openxmlformats.org/drawingml/2006/main">
            <a:pPr>
              <a:defRPr sz="2025" b="0">
                <a:solidFill>
                  <a:srgbClr val="102B25"/>
                </a:solidFill>
                <a:latin typeface="Arial"/>
                <a:ea typeface="Arial"/>
                <a:cs typeface="Arial"/>
              </a:defRPr>
            </a:pPr>
            <a:r>
              <a:rPr sz="2025" b="0">
                <a:solidFill>
                  <a:srgbClr val="102B25"/>
                </a:solidFill>
                <a:latin typeface="Arial"/>
                <a:ea typeface="Arial"/>
                <a:cs typeface="Arial"/>
              </a:rPr>
              <a:t>Персональные варианты досуга</a:t>
            </a:r>
          </a:p>
          <a:p xmlns:a="http://schemas.openxmlformats.org/drawingml/2006/main">
            <a:pPr>
              <a:defRPr sz="2025" b="0">
                <a:solidFill>
                  <a:srgbClr val="102B25"/>
                </a:solidFill>
                <a:latin typeface="Arial"/>
                <a:ea typeface="Arial"/>
                <a:cs typeface="Arial"/>
              </a:defRPr>
            </a:pPr>
            <a:r>
              <a:rPr sz="2025" b="0">
                <a:solidFill>
                  <a:srgbClr val="102B25"/>
                </a:solidFill>
                <a:latin typeface="Arial"/>
                <a:ea typeface="Arial"/>
                <a:cs typeface="Arial"/>
              </a:rPr>
              <a:t>по интересам, времени и бюджету</a:t>
            </a:r>
          </a:p>
        </p:txBody>
      </p:sp>
      <p:sp>
        <p:nvSpPr>
          <p:cNvPr id="7" name="">
            <a:extLst xmlns:a="http://schemas.openxmlformats.org/drawingml/2006/main">
              <a:ext uri="{FF2B5EF4-FFF2-40B4-BE49-F238E27FC236}">
                <a16:creationId xmlns:a16="http://schemas.microsoft.com/office/drawing/2014/main" id="{2D754E7B-5933-4888-8C7B-E18E32009C4F}"/>
              </a:ext>
            </a:extLst>
          </p:cNvPr>
          <p:cNvSpPr>
            <a:spLocks xmlns:a="http://schemas.openxmlformats.org/drawingml/2006/main" noGrp="1"/>
          </p:cNvSpPr>
          <p:nvPr/>
        </p:nvSpPr>
        <p:spPr>
          <a:xfrm xmlns:a="http://schemas.openxmlformats.org/drawingml/2006/main">
            <a:off x="638175" y="61722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Астана. Экраны локальной сборки 20.10.2026</a:t>
            </a:r>
          </a:p>
        </p:txBody>
      </p:sp>
    </p:spTree>
    <p:extLst>
      <p:ext uri="{BB962C8B-B14F-4D97-AF65-F5344CB8AC3E}">
        <p14:creationId xmlns:p14="http://schemas.microsoft.com/office/powerpoint/2010/main" val="1974988847"/>
      </p:ext>
    </p:extLst>
  </p:cSld>
</p:sld>
</file>

<file path=ppt/slides/slide2.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55C3DA-F290-460C-8CA8-9BB0A531A53C}"/>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CFC4ECC5-53DE-4DA9-B204-17B7190603B7}"/>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5B39B9C-5CBF-44FF-8564-64E8822D101E}"/>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Один вечер.</a:t>
            </a:r>
          </a:p>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Разные способы его провести</a:t>
            </a:r>
          </a:p>
        </p:txBody>
      </p:sp>
      <p:sp>
        <p:nvSpPr>
          <p:cNvPr id="4" name="">
            <a:extLst xmlns:a="http://schemas.openxmlformats.org/drawingml/2006/main">
              <a:ext uri="{FF2B5EF4-FFF2-40B4-BE49-F238E27FC236}">
                <a16:creationId xmlns:a16="http://schemas.microsoft.com/office/drawing/2014/main" id="{3BCBC6E9-B6A7-4265-8D4C-C74DD282335A}"/>
              </a:ext>
            </a:extLst>
          </p:cNvPr>
          <p:cNvSpPr>
            <a:spLocks xmlns:a="http://schemas.openxmlformats.org/drawingml/2006/main" noGrp="1"/>
          </p:cNvSpPr>
          <p:nvPr/>
        </p:nvSpPr>
        <p:spPr>
          <a:xfrm xmlns:a="http://schemas.openxmlformats.org/drawingml/2006/main">
            <a:off x="638175" y="25908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1D1CA"/>
                </a:solidFill>
                <a:latin typeface="Arial"/>
                <a:ea typeface="Arial"/>
                <a:cs typeface="Arial"/>
              </a:defRPr>
            </a:defPPr>
            <a:lvl1pPr>
              <a:defRPr sz="2100" b="0">
                <a:solidFill>
                  <a:srgbClr val="C1D1CA"/>
                </a:solidFill>
                <a:latin typeface="Arial"/>
                <a:ea typeface="Arial"/>
                <a:cs typeface="Arial"/>
              </a:defRPr>
            </a:lvl1pPr>
            <a:lvl2pPr>
              <a:defRPr sz="2100" b="0">
                <a:solidFill>
                  <a:srgbClr val="C1D1CA"/>
                </a:solidFill>
                <a:latin typeface="Arial"/>
                <a:ea typeface="Arial"/>
                <a:cs typeface="Arial"/>
              </a:defRPr>
            </a:lvl2pPr>
            <a:lvl3pPr>
              <a:defRPr sz="2100" b="0">
                <a:solidFill>
                  <a:srgbClr val="C1D1CA"/>
                </a:solidFill>
                <a:latin typeface="Arial"/>
                <a:ea typeface="Arial"/>
                <a:cs typeface="Arial"/>
              </a:defRPr>
            </a:lvl3pPr>
            <a:lvl4pPr>
              <a:defRPr sz="2100" b="0">
                <a:solidFill>
                  <a:srgbClr val="C1D1CA"/>
                </a:solidFill>
                <a:latin typeface="Arial"/>
                <a:ea typeface="Arial"/>
                <a:cs typeface="Arial"/>
              </a:defRPr>
            </a:lvl4pPr>
            <a:lvl5pPr>
              <a:defRPr sz="2100" b="0">
                <a:solidFill>
                  <a:srgbClr val="C1D1CA"/>
                </a:solidFill>
                <a:latin typeface="Arial"/>
                <a:ea typeface="Arial"/>
                <a:cs typeface="Arial"/>
              </a:defRPr>
            </a:lvl5pPr>
            <a:lvl6pPr>
              <a:defRPr sz="2100" b="0">
                <a:solidFill>
                  <a:srgbClr val="C1D1CA"/>
                </a:solidFill>
                <a:latin typeface="Arial"/>
                <a:ea typeface="Arial"/>
                <a:cs typeface="Arial"/>
              </a:defRPr>
            </a:lvl6pPr>
            <a:lvl7pPr>
              <a:defRPr sz="2100" b="0">
                <a:solidFill>
                  <a:srgbClr val="C1D1CA"/>
                </a:solidFill>
                <a:latin typeface="Arial"/>
                <a:ea typeface="Arial"/>
                <a:cs typeface="Arial"/>
              </a:defRPr>
            </a:lvl7pPr>
            <a:lvl8pPr>
              <a:defRPr sz="2100" b="0">
                <a:solidFill>
                  <a:srgbClr val="C1D1CA"/>
                </a:solidFill>
                <a:latin typeface="Arial"/>
                <a:ea typeface="Arial"/>
                <a:cs typeface="Arial"/>
              </a:defRPr>
            </a:lvl8pPr>
            <a:lvl9pPr>
              <a:defRPr sz="2100" b="0">
                <a:solidFill>
                  <a:srgbClr val="C1D1CA"/>
                </a:solidFill>
                <a:latin typeface="Arial"/>
                <a:ea typeface="Arial"/>
                <a:cs typeface="Arial"/>
              </a:defRPr>
            </a:lvl9pPr>
          </a:lstStyle>
          <a:p xmlns:a="http://schemas.openxmlformats.org/drawingml/2006/main">
            <a:pPr>
              <a:defRPr sz="2100" b="0">
                <a:solidFill>
                  <a:srgbClr val="C1D1CA"/>
                </a:solidFill>
                <a:latin typeface="Arial"/>
                <a:ea typeface="Arial"/>
                <a:cs typeface="Arial"/>
              </a:defRPr>
            </a:pPr>
            <a:r>
              <a:rPr sz="2100" b="0">
                <a:solidFill>
                  <a:srgbClr val="C1D1CA"/>
                </a:solidFill>
                <a:latin typeface="Arial"/>
                <a:ea typeface="Arial"/>
                <a:cs typeface="Arial"/>
              </a:rPr>
              <a:t>Афиша, карта и бюджет обычно остаются отдельными задачами.</a:t>
            </a:r>
          </a:p>
          <a:p xmlns:a="http://schemas.openxmlformats.org/drawingml/2006/main">
            <a:pPr>
              <a:defRPr sz="2100" b="0">
                <a:solidFill>
                  <a:srgbClr val="C1D1CA"/>
                </a:solidFill>
                <a:latin typeface="Arial"/>
                <a:ea typeface="Arial"/>
                <a:cs typeface="Arial"/>
              </a:defRPr>
            </a:pPr>
            <a:r>
              <a:rPr sz="2100" b="0">
                <a:solidFill>
                  <a:srgbClr val="C1D1CA"/>
                </a:solidFill>
                <a:latin typeface="Arial"/>
                <a:ea typeface="Arial"/>
                <a:cs typeface="Arial"/>
              </a:rPr>
              <a:t>QETTYQ собирает их вокруг конкретного человека.</a:t>
            </a:r>
          </a:p>
        </p:txBody>
      </p:sp>
      <p:sp>
        <p:nvSpPr>
          <p:cNvPr id="5" name="">
            <a:extLst xmlns:a="http://schemas.openxmlformats.org/drawingml/2006/main">
              <a:ext uri="{FF2B5EF4-FFF2-40B4-BE49-F238E27FC236}">
                <a16:creationId xmlns:a16="http://schemas.microsoft.com/office/drawing/2014/main" id="{07776DB7-F771-421A-BC99-B32BBBC4F035}"/>
              </a:ext>
            </a:extLst>
          </p:cNvPr>
          <p:cNvSpPr>
            <a:spLocks xmlns:a="http://schemas.openxmlformats.org/drawingml/2006/main" noGrp="1"/>
          </p:cNvSpPr>
          <p:nvPr/>
        </p:nvSpPr>
        <p:spPr>
          <a:xfrm xmlns:a="http://schemas.openxmlformats.org/drawingml/2006/main">
            <a:off x="609600" y="39052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6B9E9DC-D0FA-405C-B767-58948B608E8C}"/>
              </a:ext>
            </a:extLst>
          </p:cNvPr>
          <p:cNvSpPr>
            <a:spLocks xmlns:a="http://schemas.openxmlformats.org/drawingml/2006/main" noGrp="1"/>
          </p:cNvSpPr>
          <p:nvPr/>
        </p:nvSpPr>
        <p:spPr>
          <a:xfrm xmlns:a="http://schemas.openxmlformats.org/drawingml/2006/main">
            <a:off x="1409700" y="3905250"/>
            <a:ext cx="5010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Персональная подборка</a:t>
            </a:r>
          </a:p>
        </p:txBody>
      </p:sp>
      <p:sp>
        <p:nvSpPr>
          <p:cNvPr id="7" name="">
            <a:extLst xmlns:a="http://schemas.openxmlformats.org/drawingml/2006/main">
              <a:ext uri="{FF2B5EF4-FFF2-40B4-BE49-F238E27FC236}">
                <a16:creationId xmlns:a16="http://schemas.microsoft.com/office/drawing/2014/main" id="{CD923684-387F-4E72-B1FD-9E681D8FA797}"/>
              </a:ext>
            </a:extLst>
          </p:cNvPr>
          <p:cNvSpPr>
            <a:spLocks xmlns:a="http://schemas.openxmlformats.org/drawingml/2006/main" noGrp="1"/>
          </p:cNvSpPr>
          <p:nvPr/>
        </p:nvSpPr>
        <p:spPr>
          <a:xfrm xmlns:a="http://schemas.openxmlformats.org/drawingml/2006/main">
            <a:off x="1409700" y="4362450"/>
            <a:ext cx="5010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Сервис учитывает предпочтения и доступное время.</a:t>
            </a:r>
          </a:p>
        </p:txBody>
      </p:sp>
      <p:sp>
        <p:nvSpPr>
          <p:cNvPr id="8" name="">
            <a:extLst xmlns:a="http://schemas.openxmlformats.org/drawingml/2006/main">
              <a:ext uri="{FF2B5EF4-FFF2-40B4-BE49-F238E27FC236}">
                <a16:creationId xmlns:a16="http://schemas.microsoft.com/office/drawing/2014/main" id="{54C111A8-2591-4F1D-A0AA-8EF9188B775B}"/>
              </a:ext>
            </a:extLst>
          </p:cNvPr>
          <p:cNvSpPr>
            <a:spLocks xmlns:a="http://schemas.openxmlformats.org/drawingml/2006/main" noGrp="1"/>
          </p:cNvSpPr>
          <p:nvPr/>
        </p:nvSpPr>
        <p:spPr>
          <a:xfrm xmlns:a="http://schemas.openxmlformats.org/drawingml/2006/main">
            <a:off x="6858000" y="39052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FDB1AF1-6A07-4E2F-B795-A73E35944CAE}"/>
              </a:ext>
            </a:extLst>
          </p:cNvPr>
          <p:cNvSpPr>
            <a:spLocks xmlns:a="http://schemas.openxmlformats.org/drawingml/2006/main" noGrp="1"/>
          </p:cNvSpPr>
          <p:nvPr/>
        </p:nvSpPr>
        <p:spPr>
          <a:xfrm xmlns:a="http://schemas.openxmlformats.org/drawingml/2006/main">
            <a:off x="76581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Самостоятельный выбор</a:t>
            </a:r>
          </a:p>
        </p:txBody>
      </p:sp>
      <p:sp>
        <p:nvSpPr>
          <p:cNvPr id="10" name="">
            <a:extLst xmlns:a="http://schemas.openxmlformats.org/drawingml/2006/main">
              <a:ext uri="{FF2B5EF4-FFF2-40B4-BE49-F238E27FC236}">
                <a16:creationId xmlns:a16="http://schemas.microsoft.com/office/drawing/2014/main" id="{101D22AB-0205-4B1F-AE24-0F3B1E0974F5}"/>
              </a:ext>
            </a:extLst>
          </p:cNvPr>
          <p:cNvSpPr>
            <a:spLocks xmlns:a="http://schemas.openxmlformats.org/drawingml/2006/main" noGrp="1"/>
          </p:cNvSpPr>
          <p:nvPr/>
        </p:nvSpPr>
        <p:spPr>
          <a:xfrm xmlns:a="http://schemas.openxmlformats.org/drawingml/2006/main">
            <a:off x="7658100" y="4714875"/>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Карта помогает посмотреть другие варианты поблизости.</a:t>
            </a:r>
          </a:p>
        </p:txBody>
      </p:sp>
    </p:spTree>
    <p:extLst>
      <p:ext uri="{BB962C8B-B14F-4D97-AF65-F5344CB8AC3E}">
        <p14:creationId xmlns:p14="http://schemas.microsoft.com/office/powerpoint/2010/main" val="1436655486"/>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82F45C-B53A-4BD0-B3FD-5E5215584145}"/>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3B344822-2B10-4C07-9993-9B3BFFE0A248}"/>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F1147F2-E9FC-493A-A57B-46D4027836CB}"/>
              </a:ext>
            </a:extLst>
          </p:cNvPr>
          <p:cNvSpPr>
            <a:spLocks xmlns:a="http://schemas.openxmlformats.org/drawingml/2006/main" noGrp="1"/>
          </p:cNvSpPr>
          <p:nvPr/>
        </p:nvSpPr>
        <p:spPr>
          <a:xfrm xmlns:a="http://schemas.openxmlformats.org/drawingml/2006/main">
            <a:off x="609600" y="952500"/>
            <a:ext cx="5810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Сначала интересы.</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Потом условия</a:t>
            </a:r>
          </a:p>
        </p:txBody>
      </p:sp>
      <p:sp>
        <p:nvSpPr>
          <p:cNvPr id="4" name="">
            <a:extLst xmlns:a="http://schemas.openxmlformats.org/drawingml/2006/main">
              <a:ext uri="{FF2B5EF4-FFF2-40B4-BE49-F238E27FC236}">
                <a16:creationId xmlns:a16="http://schemas.microsoft.com/office/drawing/2014/main" id="{4B869203-6E0F-4FDD-85E2-9C63B8B2A304}"/>
              </a:ext>
            </a:extLst>
          </p:cNvPr>
          <p:cNvSpPr>
            <a:spLocks xmlns:a="http://schemas.openxmlformats.org/drawingml/2006/main" noGrp="1"/>
          </p:cNvSpPr>
          <p:nvPr/>
        </p:nvSpPr>
        <p:spPr>
          <a:xfrm xmlns:a="http://schemas.openxmlformats.org/drawingml/2006/main">
            <a:off x="609600" y="285750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AF8F01D-005A-4383-ABED-F579511C3F77}"/>
              </a:ext>
            </a:extLst>
          </p:cNvPr>
          <p:cNvSpPr>
            <a:spLocks xmlns:a="http://schemas.openxmlformats.org/drawingml/2006/main" noGrp="1"/>
          </p:cNvSpPr>
          <p:nvPr/>
        </p:nvSpPr>
        <p:spPr>
          <a:xfrm xmlns:a="http://schemas.openxmlformats.org/drawingml/2006/main">
            <a:off x="1409700" y="2857500"/>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15 карточек</a:t>
            </a:r>
          </a:p>
        </p:txBody>
      </p:sp>
      <p:sp>
        <p:nvSpPr>
          <p:cNvPr id="6" name="">
            <a:extLst xmlns:a="http://schemas.openxmlformats.org/drawingml/2006/main">
              <a:ext uri="{FF2B5EF4-FFF2-40B4-BE49-F238E27FC236}">
                <a16:creationId xmlns:a16="http://schemas.microsoft.com/office/drawing/2014/main" id="{D62C5A7D-CA4F-4264-BFC2-71BF8A616B63}"/>
              </a:ext>
            </a:extLst>
          </p:cNvPr>
          <p:cNvSpPr>
            <a:spLocks xmlns:a="http://schemas.openxmlformats.org/drawingml/2006/main" noGrp="1"/>
          </p:cNvSpPr>
          <p:nvPr/>
        </p:nvSpPr>
        <p:spPr>
          <a:xfrm xmlns:a="http://schemas.openxmlformats.org/drawingml/2006/main">
            <a:off x="1409700" y="3314700"/>
            <a:ext cx="4914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Вправо: интересно. Влево: не сейчас.</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Последний выбор можно отменить.</a:t>
            </a:r>
          </a:p>
        </p:txBody>
      </p:sp>
      <p:sp>
        <p:nvSpPr>
          <p:cNvPr id="7" name="">
            <a:extLst xmlns:a="http://schemas.openxmlformats.org/drawingml/2006/main">
              <a:ext uri="{FF2B5EF4-FFF2-40B4-BE49-F238E27FC236}">
                <a16:creationId xmlns:a16="http://schemas.microsoft.com/office/drawing/2014/main" id="{7BB2B1A8-FE28-45A3-853A-7CF12E64F8F3}"/>
              </a:ext>
            </a:extLst>
          </p:cNvPr>
          <p:cNvSpPr>
            <a:spLocks xmlns:a="http://schemas.openxmlformats.org/drawingml/2006/main" noGrp="1"/>
          </p:cNvSpPr>
          <p:nvPr/>
        </p:nvSpPr>
        <p:spPr>
          <a:xfrm xmlns:a="http://schemas.openxmlformats.org/drawingml/2006/main">
            <a:off x="609600" y="45243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3EA060F-3578-4402-A9FD-94026B65A087}"/>
              </a:ext>
            </a:extLst>
          </p:cNvPr>
          <p:cNvSpPr>
            <a:spLocks xmlns:a="http://schemas.openxmlformats.org/drawingml/2006/main" noGrp="1"/>
          </p:cNvSpPr>
          <p:nvPr/>
        </p:nvSpPr>
        <p:spPr>
          <a:xfrm xmlns:a="http://schemas.openxmlformats.org/drawingml/2006/main">
            <a:off x="1409700" y="4524375"/>
            <a:ext cx="4914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Время и бюджет</a:t>
            </a:r>
          </a:p>
        </p:txBody>
      </p:sp>
      <p:sp>
        <p:nvSpPr>
          <p:cNvPr id="9" name="">
            <a:extLst xmlns:a="http://schemas.openxmlformats.org/drawingml/2006/main">
              <a:ext uri="{FF2B5EF4-FFF2-40B4-BE49-F238E27FC236}">
                <a16:creationId xmlns:a16="http://schemas.microsoft.com/office/drawing/2014/main" id="{33793DA8-3D15-44DF-BB55-847A853D2303}"/>
              </a:ext>
            </a:extLst>
          </p:cNvPr>
          <p:cNvSpPr>
            <a:spLocks xmlns:a="http://schemas.openxmlformats.org/drawingml/2006/main" noGrp="1"/>
          </p:cNvSpPr>
          <p:nvPr/>
        </p:nvSpPr>
        <p:spPr>
          <a:xfrm xmlns:a="http://schemas.openxmlformats.org/drawingml/2006/main">
            <a:off x="1409700" y="4981575"/>
            <a:ext cx="4914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Бесплатно, заданная сумма или без лимита.</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Геопозиция только с разрешения.</a:t>
            </a:r>
          </a:p>
        </p:txBody>
      </p:sp>
      <p:pic>
        <p:nvPicPr>
          <p:cNvPr id="10" name="">
            <a:extLst xmlns:a="http://schemas.openxmlformats.org/drawingml/2006/main">
              <a:ext uri="{FF2B5EF4-FFF2-40B4-BE49-F238E27FC236}">
                <a16:creationId xmlns:a16="http://schemas.microsoft.com/office/drawing/2014/main" id="{053F702B-CC43-4535-8922-400D7A92EA3D}"/>
              </a:ext>
            </a:extLst>
          </p:cNvPr>
          <p:cNvPicPr>
            <a:picLocks xmlns:a="http://schemas.openxmlformats.org/drawingml/2006/main" noChangeAspect="1"/>
          </p:cNvPicPr>
          <p:nvPr/>
        </p:nvPicPr>
        <p:blipFill>
          <a:blip xmlns:r="http://schemas.openxmlformats.org/officeDocument/2006/relationships" xmlns:a="http://schemas.openxmlformats.org/drawingml/2006/main" r:embed="Recd90b3cfac44000"/>
          <a:stretch xmlns:a="http://schemas.openxmlformats.org/drawingml/2006/main"/>
        </p:blipFill>
        <p:spPr>
          <a:xfrm xmlns:a="http://schemas.openxmlformats.org/drawingml/2006/main">
            <a:off x="6667500" y="792015"/>
            <a:ext cx="2428875" cy="526444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86C4064E-A2E7-43AA-8D0D-B9F20DC9E1BD}"/>
              </a:ext>
            </a:extLst>
          </p:cNvPr>
          <p:cNvPicPr>
            <a:picLocks xmlns:a="http://schemas.openxmlformats.org/drawingml/2006/main" noChangeAspect="1"/>
          </p:cNvPicPr>
          <p:nvPr/>
        </p:nvPicPr>
        <p:blipFill>
          <a:blip xmlns:r="http://schemas.openxmlformats.org/officeDocument/2006/relationships" xmlns:a="http://schemas.openxmlformats.org/drawingml/2006/main" r:embed="Rc1bf983e38484ae5"/>
          <a:stretch xmlns:a="http://schemas.openxmlformats.org/drawingml/2006/main"/>
        </p:blipFill>
        <p:spPr>
          <a:xfrm xmlns:a="http://schemas.openxmlformats.org/drawingml/2006/main">
            <a:off x="9277350" y="792015"/>
            <a:ext cx="2428875" cy="526444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1BC02A5-0919-401D-B90A-58B863F26A51}"/>
              </a:ext>
            </a:extLst>
          </p:cNvPr>
          <p:cNvSpPr>
            <a:spLocks xmlns:a="http://schemas.openxmlformats.org/drawingml/2006/main" noGrp="1"/>
          </p:cNvSpPr>
          <p:nvPr/>
        </p:nvSpPr>
        <p:spPr>
          <a:xfrm xmlns:a="http://schemas.openxmlformats.org/drawingml/2006/main">
            <a:off x="6667500" y="6162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Локальное приложение. Картинки интересов: художественные иллюстрации.</a:t>
            </a:r>
          </a:p>
        </p:txBody>
      </p:sp>
    </p:spTree>
    <p:extLst>
      <p:ext uri="{BB962C8B-B14F-4D97-AF65-F5344CB8AC3E}">
        <p14:creationId xmlns:p14="http://schemas.microsoft.com/office/powerpoint/2010/main" val="294968162"/>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D36D61-B81B-4D31-B0FA-FF2B3279A846}"/>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B521AD6C-93F0-4A82-960A-4DE11428DED9}"/>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9EECA79-BFC6-4A83-BDEF-9FE490795BDC}"/>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Персональная выдача</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с понятными ограничениями</a:t>
            </a:r>
          </a:p>
        </p:txBody>
      </p:sp>
      <p:sp>
        <p:nvSpPr>
          <p:cNvPr id="4" name="">
            <a:extLst xmlns:a="http://schemas.openxmlformats.org/drawingml/2006/main">
              <a:ext uri="{FF2B5EF4-FFF2-40B4-BE49-F238E27FC236}">
                <a16:creationId xmlns:a16="http://schemas.microsoft.com/office/drawing/2014/main" id="{21FC27BF-D0E1-49C2-9EB6-E55F7AD86EDC}"/>
              </a:ext>
            </a:extLst>
          </p:cNvPr>
          <p:cNvSpPr>
            <a:spLocks xmlns:a="http://schemas.openxmlformats.org/drawingml/2006/main" noGrp="1"/>
          </p:cNvSpPr>
          <p:nvPr/>
        </p:nvSpPr>
        <p:spPr>
          <a:xfrm xmlns:a="http://schemas.openxmlformats.org/drawingml/2006/main">
            <a:off x="638175" y="27241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6E5D"/>
                </a:solidFill>
                <a:latin typeface="Arial"/>
                <a:ea typeface="Arial"/>
                <a:cs typeface="Arial"/>
              </a:defRPr>
            </a:defPPr>
            <a:lvl1pPr>
              <a:defRPr sz="2400" b="1">
                <a:solidFill>
                  <a:srgbClr val="0B6E5D"/>
                </a:solidFill>
                <a:latin typeface="Arial"/>
                <a:ea typeface="Arial"/>
                <a:cs typeface="Arial"/>
              </a:defRPr>
            </a:lvl1pPr>
            <a:lvl2pPr>
              <a:defRPr sz="2400" b="1">
                <a:solidFill>
                  <a:srgbClr val="0B6E5D"/>
                </a:solidFill>
                <a:latin typeface="Arial"/>
                <a:ea typeface="Arial"/>
                <a:cs typeface="Arial"/>
              </a:defRPr>
            </a:lvl2pPr>
            <a:lvl3pPr>
              <a:defRPr sz="2400" b="1">
                <a:solidFill>
                  <a:srgbClr val="0B6E5D"/>
                </a:solidFill>
                <a:latin typeface="Arial"/>
                <a:ea typeface="Arial"/>
                <a:cs typeface="Arial"/>
              </a:defRPr>
            </a:lvl3pPr>
            <a:lvl4pPr>
              <a:defRPr sz="2400" b="1">
                <a:solidFill>
                  <a:srgbClr val="0B6E5D"/>
                </a:solidFill>
                <a:latin typeface="Arial"/>
                <a:ea typeface="Arial"/>
                <a:cs typeface="Arial"/>
              </a:defRPr>
            </a:lvl4pPr>
            <a:lvl5pPr>
              <a:defRPr sz="2400" b="1">
                <a:solidFill>
                  <a:srgbClr val="0B6E5D"/>
                </a:solidFill>
                <a:latin typeface="Arial"/>
                <a:ea typeface="Arial"/>
                <a:cs typeface="Arial"/>
              </a:defRPr>
            </a:lvl5pPr>
            <a:lvl6pPr>
              <a:defRPr sz="2400" b="1">
                <a:solidFill>
                  <a:srgbClr val="0B6E5D"/>
                </a:solidFill>
                <a:latin typeface="Arial"/>
                <a:ea typeface="Arial"/>
                <a:cs typeface="Arial"/>
              </a:defRPr>
            </a:lvl6pPr>
            <a:lvl7pPr>
              <a:defRPr sz="2400" b="1">
                <a:solidFill>
                  <a:srgbClr val="0B6E5D"/>
                </a:solidFill>
                <a:latin typeface="Arial"/>
                <a:ea typeface="Arial"/>
                <a:cs typeface="Arial"/>
              </a:defRPr>
            </a:lvl7pPr>
            <a:lvl8pPr>
              <a:defRPr sz="2400" b="1">
                <a:solidFill>
                  <a:srgbClr val="0B6E5D"/>
                </a:solidFill>
                <a:latin typeface="Arial"/>
                <a:ea typeface="Arial"/>
                <a:cs typeface="Arial"/>
              </a:defRPr>
            </a:lvl8pPr>
            <a:lvl9pPr>
              <a:defRPr sz="2400" b="1">
                <a:solidFill>
                  <a:srgbClr val="0B6E5D"/>
                </a:solidFill>
                <a:latin typeface="Arial"/>
                <a:ea typeface="Arial"/>
                <a:cs typeface="Arial"/>
              </a:defRPr>
            </a:lvl9pPr>
          </a:lstStyle>
          <a:p xmlns:a="http://schemas.openxmlformats.org/drawingml/2006/main">
            <a:pPr>
              <a:defRPr sz="2400" b="1">
                <a:solidFill>
                  <a:srgbClr val="0B6E5D"/>
                </a:solidFill>
                <a:latin typeface="Arial"/>
                <a:ea typeface="Arial"/>
                <a:cs typeface="Arial"/>
              </a:defRPr>
            </a:pPr>
            <a:r>
              <a:rPr sz="2400" b="1">
                <a:solidFill>
                  <a:srgbClr val="0B6E5D"/>
                </a:solidFill>
                <a:latin typeface="Arial"/>
                <a:ea typeface="Arial"/>
                <a:cs typeface="Arial"/>
              </a:rPr>
              <a:t>До трёх мест под выбранные условия</a:t>
            </a:r>
          </a:p>
        </p:txBody>
      </p:sp>
      <p:sp>
        <p:nvSpPr>
          <p:cNvPr id="5" name="">
            <a:extLst xmlns:a="http://schemas.openxmlformats.org/drawingml/2006/main">
              <a:ext uri="{FF2B5EF4-FFF2-40B4-BE49-F238E27FC236}">
                <a16:creationId xmlns:a16="http://schemas.microsoft.com/office/drawing/2014/main" id="{14C5D50C-5F66-49AE-8F13-8153574C4E1C}"/>
              </a:ext>
            </a:extLst>
          </p:cNvPr>
          <p:cNvSpPr>
            <a:spLocks xmlns:a="http://schemas.openxmlformats.org/drawingml/2006/main" noGrp="1"/>
          </p:cNvSpPr>
          <p:nvPr/>
        </p:nvSpPr>
        <p:spPr>
          <a:xfrm xmlns:a="http://schemas.openxmlformats.org/drawingml/2006/main">
            <a:off x="638175" y="3714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25"/>
                </a:solidFill>
                <a:latin typeface="Arial"/>
                <a:ea typeface="Arial"/>
                <a:cs typeface="Arial"/>
              </a:defRPr>
            </a:defPPr>
            <a:lvl1pPr>
              <a:defRPr sz="2100" b="1">
                <a:solidFill>
                  <a:srgbClr val="102B25"/>
                </a:solidFill>
                <a:latin typeface="Arial"/>
                <a:ea typeface="Arial"/>
                <a:cs typeface="Arial"/>
              </a:defRPr>
            </a:lvl1pPr>
            <a:lvl2pPr>
              <a:defRPr sz="2100" b="1">
                <a:solidFill>
                  <a:srgbClr val="102B25"/>
                </a:solidFill>
                <a:latin typeface="Arial"/>
                <a:ea typeface="Arial"/>
                <a:cs typeface="Arial"/>
              </a:defRPr>
            </a:lvl2pPr>
            <a:lvl3pPr>
              <a:defRPr sz="2100" b="1">
                <a:solidFill>
                  <a:srgbClr val="102B25"/>
                </a:solidFill>
                <a:latin typeface="Arial"/>
                <a:ea typeface="Arial"/>
                <a:cs typeface="Arial"/>
              </a:defRPr>
            </a:lvl3pPr>
            <a:lvl4pPr>
              <a:defRPr sz="2100" b="1">
                <a:solidFill>
                  <a:srgbClr val="102B25"/>
                </a:solidFill>
                <a:latin typeface="Arial"/>
                <a:ea typeface="Arial"/>
                <a:cs typeface="Arial"/>
              </a:defRPr>
            </a:lvl4pPr>
            <a:lvl5pPr>
              <a:defRPr sz="2100" b="1">
                <a:solidFill>
                  <a:srgbClr val="102B25"/>
                </a:solidFill>
                <a:latin typeface="Arial"/>
                <a:ea typeface="Arial"/>
                <a:cs typeface="Arial"/>
              </a:defRPr>
            </a:lvl5pPr>
            <a:lvl6pPr>
              <a:defRPr sz="2100" b="1">
                <a:solidFill>
                  <a:srgbClr val="102B25"/>
                </a:solidFill>
                <a:latin typeface="Arial"/>
                <a:ea typeface="Arial"/>
                <a:cs typeface="Arial"/>
              </a:defRPr>
            </a:lvl6pPr>
            <a:lvl7pPr>
              <a:defRPr sz="2100" b="1">
                <a:solidFill>
                  <a:srgbClr val="102B25"/>
                </a:solidFill>
                <a:latin typeface="Arial"/>
                <a:ea typeface="Arial"/>
                <a:cs typeface="Arial"/>
              </a:defRPr>
            </a:lvl7pPr>
            <a:lvl8pPr>
              <a:defRPr sz="2100" b="1">
                <a:solidFill>
                  <a:srgbClr val="102B25"/>
                </a:solidFill>
                <a:latin typeface="Arial"/>
                <a:ea typeface="Arial"/>
                <a:cs typeface="Arial"/>
              </a:defRPr>
            </a:lvl8pPr>
            <a:lvl9pPr>
              <a:defRPr sz="2100" b="1">
                <a:solidFill>
                  <a:srgbClr val="102B25"/>
                </a:solidFill>
                <a:latin typeface="Arial"/>
                <a:ea typeface="Arial"/>
                <a:cs typeface="Arial"/>
              </a:defRPr>
            </a:lvl9pPr>
          </a:lstStyle>
          <a:p xmlns:a="http://schemas.openxmlformats.org/drawingml/2006/main">
            <a:pPr>
              <a:defRPr sz="2100" b="1">
                <a:solidFill>
                  <a:srgbClr val="102B25"/>
                </a:solidFill>
                <a:latin typeface="Arial"/>
                <a:ea typeface="Arial"/>
                <a:cs typeface="Arial"/>
              </a:defRPr>
            </a:pPr>
            <a:r>
              <a:rPr sz="2100" b="1">
                <a:solidFill>
                  <a:srgbClr val="102B25"/>
                </a:solidFill>
                <a:latin typeface="Arial"/>
                <a:ea typeface="Arial"/>
                <a:cs typeface="Arial"/>
              </a:rPr>
              <a:t>Интересы и условия</a:t>
            </a:r>
          </a:p>
        </p:txBody>
      </p:sp>
      <p:sp>
        <p:nvSpPr>
          <p:cNvPr id="6" name="">
            <a:extLst xmlns:a="http://schemas.openxmlformats.org/drawingml/2006/main">
              <a:ext uri="{FF2B5EF4-FFF2-40B4-BE49-F238E27FC236}">
                <a16:creationId xmlns:a16="http://schemas.microsoft.com/office/drawing/2014/main" id="{6A5DC645-2C08-44DC-B723-453C9956FA27}"/>
              </a:ext>
            </a:extLst>
          </p:cNvPr>
          <p:cNvSpPr>
            <a:spLocks xmlns:a="http://schemas.openxmlformats.org/drawingml/2006/main" noGrp="1"/>
          </p:cNvSpPr>
          <p:nvPr/>
        </p:nvSpPr>
        <p:spPr>
          <a:xfrm xmlns:a="http://schemas.openxmlformats.org/drawingml/2006/main">
            <a:off x="638175" y="427672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Код проверяет доступные данные</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о времени и бюджете. Карточку можно</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открыть, сохранить или добавить в план.</a:t>
            </a:r>
          </a:p>
        </p:txBody>
      </p:sp>
      <p:sp>
        <p:nvSpPr>
          <p:cNvPr id="7" name="">
            <a:extLst xmlns:a="http://schemas.openxmlformats.org/drawingml/2006/main">
              <a:ext uri="{FF2B5EF4-FFF2-40B4-BE49-F238E27FC236}">
                <a16:creationId xmlns:a16="http://schemas.microsoft.com/office/drawing/2014/main" id="{C24E94C1-1C15-424A-8F62-2B3EED43B8D7}"/>
              </a:ext>
            </a:extLst>
          </p:cNvPr>
          <p:cNvSpPr>
            <a:spLocks xmlns:a="http://schemas.openxmlformats.org/drawingml/2006/main" noGrp="1"/>
          </p:cNvSpPr>
          <p:nvPr/>
        </p:nvSpPr>
        <p:spPr>
          <a:xfrm xmlns:a="http://schemas.openxmlformats.org/drawingml/2006/main">
            <a:off x="6610350" y="37147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02B25"/>
                </a:solidFill>
                <a:latin typeface="Arial"/>
                <a:ea typeface="Arial"/>
                <a:cs typeface="Arial"/>
              </a:defRPr>
            </a:defPPr>
            <a:lvl1pPr>
              <a:defRPr sz="2100" b="1">
                <a:solidFill>
                  <a:srgbClr val="102B25"/>
                </a:solidFill>
                <a:latin typeface="Arial"/>
                <a:ea typeface="Arial"/>
                <a:cs typeface="Arial"/>
              </a:defRPr>
            </a:lvl1pPr>
            <a:lvl2pPr>
              <a:defRPr sz="2100" b="1">
                <a:solidFill>
                  <a:srgbClr val="102B25"/>
                </a:solidFill>
                <a:latin typeface="Arial"/>
                <a:ea typeface="Arial"/>
                <a:cs typeface="Arial"/>
              </a:defRPr>
            </a:lvl2pPr>
            <a:lvl3pPr>
              <a:defRPr sz="2100" b="1">
                <a:solidFill>
                  <a:srgbClr val="102B25"/>
                </a:solidFill>
                <a:latin typeface="Arial"/>
                <a:ea typeface="Arial"/>
                <a:cs typeface="Arial"/>
              </a:defRPr>
            </a:lvl3pPr>
            <a:lvl4pPr>
              <a:defRPr sz="2100" b="1">
                <a:solidFill>
                  <a:srgbClr val="102B25"/>
                </a:solidFill>
                <a:latin typeface="Arial"/>
                <a:ea typeface="Arial"/>
                <a:cs typeface="Arial"/>
              </a:defRPr>
            </a:lvl4pPr>
            <a:lvl5pPr>
              <a:defRPr sz="2100" b="1">
                <a:solidFill>
                  <a:srgbClr val="102B25"/>
                </a:solidFill>
                <a:latin typeface="Arial"/>
                <a:ea typeface="Arial"/>
                <a:cs typeface="Arial"/>
              </a:defRPr>
            </a:lvl5pPr>
            <a:lvl6pPr>
              <a:defRPr sz="2100" b="1">
                <a:solidFill>
                  <a:srgbClr val="102B25"/>
                </a:solidFill>
                <a:latin typeface="Arial"/>
                <a:ea typeface="Arial"/>
                <a:cs typeface="Arial"/>
              </a:defRPr>
            </a:lvl6pPr>
            <a:lvl7pPr>
              <a:defRPr sz="2100" b="1">
                <a:solidFill>
                  <a:srgbClr val="102B25"/>
                </a:solidFill>
                <a:latin typeface="Arial"/>
                <a:ea typeface="Arial"/>
                <a:cs typeface="Arial"/>
              </a:defRPr>
            </a:lvl7pPr>
            <a:lvl8pPr>
              <a:defRPr sz="2100" b="1">
                <a:solidFill>
                  <a:srgbClr val="102B25"/>
                </a:solidFill>
                <a:latin typeface="Arial"/>
                <a:ea typeface="Arial"/>
                <a:cs typeface="Arial"/>
              </a:defRPr>
            </a:lvl8pPr>
            <a:lvl9pPr>
              <a:defRPr sz="2100" b="1">
                <a:solidFill>
                  <a:srgbClr val="102B25"/>
                </a:solidFill>
                <a:latin typeface="Arial"/>
                <a:ea typeface="Arial"/>
                <a:cs typeface="Arial"/>
              </a:defRPr>
            </a:lvl9pPr>
          </a:lstStyle>
          <a:p xmlns:a="http://schemas.openxmlformats.org/drawingml/2006/main">
            <a:pPr>
              <a:defRPr sz="2100" b="1">
                <a:solidFill>
                  <a:srgbClr val="102B25"/>
                </a:solidFill>
                <a:latin typeface="Arial"/>
                <a:ea typeface="Arial"/>
                <a:cs typeface="Arial"/>
              </a:defRPr>
            </a:pPr>
            <a:r>
              <a:rPr sz="2100" b="1">
                <a:solidFill>
                  <a:srgbClr val="102B25"/>
                </a:solidFill>
                <a:latin typeface="Arial"/>
                <a:ea typeface="Arial"/>
                <a:cs typeface="Arial"/>
              </a:rPr>
              <a:t>Когда совпадений нет</a:t>
            </a:r>
          </a:p>
        </p:txBody>
      </p:sp>
      <p:sp>
        <p:nvSpPr>
          <p:cNvPr id="8" name="">
            <a:extLst xmlns:a="http://schemas.openxmlformats.org/drawingml/2006/main">
              <a:ext uri="{FF2B5EF4-FFF2-40B4-BE49-F238E27FC236}">
                <a16:creationId xmlns:a16="http://schemas.microsoft.com/office/drawing/2014/main" id="{3186B085-EA27-494E-82E3-FE5D50CFDC0E}"/>
              </a:ext>
            </a:extLst>
          </p:cNvPr>
          <p:cNvSpPr>
            <a:spLocks xmlns:a="http://schemas.openxmlformats.org/drawingml/2006/main" noGrp="1"/>
          </p:cNvSpPr>
          <p:nvPr/>
        </p:nvSpPr>
        <p:spPr>
          <a:xfrm xmlns:a="http://schemas.openxmlformats.org/drawingml/2006/main">
            <a:off x="6610350" y="427672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Показываем пустую выдачу.</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Предлагаем изменить условия,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не ослабляя их без согласия.</a:t>
            </a:r>
          </a:p>
        </p:txBody>
      </p:sp>
      <p:sp>
        <p:nvSpPr>
          <p:cNvPr id="9" name="">
            <a:extLst xmlns:a="http://schemas.openxmlformats.org/drawingml/2006/main">
              <a:ext uri="{FF2B5EF4-FFF2-40B4-BE49-F238E27FC236}">
                <a16:creationId xmlns:a16="http://schemas.microsoft.com/office/drawing/2014/main" id="{84409B2E-A11C-445F-AA66-87A2B6DC05EA}"/>
              </a:ext>
            </a:extLst>
          </p:cNvPr>
          <p:cNvSpPr>
            <a:spLocks xmlns:a="http://schemas.openxmlformats.org/drawingml/2006/main" noGrp="1"/>
          </p:cNvSpPr>
          <p:nvPr/>
        </p:nvSpPr>
        <p:spPr>
          <a:xfrm xmlns:a="http://schemas.openxmlformats.org/drawingml/2006/main">
            <a:off x="638175" y="60007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Общая афиша доступна отдельно. Цена и наличие мест требуют проверки.</a:t>
            </a:r>
          </a:p>
        </p:txBody>
      </p:sp>
    </p:spTree>
    <p:extLst>
      <p:ext uri="{BB962C8B-B14F-4D97-AF65-F5344CB8AC3E}">
        <p14:creationId xmlns:p14="http://schemas.microsoft.com/office/powerpoint/2010/main" val="1236934682"/>
      </p:ext>
    </p:extLst>
  </p:cSld>
</p:sld>
</file>

<file path=ppt/slides/slide5.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B779B4-1B72-4775-85A2-60CE09DD738D}"/>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4007AB71-2E70-4EB1-A760-B702B20F58F2}"/>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FD5BE82-D466-4066-971F-06C50324295D}"/>
              </a:ext>
            </a:extLst>
          </p:cNvPr>
          <p:cNvSpPr>
            <a:spLocks xmlns:a="http://schemas.openxmlformats.org/drawingml/2006/main" noGrp="1"/>
          </p:cNvSpPr>
          <p:nvPr/>
        </p:nvSpPr>
        <p:spPr>
          <a:xfrm xmlns:a="http://schemas.openxmlformats.org/drawingml/2006/main">
            <a:off x="609600" y="95250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Карта и план прогулки</a:t>
            </a:r>
          </a:p>
        </p:txBody>
      </p:sp>
      <p:sp>
        <p:nvSpPr>
          <p:cNvPr id="4" name="">
            <a:extLst xmlns:a="http://schemas.openxmlformats.org/drawingml/2006/main">
              <a:ext uri="{FF2B5EF4-FFF2-40B4-BE49-F238E27FC236}">
                <a16:creationId xmlns:a16="http://schemas.microsoft.com/office/drawing/2014/main" id="{C9AF47BF-8943-43D1-8178-33BCBBDE9F9A}"/>
              </a:ext>
            </a:extLst>
          </p:cNvPr>
          <p:cNvSpPr>
            <a:spLocks xmlns:a="http://schemas.openxmlformats.org/drawingml/2006/main" noGrp="1"/>
          </p:cNvSpPr>
          <p:nvPr/>
        </p:nvSpPr>
        <p:spPr>
          <a:xfrm xmlns:a="http://schemas.openxmlformats.org/drawingml/2006/main">
            <a:off x="638175" y="26670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Интерактивная карта Астаны.</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Места с известными координатами</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и остановки выбранного плана.</a:t>
            </a:r>
          </a:p>
        </p:txBody>
      </p:sp>
      <p:sp>
        <p:nvSpPr>
          <p:cNvPr id="5" name="">
            <a:extLst xmlns:a="http://schemas.openxmlformats.org/drawingml/2006/main">
              <a:ext uri="{FF2B5EF4-FFF2-40B4-BE49-F238E27FC236}">
                <a16:creationId xmlns:a16="http://schemas.microsoft.com/office/drawing/2014/main" id="{EE109F3A-C219-4AD6-9BF5-9D2A71017079}"/>
              </a:ext>
            </a:extLst>
          </p:cNvPr>
          <p:cNvSpPr>
            <a:spLocks xmlns:a="http://schemas.openxmlformats.org/drawingml/2006/main" noGrp="1"/>
          </p:cNvSpPr>
          <p:nvPr/>
        </p:nvSpPr>
        <p:spPr>
          <a:xfrm xmlns:a="http://schemas.openxmlformats.org/drawingml/2006/main">
            <a:off x="638175" y="445770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1D1CA"/>
                </a:solidFill>
                <a:latin typeface="Arial"/>
                <a:ea typeface="Arial"/>
                <a:cs typeface="Arial"/>
              </a:defRPr>
            </a:defPPr>
            <a:lvl1pPr>
              <a:defRPr sz="1800" b="0">
                <a:solidFill>
                  <a:srgbClr val="C1D1CA"/>
                </a:solidFill>
                <a:latin typeface="Arial"/>
                <a:ea typeface="Arial"/>
                <a:cs typeface="Arial"/>
              </a:defRPr>
            </a:lvl1pPr>
            <a:lvl2pPr>
              <a:defRPr sz="1800" b="0">
                <a:solidFill>
                  <a:srgbClr val="C1D1CA"/>
                </a:solidFill>
                <a:latin typeface="Arial"/>
                <a:ea typeface="Arial"/>
                <a:cs typeface="Arial"/>
              </a:defRPr>
            </a:lvl2pPr>
            <a:lvl3pPr>
              <a:defRPr sz="1800" b="0">
                <a:solidFill>
                  <a:srgbClr val="C1D1CA"/>
                </a:solidFill>
                <a:latin typeface="Arial"/>
                <a:ea typeface="Arial"/>
                <a:cs typeface="Arial"/>
              </a:defRPr>
            </a:lvl3pPr>
            <a:lvl4pPr>
              <a:defRPr sz="1800" b="0">
                <a:solidFill>
                  <a:srgbClr val="C1D1CA"/>
                </a:solidFill>
                <a:latin typeface="Arial"/>
                <a:ea typeface="Arial"/>
                <a:cs typeface="Arial"/>
              </a:defRPr>
            </a:lvl4pPr>
            <a:lvl5pPr>
              <a:defRPr sz="1800" b="0">
                <a:solidFill>
                  <a:srgbClr val="C1D1CA"/>
                </a:solidFill>
                <a:latin typeface="Arial"/>
                <a:ea typeface="Arial"/>
                <a:cs typeface="Arial"/>
              </a:defRPr>
            </a:lvl5pPr>
            <a:lvl6pPr>
              <a:defRPr sz="1800" b="0">
                <a:solidFill>
                  <a:srgbClr val="C1D1CA"/>
                </a:solidFill>
                <a:latin typeface="Arial"/>
                <a:ea typeface="Arial"/>
                <a:cs typeface="Arial"/>
              </a:defRPr>
            </a:lvl6pPr>
            <a:lvl7pPr>
              <a:defRPr sz="1800" b="0">
                <a:solidFill>
                  <a:srgbClr val="C1D1CA"/>
                </a:solidFill>
                <a:latin typeface="Arial"/>
                <a:ea typeface="Arial"/>
                <a:cs typeface="Arial"/>
              </a:defRPr>
            </a:lvl7pPr>
            <a:lvl8pPr>
              <a:defRPr sz="1800" b="0">
                <a:solidFill>
                  <a:srgbClr val="C1D1CA"/>
                </a:solidFill>
                <a:latin typeface="Arial"/>
                <a:ea typeface="Arial"/>
                <a:cs typeface="Arial"/>
              </a:defRPr>
            </a:lvl8pPr>
            <a:lvl9pPr>
              <a:defRPr sz="1800" b="0">
                <a:solidFill>
                  <a:srgbClr val="C1D1CA"/>
                </a:solidFill>
                <a:latin typeface="Arial"/>
                <a:ea typeface="Arial"/>
                <a:cs typeface="Arial"/>
              </a:defRPr>
            </a:lvl9pPr>
          </a:lstStyle>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Дата и время старта в часовом поясе Астаны.</a:t>
            </a:r>
          </a:p>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Дорога и время посещения пока оценочные.</a:t>
            </a:r>
          </a:p>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Точный путь откроет внешняя навигация.</a:t>
            </a:r>
          </a:p>
        </p:txBody>
      </p:sp>
      <p:pic>
        <p:nvPicPr>
          <p:cNvPr id="6" name="">
            <a:extLst xmlns:a="http://schemas.openxmlformats.org/drawingml/2006/main">
              <a:ext uri="{FF2B5EF4-FFF2-40B4-BE49-F238E27FC236}">
                <a16:creationId xmlns:a16="http://schemas.microsoft.com/office/drawing/2014/main" id="{0933EBF7-4641-4587-9DFF-1F32EF4B803F}"/>
              </a:ext>
            </a:extLst>
          </p:cNvPr>
          <p:cNvPicPr>
            <a:picLocks xmlns:a="http://schemas.openxmlformats.org/drawingml/2006/main" noChangeAspect="1"/>
          </p:cNvPicPr>
          <p:nvPr/>
        </p:nvPicPr>
        <p:blipFill>
          <a:blip xmlns:r="http://schemas.openxmlformats.org/officeDocument/2006/relationships" xmlns:a="http://schemas.openxmlformats.org/drawingml/2006/main" r:embed="Rfba1592cc55b49c7"/>
          <a:stretch xmlns:a="http://schemas.openxmlformats.org/drawingml/2006/main"/>
        </p:blipFill>
        <p:spPr>
          <a:xfrm xmlns:a="http://schemas.openxmlformats.org/drawingml/2006/main">
            <a:off x="6524625" y="801540"/>
            <a:ext cx="2428875" cy="526444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7F78056-BF4E-4593-807D-3BDBD6E5E6FC}"/>
              </a:ext>
            </a:extLst>
          </p:cNvPr>
          <p:cNvPicPr>
            <a:picLocks xmlns:a="http://schemas.openxmlformats.org/drawingml/2006/main" noChangeAspect="1"/>
          </p:cNvPicPr>
          <p:nvPr/>
        </p:nvPicPr>
        <p:blipFill>
          <a:blip xmlns:r="http://schemas.openxmlformats.org/officeDocument/2006/relationships" xmlns:a="http://schemas.openxmlformats.org/drawingml/2006/main" r:embed="R57ad5998c0154e85"/>
          <a:stretch xmlns:a="http://schemas.openxmlformats.org/drawingml/2006/main"/>
        </p:blipFill>
        <p:spPr>
          <a:xfrm xmlns:a="http://schemas.openxmlformats.org/drawingml/2006/main">
            <a:off x="9153525" y="801540"/>
            <a:ext cx="2428875" cy="526444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0A76852-6723-4351-B113-F82158D40EA8}"/>
              </a:ext>
            </a:extLst>
          </p:cNvPr>
          <p:cNvSpPr>
            <a:spLocks xmlns:a="http://schemas.openxmlformats.org/drawingml/2006/main" noGrp="1"/>
          </p:cNvSpPr>
          <p:nvPr/>
        </p:nvSpPr>
        <p:spPr>
          <a:xfrm xmlns:a="http://schemas.openxmlformats.org/drawingml/2006/main">
            <a:off x="6524625" y="619125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1D1CA"/>
                </a:solidFill>
                <a:latin typeface="Arial"/>
                <a:ea typeface="Arial"/>
                <a:cs typeface="Arial"/>
              </a:defRPr>
            </a:defPPr>
            <a:lvl1pPr>
              <a:defRPr sz="1200" b="0">
                <a:solidFill>
                  <a:srgbClr val="C1D1CA"/>
                </a:solidFill>
                <a:latin typeface="Arial"/>
                <a:ea typeface="Arial"/>
                <a:cs typeface="Arial"/>
              </a:defRPr>
            </a:lvl1pPr>
            <a:lvl2pPr>
              <a:defRPr sz="1200" b="0">
                <a:solidFill>
                  <a:srgbClr val="C1D1CA"/>
                </a:solidFill>
                <a:latin typeface="Arial"/>
                <a:ea typeface="Arial"/>
                <a:cs typeface="Arial"/>
              </a:defRPr>
            </a:lvl2pPr>
            <a:lvl3pPr>
              <a:defRPr sz="1200" b="0">
                <a:solidFill>
                  <a:srgbClr val="C1D1CA"/>
                </a:solidFill>
                <a:latin typeface="Arial"/>
                <a:ea typeface="Arial"/>
                <a:cs typeface="Arial"/>
              </a:defRPr>
            </a:lvl3pPr>
            <a:lvl4pPr>
              <a:defRPr sz="1200" b="0">
                <a:solidFill>
                  <a:srgbClr val="C1D1CA"/>
                </a:solidFill>
                <a:latin typeface="Arial"/>
                <a:ea typeface="Arial"/>
                <a:cs typeface="Arial"/>
              </a:defRPr>
            </a:lvl4pPr>
            <a:lvl5pPr>
              <a:defRPr sz="1200" b="0">
                <a:solidFill>
                  <a:srgbClr val="C1D1CA"/>
                </a:solidFill>
                <a:latin typeface="Arial"/>
                <a:ea typeface="Arial"/>
                <a:cs typeface="Arial"/>
              </a:defRPr>
            </a:lvl5pPr>
            <a:lvl6pPr>
              <a:defRPr sz="1200" b="0">
                <a:solidFill>
                  <a:srgbClr val="C1D1CA"/>
                </a:solidFill>
                <a:latin typeface="Arial"/>
                <a:ea typeface="Arial"/>
                <a:cs typeface="Arial"/>
              </a:defRPr>
            </a:lvl6pPr>
            <a:lvl7pPr>
              <a:defRPr sz="1200" b="0">
                <a:solidFill>
                  <a:srgbClr val="C1D1CA"/>
                </a:solidFill>
                <a:latin typeface="Arial"/>
                <a:ea typeface="Arial"/>
                <a:cs typeface="Arial"/>
              </a:defRPr>
            </a:lvl7pPr>
            <a:lvl8pPr>
              <a:defRPr sz="1200" b="0">
                <a:solidFill>
                  <a:srgbClr val="C1D1CA"/>
                </a:solidFill>
                <a:latin typeface="Arial"/>
                <a:ea typeface="Arial"/>
                <a:cs typeface="Arial"/>
              </a:defRPr>
            </a:lvl8pPr>
            <a:lvl9pPr>
              <a:defRPr sz="1200" b="0">
                <a:solidFill>
                  <a:srgbClr val="C1D1CA"/>
                </a:solidFill>
                <a:latin typeface="Arial"/>
                <a:ea typeface="Arial"/>
                <a:cs typeface="Arial"/>
              </a:defRPr>
            </a:lvl9pPr>
          </a:lstStyle>
          <a:p xmlns:a="http://schemas.openxmlformats.org/drawingml/2006/main">
            <a:pPr>
              <a:defRPr sz="1200" b="0">
                <a:solidFill>
                  <a:srgbClr val="C1D1CA"/>
                </a:solidFill>
                <a:latin typeface="Arial"/>
                <a:ea typeface="Arial"/>
                <a:cs typeface="Arial"/>
              </a:defRPr>
            </a:pPr>
            <a:r>
              <a:rPr sz="1200" b="0">
                <a:solidFill>
                  <a:srgbClr val="C1D1CA"/>
                </a:solidFill>
                <a:latin typeface="Arial"/>
                <a:ea typeface="Arial"/>
                <a:cs typeface="Arial"/>
              </a:rPr>
              <a:t>MapLibre + OpenFreeMap. Внутри приложения нет линии пути по улицам.</a:t>
            </a:r>
          </a:p>
        </p:txBody>
      </p:sp>
    </p:spTree>
    <p:extLst>
      <p:ext uri="{BB962C8B-B14F-4D97-AF65-F5344CB8AC3E}">
        <p14:creationId xmlns:p14="http://schemas.microsoft.com/office/powerpoint/2010/main" val="1361407505"/>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2D0963-4A16-4D0E-9161-54D699C03C30}"/>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40833F14-3961-4E67-B64C-808C64996FBA}"/>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591D3C4-D2C9-4B8D-83DF-33F81BAD32BB}"/>
              </a:ext>
            </a:extLst>
          </p:cNvPr>
          <p:cNvSpPr>
            <a:spLocks xmlns:a="http://schemas.openxmlformats.org/drawingml/2006/main" noGrp="1"/>
          </p:cNvSpPr>
          <p:nvPr/>
        </p:nvSpPr>
        <p:spPr>
          <a:xfrm xmlns:a="http://schemas.openxmlformats.org/drawingml/2006/main">
            <a:off x="609600" y="95250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Поиск в привычном чате</a:t>
            </a:r>
          </a:p>
        </p:txBody>
      </p:sp>
      <p:sp>
        <p:nvSpPr>
          <p:cNvPr id="4" name="">
            <a:extLst xmlns:a="http://schemas.openxmlformats.org/drawingml/2006/main">
              <a:ext uri="{FF2B5EF4-FFF2-40B4-BE49-F238E27FC236}">
                <a16:creationId xmlns:a16="http://schemas.microsoft.com/office/drawing/2014/main" id="{0DC11E2B-5EA4-4C89-8A0D-E7A7F22A5010}"/>
              </a:ext>
            </a:extLst>
          </p:cNvPr>
          <p:cNvSpPr>
            <a:spLocks xmlns:a="http://schemas.openxmlformats.org/drawingml/2006/main" noGrp="1"/>
          </p:cNvSpPr>
          <p:nvPr/>
        </p:nvSpPr>
        <p:spPr>
          <a:xfrm xmlns:a="http://schemas.openxmlformats.org/drawingml/2006/main">
            <a:off x="638175" y="276225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6E5D"/>
                </a:solidFill>
                <a:latin typeface="Arial"/>
                <a:ea typeface="Arial"/>
                <a:cs typeface="Arial"/>
              </a:defRPr>
            </a:defPPr>
            <a:lvl1pPr>
              <a:defRPr sz="2325" b="1">
                <a:solidFill>
                  <a:srgbClr val="0B6E5D"/>
                </a:solidFill>
                <a:latin typeface="Arial"/>
                <a:ea typeface="Arial"/>
                <a:cs typeface="Arial"/>
              </a:defRPr>
            </a:lvl1pPr>
            <a:lvl2pPr>
              <a:defRPr sz="2325" b="1">
                <a:solidFill>
                  <a:srgbClr val="0B6E5D"/>
                </a:solidFill>
                <a:latin typeface="Arial"/>
                <a:ea typeface="Arial"/>
                <a:cs typeface="Arial"/>
              </a:defRPr>
            </a:lvl2pPr>
            <a:lvl3pPr>
              <a:defRPr sz="2325" b="1">
                <a:solidFill>
                  <a:srgbClr val="0B6E5D"/>
                </a:solidFill>
                <a:latin typeface="Arial"/>
                <a:ea typeface="Arial"/>
                <a:cs typeface="Arial"/>
              </a:defRPr>
            </a:lvl3pPr>
            <a:lvl4pPr>
              <a:defRPr sz="2325" b="1">
                <a:solidFill>
                  <a:srgbClr val="0B6E5D"/>
                </a:solidFill>
                <a:latin typeface="Arial"/>
                <a:ea typeface="Arial"/>
                <a:cs typeface="Arial"/>
              </a:defRPr>
            </a:lvl4pPr>
            <a:lvl5pPr>
              <a:defRPr sz="2325" b="1">
                <a:solidFill>
                  <a:srgbClr val="0B6E5D"/>
                </a:solidFill>
                <a:latin typeface="Arial"/>
                <a:ea typeface="Arial"/>
                <a:cs typeface="Arial"/>
              </a:defRPr>
            </a:lvl5pPr>
            <a:lvl6pPr>
              <a:defRPr sz="2325" b="1">
                <a:solidFill>
                  <a:srgbClr val="0B6E5D"/>
                </a:solidFill>
                <a:latin typeface="Arial"/>
                <a:ea typeface="Arial"/>
                <a:cs typeface="Arial"/>
              </a:defRPr>
            </a:lvl6pPr>
            <a:lvl7pPr>
              <a:defRPr sz="2325" b="1">
                <a:solidFill>
                  <a:srgbClr val="0B6E5D"/>
                </a:solidFill>
                <a:latin typeface="Arial"/>
                <a:ea typeface="Arial"/>
                <a:cs typeface="Arial"/>
              </a:defRPr>
            </a:lvl7pPr>
            <a:lvl8pPr>
              <a:defRPr sz="2325" b="1">
                <a:solidFill>
                  <a:srgbClr val="0B6E5D"/>
                </a:solidFill>
                <a:latin typeface="Arial"/>
                <a:ea typeface="Arial"/>
                <a:cs typeface="Arial"/>
              </a:defRPr>
            </a:lvl8pPr>
            <a:lvl9pPr>
              <a:defRPr sz="2325" b="1">
                <a:solidFill>
                  <a:srgbClr val="0B6E5D"/>
                </a:solidFill>
                <a:latin typeface="Arial"/>
                <a:ea typeface="Arial"/>
                <a:cs typeface="Arial"/>
              </a:defRPr>
            </a:lvl9pPr>
          </a:lstStyle>
          <a:p xmlns:a="http://schemas.openxmlformats.org/drawingml/2006/main">
            <a:pPr>
              <a:defRPr sz="2325" b="1">
                <a:solidFill>
                  <a:srgbClr val="0B6E5D"/>
                </a:solidFill>
                <a:latin typeface="Arial"/>
                <a:ea typeface="Arial"/>
                <a:cs typeface="Arial"/>
              </a:defRPr>
            </a:pPr>
            <a:r>
              <a:rPr sz="2325" b="1">
                <a:solidFill>
                  <a:srgbClr val="0B6E5D"/>
                </a:solidFill>
                <a:latin typeface="Arial"/>
                <a:ea typeface="Arial"/>
                <a:cs typeface="Arial"/>
              </a:rPr>
              <a:t>«События»</a:t>
            </a:r>
          </a:p>
          <a:p xmlns:a="http://schemas.openxmlformats.org/drawingml/2006/main">
            <a:pPr>
              <a:defRPr sz="2325" b="1">
                <a:solidFill>
                  <a:srgbClr val="0B6E5D"/>
                </a:solidFill>
                <a:latin typeface="Arial"/>
                <a:ea typeface="Arial"/>
                <a:cs typeface="Arial"/>
              </a:defRPr>
            </a:pPr>
            <a:r>
              <a:rPr sz="2325" b="1">
                <a:solidFill>
                  <a:srgbClr val="0B6E5D"/>
                </a:solidFill>
                <a:latin typeface="Arial"/>
                <a:ea typeface="Arial"/>
                <a:cs typeface="Arial"/>
              </a:rPr>
              <a:t>Карточки прямо в ответе</a:t>
            </a:r>
          </a:p>
        </p:txBody>
      </p:sp>
      <p:sp>
        <p:nvSpPr>
          <p:cNvPr id="5" name="">
            <a:extLst xmlns:a="http://schemas.openxmlformats.org/drawingml/2006/main">
              <a:ext uri="{FF2B5EF4-FFF2-40B4-BE49-F238E27FC236}">
                <a16:creationId xmlns:a16="http://schemas.microsoft.com/office/drawing/2014/main" id="{0A6911EB-B951-4243-8F4B-316BC22F9857}"/>
              </a:ext>
            </a:extLst>
          </p:cNvPr>
          <p:cNvSpPr>
            <a:spLocks xmlns:a="http://schemas.openxmlformats.org/drawingml/2006/main" noGrp="1"/>
          </p:cNvSpPr>
          <p:nvPr/>
        </p:nvSpPr>
        <p:spPr>
          <a:xfrm xmlns:a="http://schemas.openxmlformats.org/drawingml/2006/main">
            <a:off x="638175" y="4095750"/>
            <a:ext cx="5572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Помощник находит места и события.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В ответе появляются карточки</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и ссылки для следующего шага.</a:t>
            </a:r>
          </a:p>
        </p:txBody>
      </p:sp>
      <p:sp>
        <p:nvSpPr>
          <p:cNvPr id="6" name="">
            <a:extLst xmlns:a="http://schemas.openxmlformats.org/drawingml/2006/main">
              <a:ext uri="{FF2B5EF4-FFF2-40B4-BE49-F238E27FC236}">
                <a16:creationId xmlns:a16="http://schemas.microsoft.com/office/drawing/2014/main" id="{A9C5E445-ECF7-40EA-AB23-AF5675E14BCB}"/>
              </a:ext>
            </a:extLst>
          </p:cNvPr>
          <p:cNvSpPr>
            <a:spLocks xmlns:a="http://schemas.openxmlformats.org/drawingml/2006/main" noGrp="1"/>
          </p:cNvSpPr>
          <p:nvPr/>
        </p:nvSpPr>
        <p:spPr>
          <a:xfrm xmlns:a="http://schemas.openxmlformats.org/drawingml/2006/main">
            <a:off x="638175" y="55721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02B25"/>
                </a:solidFill>
                <a:latin typeface="Arial"/>
                <a:ea typeface="Arial"/>
                <a:cs typeface="Arial"/>
              </a:defRPr>
            </a:defPPr>
            <a:lvl1pPr>
              <a:defRPr sz="1800" b="1">
                <a:solidFill>
                  <a:srgbClr val="102B25"/>
                </a:solidFill>
                <a:latin typeface="Arial"/>
                <a:ea typeface="Arial"/>
                <a:cs typeface="Arial"/>
              </a:defRPr>
            </a:lvl1pPr>
            <a:lvl2pPr>
              <a:defRPr sz="1800" b="1">
                <a:solidFill>
                  <a:srgbClr val="102B25"/>
                </a:solidFill>
                <a:latin typeface="Arial"/>
                <a:ea typeface="Arial"/>
                <a:cs typeface="Arial"/>
              </a:defRPr>
            </a:lvl2pPr>
            <a:lvl3pPr>
              <a:defRPr sz="1800" b="1">
                <a:solidFill>
                  <a:srgbClr val="102B25"/>
                </a:solidFill>
                <a:latin typeface="Arial"/>
                <a:ea typeface="Arial"/>
                <a:cs typeface="Arial"/>
              </a:defRPr>
            </a:lvl3pPr>
            <a:lvl4pPr>
              <a:defRPr sz="1800" b="1">
                <a:solidFill>
                  <a:srgbClr val="102B25"/>
                </a:solidFill>
                <a:latin typeface="Arial"/>
                <a:ea typeface="Arial"/>
                <a:cs typeface="Arial"/>
              </a:defRPr>
            </a:lvl4pPr>
            <a:lvl5pPr>
              <a:defRPr sz="1800" b="1">
                <a:solidFill>
                  <a:srgbClr val="102B25"/>
                </a:solidFill>
                <a:latin typeface="Arial"/>
                <a:ea typeface="Arial"/>
                <a:cs typeface="Arial"/>
              </a:defRPr>
            </a:lvl5pPr>
            <a:lvl6pPr>
              <a:defRPr sz="1800" b="1">
                <a:solidFill>
                  <a:srgbClr val="102B25"/>
                </a:solidFill>
                <a:latin typeface="Arial"/>
                <a:ea typeface="Arial"/>
                <a:cs typeface="Arial"/>
              </a:defRPr>
            </a:lvl6pPr>
            <a:lvl7pPr>
              <a:defRPr sz="1800" b="1">
                <a:solidFill>
                  <a:srgbClr val="102B25"/>
                </a:solidFill>
                <a:latin typeface="Arial"/>
                <a:ea typeface="Arial"/>
                <a:cs typeface="Arial"/>
              </a:defRPr>
            </a:lvl7pPr>
            <a:lvl8pPr>
              <a:defRPr sz="1800" b="1">
                <a:solidFill>
                  <a:srgbClr val="102B25"/>
                </a:solidFill>
                <a:latin typeface="Arial"/>
                <a:ea typeface="Arial"/>
                <a:cs typeface="Arial"/>
              </a:defRPr>
            </a:lvl8pPr>
            <a:lvl9pPr>
              <a:defRPr sz="1800" b="1">
                <a:solidFill>
                  <a:srgbClr val="102B25"/>
                </a:solidFill>
                <a:latin typeface="Arial"/>
                <a:ea typeface="Arial"/>
                <a:cs typeface="Arial"/>
              </a:defRPr>
            </a:lvl9pPr>
          </a:lstStyle>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Сейчас ответы формируют правила.</a:t>
            </a:r>
          </a:p>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Публичная генерация AI выключена.</a:t>
            </a:r>
          </a:p>
        </p:txBody>
      </p:sp>
      <p:pic>
        <p:nvPicPr>
          <p:cNvPr id="7" name="">
            <a:extLst xmlns:a="http://schemas.openxmlformats.org/drawingml/2006/main">
              <a:ext uri="{FF2B5EF4-FFF2-40B4-BE49-F238E27FC236}">
                <a16:creationId xmlns:a16="http://schemas.microsoft.com/office/drawing/2014/main" id="{E1912E3A-1158-4474-8401-A8830701CE4F}"/>
              </a:ext>
            </a:extLst>
          </p:cNvPr>
          <p:cNvPicPr>
            <a:picLocks xmlns:a="http://schemas.openxmlformats.org/drawingml/2006/main" noChangeAspect="1"/>
          </p:cNvPicPr>
          <p:nvPr/>
        </p:nvPicPr>
        <p:blipFill>
          <a:blip xmlns:r="http://schemas.openxmlformats.org/officeDocument/2006/relationships" xmlns:a="http://schemas.openxmlformats.org/drawingml/2006/main" r:embed="Ra218bc03d0a948cb"/>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44666C-3AF8-4E32-9851-31E7BBB44D44}"/>
              </a:ext>
            </a:extLst>
          </p:cNvPr>
          <p:cNvSpPr>
            <a:spLocks xmlns:a="http://schemas.openxmlformats.org/drawingml/2006/main" noGrp="1"/>
          </p:cNvSpPr>
          <p:nvPr/>
        </p:nvSpPr>
        <p:spPr>
          <a:xfrm xmlns:a="http://schemas.openxmlformats.org/drawingml/2006/main">
            <a:off x="7639050" y="64198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Работающий чат локальной версии</a:t>
            </a:r>
          </a:p>
        </p:txBody>
      </p:sp>
    </p:spTree>
    <p:extLst>
      <p:ext uri="{BB962C8B-B14F-4D97-AF65-F5344CB8AC3E}">
        <p14:creationId xmlns:p14="http://schemas.microsoft.com/office/powerpoint/2010/main" val="930325599"/>
      </p:ext>
    </p:extLst>
  </p:cSld>
</p:sld>
</file>

<file path=ppt/slides/slide7.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7278A6-53C2-4013-8F2B-6A16C5A565CA}"/>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4F8781EE-C522-400B-9EB9-D2567BFC367E}"/>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E365C90-2A21-4729-A3D6-FF5FC0F5B588}"/>
              </a:ext>
            </a:extLst>
          </p:cNvPr>
          <p:cNvSpPr>
            <a:spLocks xmlns:a="http://schemas.openxmlformats.org/drawingml/2006/main" noGrp="1"/>
          </p:cNvSpPr>
          <p:nvPr/>
        </p:nvSpPr>
        <p:spPr>
          <a:xfrm xmlns:a="http://schemas.openxmlformats.org/drawingml/2006/main">
            <a:off x="609600" y="9525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Данные, проверка и объяснение</a:t>
            </a:r>
          </a:p>
        </p:txBody>
      </p:sp>
      <p:sp>
        <p:nvSpPr>
          <p:cNvPr id="4" name="">
            <a:extLst xmlns:a="http://schemas.openxmlformats.org/drawingml/2006/main">
              <a:ext uri="{FF2B5EF4-FFF2-40B4-BE49-F238E27FC236}">
                <a16:creationId xmlns:a16="http://schemas.microsoft.com/office/drawing/2014/main" id="{7D1980FD-355A-4CCA-BF88-BBDC8BEA56DA}"/>
              </a:ext>
            </a:extLst>
          </p:cNvPr>
          <p:cNvSpPr>
            <a:spLocks xmlns:a="http://schemas.openxmlformats.org/drawingml/2006/main" noGrp="1"/>
          </p:cNvSpPr>
          <p:nvPr/>
        </p:nvSpPr>
        <p:spPr>
          <a:xfrm xmlns:a="http://schemas.openxmlformats.org/drawingml/2006/main">
            <a:off x="609600" y="26193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1BBEAED-28E8-4D81-A68F-0D4C2151D6C3}"/>
              </a:ext>
            </a:extLst>
          </p:cNvPr>
          <p:cNvSpPr>
            <a:spLocks xmlns:a="http://schemas.openxmlformats.org/drawingml/2006/main" noGrp="1"/>
          </p:cNvSpPr>
          <p:nvPr/>
        </p:nvSpPr>
        <p:spPr>
          <a:xfrm xmlns:a="http://schemas.openxmlformats.org/drawingml/2006/main">
            <a:off x="1409700" y="261937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Поиск по городской базе</a:t>
            </a:r>
          </a:p>
        </p:txBody>
      </p:sp>
      <p:sp>
        <p:nvSpPr>
          <p:cNvPr id="6" name="">
            <a:extLst xmlns:a="http://schemas.openxmlformats.org/drawingml/2006/main">
              <a:ext uri="{FF2B5EF4-FFF2-40B4-BE49-F238E27FC236}">
                <a16:creationId xmlns:a16="http://schemas.microsoft.com/office/drawing/2014/main" id="{EEBABAE4-42A9-4B38-8A8C-A4E58A6074FB}"/>
              </a:ext>
            </a:extLst>
          </p:cNvPr>
          <p:cNvSpPr>
            <a:spLocks xmlns:a="http://schemas.openxmlformats.org/drawingml/2006/main" noGrp="1"/>
          </p:cNvSpPr>
          <p:nvPr/>
        </p:nvSpPr>
        <p:spPr>
          <a:xfrm xmlns:a="http://schemas.openxmlformats.org/drawingml/2006/main">
            <a:off x="1409700" y="307657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Места и события с проверяемыми полями.</a:t>
            </a:r>
          </a:p>
        </p:txBody>
      </p:sp>
      <p:sp>
        <p:nvSpPr>
          <p:cNvPr id="7" name="">
            <a:extLst xmlns:a="http://schemas.openxmlformats.org/drawingml/2006/main">
              <a:ext uri="{FF2B5EF4-FFF2-40B4-BE49-F238E27FC236}">
                <a16:creationId xmlns:a16="http://schemas.microsoft.com/office/drawing/2014/main" id="{5733470E-7F21-451C-BC40-7C9A22879A1A}"/>
              </a:ext>
            </a:extLst>
          </p:cNvPr>
          <p:cNvSpPr>
            <a:spLocks xmlns:a="http://schemas.openxmlformats.org/drawingml/2006/main" noGrp="1"/>
          </p:cNvSpPr>
          <p:nvPr/>
        </p:nvSpPr>
        <p:spPr>
          <a:xfrm xmlns:a="http://schemas.openxmlformats.org/drawingml/2006/main">
            <a:off x="609600" y="385762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AA557F5-9CFF-49D1-82E3-FDF930BA7601}"/>
              </a:ext>
            </a:extLst>
          </p:cNvPr>
          <p:cNvSpPr>
            <a:spLocks xmlns:a="http://schemas.openxmlformats.org/drawingml/2006/main" noGrp="1"/>
          </p:cNvSpPr>
          <p:nvPr/>
        </p:nvSpPr>
        <p:spPr>
          <a:xfrm xmlns:a="http://schemas.openxmlformats.org/drawingml/2006/main">
            <a:off x="1409700" y="385762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Проверка условий кодом</a:t>
            </a:r>
          </a:p>
        </p:txBody>
      </p:sp>
      <p:sp>
        <p:nvSpPr>
          <p:cNvPr id="9" name="">
            <a:extLst xmlns:a="http://schemas.openxmlformats.org/drawingml/2006/main">
              <a:ext uri="{FF2B5EF4-FFF2-40B4-BE49-F238E27FC236}">
                <a16:creationId xmlns:a16="http://schemas.microsoft.com/office/drawing/2014/main" id="{57DF4FB4-2CA8-41C8-A01E-7195DF74EA40}"/>
              </a:ext>
            </a:extLst>
          </p:cNvPr>
          <p:cNvSpPr>
            <a:spLocks xmlns:a="http://schemas.openxmlformats.org/drawingml/2006/main" noGrp="1"/>
          </p:cNvSpPr>
          <p:nvPr/>
        </p:nvSpPr>
        <p:spPr>
          <a:xfrm xmlns:a="http://schemas.openxmlformats.org/drawingml/2006/main">
            <a:off x="1409700" y="431482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Время, бюджет и дата ограничивают выдачу.</a:t>
            </a:r>
          </a:p>
        </p:txBody>
      </p:sp>
      <p:sp>
        <p:nvSpPr>
          <p:cNvPr id="10" name="">
            <a:extLst xmlns:a="http://schemas.openxmlformats.org/drawingml/2006/main">
              <a:ext uri="{FF2B5EF4-FFF2-40B4-BE49-F238E27FC236}">
                <a16:creationId xmlns:a16="http://schemas.microsoft.com/office/drawing/2014/main" id="{9A8CA9A5-25CC-4D0C-9D9B-2438A8CB8CCE}"/>
              </a:ext>
            </a:extLst>
          </p:cNvPr>
          <p:cNvSpPr>
            <a:spLocks xmlns:a="http://schemas.openxmlformats.org/drawingml/2006/main" noGrp="1"/>
          </p:cNvSpPr>
          <p:nvPr/>
        </p:nvSpPr>
        <p:spPr>
          <a:xfrm xmlns:a="http://schemas.openxmlformats.org/drawingml/2006/main">
            <a:off x="609600" y="50958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FFC55"/>
                </a:solidFill>
                <a:latin typeface="Arial"/>
                <a:ea typeface="Arial"/>
                <a:cs typeface="Arial"/>
              </a:defRPr>
            </a:defPPr>
            <a:lvl1pPr>
              <a:defRPr sz="2025" b="1">
                <a:solidFill>
                  <a:srgbClr val="CFFC55"/>
                </a:solidFill>
                <a:latin typeface="Arial"/>
                <a:ea typeface="Arial"/>
                <a:cs typeface="Arial"/>
              </a:defRPr>
            </a:lvl1pPr>
            <a:lvl2pPr>
              <a:defRPr sz="2025" b="1">
                <a:solidFill>
                  <a:srgbClr val="CFFC55"/>
                </a:solidFill>
                <a:latin typeface="Arial"/>
                <a:ea typeface="Arial"/>
                <a:cs typeface="Arial"/>
              </a:defRPr>
            </a:lvl2pPr>
            <a:lvl3pPr>
              <a:defRPr sz="2025" b="1">
                <a:solidFill>
                  <a:srgbClr val="CFFC55"/>
                </a:solidFill>
                <a:latin typeface="Arial"/>
                <a:ea typeface="Arial"/>
                <a:cs typeface="Arial"/>
              </a:defRPr>
            </a:lvl3pPr>
            <a:lvl4pPr>
              <a:defRPr sz="2025" b="1">
                <a:solidFill>
                  <a:srgbClr val="CFFC55"/>
                </a:solidFill>
                <a:latin typeface="Arial"/>
                <a:ea typeface="Arial"/>
                <a:cs typeface="Arial"/>
              </a:defRPr>
            </a:lvl4pPr>
            <a:lvl5pPr>
              <a:defRPr sz="2025" b="1">
                <a:solidFill>
                  <a:srgbClr val="CFFC55"/>
                </a:solidFill>
                <a:latin typeface="Arial"/>
                <a:ea typeface="Arial"/>
                <a:cs typeface="Arial"/>
              </a:defRPr>
            </a:lvl5pPr>
            <a:lvl6pPr>
              <a:defRPr sz="2025" b="1">
                <a:solidFill>
                  <a:srgbClr val="CFFC55"/>
                </a:solidFill>
                <a:latin typeface="Arial"/>
                <a:ea typeface="Arial"/>
                <a:cs typeface="Arial"/>
              </a:defRPr>
            </a:lvl6pPr>
            <a:lvl7pPr>
              <a:defRPr sz="2025" b="1">
                <a:solidFill>
                  <a:srgbClr val="CFFC55"/>
                </a:solidFill>
                <a:latin typeface="Arial"/>
                <a:ea typeface="Arial"/>
                <a:cs typeface="Arial"/>
              </a:defRPr>
            </a:lvl7pPr>
            <a:lvl8pPr>
              <a:defRPr sz="2025" b="1">
                <a:solidFill>
                  <a:srgbClr val="CFFC55"/>
                </a:solidFill>
                <a:latin typeface="Arial"/>
                <a:ea typeface="Arial"/>
                <a:cs typeface="Arial"/>
              </a:defRPr>
            </a:lvl8pPr>
            <a:lvl9pPr>
              <a:defRPr sz="2025" b="1">
                <a:solidFill>
                  <a:srgbClr val="CFFC55"/>
                </a:solidFill>
                <a:latin typeface="Arial"/>
                <a:ea typeface="Arial"/>
                <a:cs typeface="Arial"/>
              </a:defRPr>
            </a:lvl9pPr>
          </a:lstStyle>
          <a:p xmlns:a="http://schemas.openxmlformats.org/drawingml/2006/main">
            <a:pPr>
              <a:defRPr sz="2025" b="1">
                <a:solidFill>
                  <a:srgbClr val="CFFC55"/>
                </a:solidFill>
                <a:latin typeface="Arial"/>
                <a:ea typeface="Arial"/>
                <a:cs typeface="Arial"/>
              </a:defRPr>
            </a:pPr>
            <a:r>
              <a:rPr sz="2025" b="1">
                <a:solidFill>
                  <a:srgbClr val="CFFC55"/>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66D442E-E016-4831-A7FA-DD20A1A75E8E}"/>
              </a:ext>
            </a:extLst>
          </p:cNvPr>
          <p:cNvSpPr>
            <a:spLocks xmlns:a="http://schemas.openxmlformats.org/drawingml/2006/main" noGrp="1"/>
          </p:cNvSpPr>
          <p:nvPr/>
        </p:nvSpPr>
        <p:spPr>
          <a:xfrm xmlns:a="http://schemas.openxmlformats.org/drawingml/2006/main">
            <a:off x="1409700" y="5095875"/>
            <a:ext cx="9677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Понятный ответ</a:t>
            </a:r>
          </a:p>
        </p:txBody>
      </p:sp>
      <p:sp>
        <p:nvSpPr>
          <p:cNvPr id="12" name="">
            <a:extLst xmlns:a="http://schemas.openxmlformats.org/drawingml/2006/main">
              <a:ext uri="{FF2B5EF4-FFF2-40B4-BE49-F238E27FC236}">
                <a16:creationId xmlns:a16="http://schemas.microsoft.com/office/drawing/2014/main" id="{1CBB8FDB-48CD-41CE-9200-91FAB2D7362B}"/>
              </a:ext>
            </a:extLst>
          </p:cNvPr>
          <p:cNvSpPr>
            <a:spLocks xmlns:a="http://schemas.openxmlformats.org/drawingml/2006/main" noGrp="1"/>
          </p:cNvSpPr>
          <p:nvPr/>
        </p:nvSpPr>
        <p:spPr>
          <a:xfrm xmlns:a="http://schemas.openxmlformats.org/drawingml/2006/main">
            <a:off x="1409700" y="5553075"/>
            <a:ext cx="9677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1D1CA"/>
                </a:solidFill>
                <a:latin typeface="Arial"/>
                <a:ea typeface="Arial"/>
                <a:cs typeface="Arial"/>
              </a:defRPr>
            </a:defPPr>
            <a:lvl1pPr>
              <a:defRPr sz="1650" b="0">
                <a:solidFill>
                  <a:srgbClr val="C1D1CA"/>
                </a:solidFill>
                <a:latin typeface="Arial"/>
                <a:ea typeface="Arial"/>
                <a:cs typeface="Arial"/>
              </a:defRPr>
            </a:lvl1pPr>
            <a:lvl2pPr>
              <a:defRPr sz="1650" b="0">
                <a:solidFill>
                  <a:srgbClr val="C1D1CA"/>
                </a:solidFill>
                <a:latin typeface="Arial"/>
                <a:ea typeface="Arial"/>
                <a:cs typeface="Arial"/>
              </a:defRPr>
            </a:lvl2pPr>
            <a:lvl3pPr>
              <a:defRPr sz="1650" b="0">
                <a:solidFill>
                  <a:srgbClr val="C1D1CA"/>
                </a:solidFill>
                <a:latin typeface="Arial"/>
                <a:ea typeface="Arial"/>
                <a:cs typeface="Arial"/>
              </a:defRPr>
            </a:lvl3pPr>
            <a:lvl4pPr>
              <a:defRPr sz="1650" b="0">
                <a:solidFill>
                  <a:srgbClr val="C1D1CA"/>
                </a:solidFill>
                <a:latin typeface="Arial"/>
                <a:ea typeface="Arial"/>
                <a:cs typeface="Arial"/>
              </a:defRPr>
            </a:lvl4pPr>
            <a:lvl5pPr>
              <a:defRPr sz="1650" b="0">
                <a:solidFill>
                  <a:srgbClr val="C1D1CA"/>
                </a:solidFill>
                <a:latin typeface="Arial"/>
                <a:ea typeface="Arial"/>
                <a:cs typeface="Arial"/>
              </a:defRPr>
            </a:lvl5pPr>
            <a:lvl6pPr>
              <a:defRPr sz="1650" b="0">
                <a:solidFill>
                  <a:srgbClr val="C1D1CA"/>
                </a:solidFill>
                <a:latin typeface="Arial"/>
                <a:ea typeface="Arial"/>
                <a:cs typeface="Arial"/>
              </a:defRPr>
            </a:lvl6pPr>
            <a:lvl7pPr>
              <a:defRPr sz="1650" b="0">
                <a:solidFill>
                  <a:srgbClr val="C1D1CA"/>
                </a:solidFill>
                <a:latin typeface="Arial"/>
                <a:ea typeface="Arial"/>
                <a:cs typeface="Arial"/>
              </a:defRPr>
            </a:lvl7pPr>
            <a:lvl8pPr>
              <a:defRPr sz="1650" b="0">
                <a:solidFill>
                  <a:srgbClr val="C1D1CA"/>
                </a:solidFill>
                <a:latin typeface="Arial"/>
                <a:ea typeface="Arial"/>
                <a:cs typeface="Arial"/>
              </a:defRPr>
            </a:lvl8pPr>
            <a:lvl9pPr>
              <a:defRPr sz="1650" b="0">
                <a:solidFill>
                  <a:srgbClr val="C1D1CA"/>
                </a:solidFill>
                <a:latin typeface="Arial"/>
                <a:ea typeface="Arial"/>
                <a:cs typeface="Arial"/>
              </a:defRPr>
            </a:lvl9pPr>
          </a:lstStyle>
          <a:p xmlns:a="http://schemas.openxmlformats.org/drawingml/2006/main">
            <a:pPr>
              <a:defRPr sz="1650" b="0">
                <a:solidFill>
                  <a:srgbClr val="C1D1CA"/>
                </a:solidFill>
                <a:latin typeface="Arial"/>
                <a:ea typeface="Arial"/>
                <a:cs typeface="Arial"/>
              </a:defRPr>
            </a:pPr>
            <a:r>
              <a:rPr sz="1650" b="0">
                <a:solidFill>
                  <a:srgbClr val="C1D1CA"/>
                </a:solidFill>
                <a:latin typeface="Arial"/>
                <a:ea typeface="Arial"/>
                <a:cs typeface="Arial"/>
              </a:rPr>
              <a:t>В приложении отвечают правила. Модель проходит отдельный тест.</a:t>
            </a:r>
          </a:p>
        </p:txBody>
      </p:sp>
      <p:sp>
        <p:nvSpPr>
          <p:cNvPr id="13" name="">
            <a:extLst xmlns:a="http://schemas.openxmlformats.org/drawingml/2006/main">
              <a:ext uri="{FF2B5EF4-FFF2-40B4-BE49-F238E27FC236}">
                <a16:creationId xmlns:a16="http://schemas.microsoft.com/office/drawing/2014/main" id="{ADD841E3-E1A1-4B25-81EA-BED366D5C72C}"/>
              </a:ext>
            </a:extLst>
          </p:cNvPr>
          <p:cNvSpPr>
            <a:spLocks xmlns:a="http://schemas.openxmlformats.org/drawingml/2006/main" noGrp="1"/>
          </p:cNvSpPr>
          <p:nvPr/>
        </p:nvSpPr>
        <p:spPr>
          <a:xfrm xmlns:a="http://schemas.openxmlformats.org/drawingml/2006/main">
            <a:off x="609600" y="61912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1D1CA"/>
                </a:solidFill>
                <a:latin typeface="Arial"/>
                <a:ea typeface="Arial"/>
                <a:cs typeface="Arial"/>
              </a:defRPr>
            </a:defPPr>
            <a:lvl1pPr>
              <a:defRPr sz="1200" b="0">
                <a:solidFill>
                  <a:srgbClr val="C1D1CA"/>
                </a:solidFill>
                <a:latin typeface="Arial"/>
                <a:ea typeface="Arial"/>
                <a:cs typeface="Arial"/>
              </a:defRPr>
            </a:lvl1pPr>
            <a:lvl2pPr>
              <a:defRPr sz="1200" b="0">
                <a:solidFill>
                  <a:srgbClr val="C1D1CA"/>
                </a:solidFill>
                <a:latin typeface="Arial"/>
                <a:ea typeface="Arial"/>
                <a:cs typeface="Arial"/>
              </a:defRPr>
            </a:lvl2pPr>
            <a:lvl3pPr>
              <a:defRPr sz="1200" b="0">
                <a:solidFill>
                  <a:srgbClr val="C1D1CA"/>
                </a:solidFill>
                <a:latin typeface="Arial"/>
                <a:ea typeface="Arial"/>
                <a:cs typeface="Arial"/>
              </a:defRPr>
            </a:lvl3pPr>
            <a:lvl4pPr>
              <a:defRPr sz="1200" b="0">
                <a:solidFill>
                  <a:srgbClr val="C1D1CA"/>
                </a:solidFill>
                <a:latin typeface="Arial"/>
                <a:ea typeface="Arial"/>
                <a:cs typeface="Arial"/>
              </a:defRPr>
            </a:lvl4pPr>
            <a:lvl5pPr>
              <a:defRPr sz="1200" b="0">
                <a:solidFill>
                  <a:srgbClr val="C1D1CA"/>
                </a:solidFill>
                <a:latin typeface="Arial"/>
                <a:ea typeface="Arial"/>
                <a:cs typeface="Arial"/>
              </a:defRPr>
            </a:lvl5pPr>
            <a:lvl6pPr>
              <a:defRPr sz="1200" b="0">
                <a:solidFill>
                  <a:srgbClr val="C1D1CA"/>
                </a:solidFill>
                <a:latin typeface="Arial"/>
                <a:ea typeface="Arial"/>
                <a:cs typeface="Arial"/>
              </a:defRPr>
            </a:lvl6pPr>
            <a:lvl7pPr>
              <a:defRPr sz="1200" b="0">
                <a:solidFill>
                  <a:srgbClr val="C1D1CA"/>
                </a:solidFill>
                <a:latin typeface="Arial"/>
                <a:ea typeface="Arial"/>
                <a:cs typeface="Arial"/>
              </a:defRPr>
            </a:lvl7pPr>
            <a:lvl8pPr>
              <a:defRPr sz="1200" b="0">
                <a:solidFill>
                  <a:srgbClr val="C1D1CA"/>
                </a:solidFill>
                <a:latin typeface="Arial"/>
                <a:ea typeface="Arial"/>
                <a:cs typeface="Arial"/>
              </a:defRPr>
            </a:lvl8pPr>
            <a:lvl9pPr>
              <a:defRPr sz="1200" b="0">
                <a:solidFill>
                  <a:srgbClr val="C1D1CA"/>
                </a:solidFill>
                <a:latin typeface="Arial"/>
                <a:ea typeface="Arial"/>
                <a:cs typeface="Arial"/>
              </a:defRPr>
            </a:lvl9pPr>
          </a:lstStyle>
          <a:p xmlns:a="http://schemas.openxmlformats.org/drawingml/2006/main">
            <a:pPr>
              <a:defRPr sz="1200" b="0">
                <a:solidFill>
                  <a:srgbClr val="C1D1CA"/>
                </a:solidFill>
                <a:latin typeface="Arial"/>
                <a:ea typeface="Arial"/>
                <a:cs typeface="Arial"/>
              </a:defRPr>
            </a:pPr>
            <a:r>
              <a:rPr sz="1200" b="0">
                <a:solidFill>
                  <a:srgbClr val="C1D1CA"/>
                </a:solidFill>
                <a:latin typeface="Arial"/>
                <a:ea typeface="Arial"/>
                <a:cs typeface="Arial"/>
              </a:rPr>
              <a:t>Локальный тест GPT-5.5 с веб-поиском успешен. Публичные AI-вызовы выключены.</a:t>
            </a:r>
          </a:p>
        </p:txBody>
      </p:sp>
    </p:spTree>
    <p:extLst>
      <p:ext uri="{BB962C8B-B14F-4D97-AF65-F5344CB8AC3E}">
        <p14:creationId xmlns:p14="http://schemas.microsoft.com/office/powerpoint/2010/main" val="1255712856"/>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04543D-F90A-421A-B02A-31C7303C4EF8}"/>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994E8E16-FF97-48EF-801F-3D1D96CE03A9}"/>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A2BEB90-46A1-485A-8E84-7E1D5CF61C82}"/>
              </a:ext>
            </a:extLst>
          </p:cNvPr>
          <p:cNvSpPr>
            <a:spLocks xmlns:a="http://schemas.openxmlformats.org/drawingml/2006/main" noGrp="1"/>
          </p:cNvSpPr>
          <p:nvPr/>
        </p:nvSpPr>
        <p:spPr>
          <a:xfrm xmlns:a="http://schemas.openxmlformats.org/drawingml/2006/main">
            <a:off x="609600" y="9525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02B25"/>
                </a:solidFill>
                <a:latin typeface="Arial"/>
                <a:ea typeface="Arial"/>
                <a:cs typeface="Arial"/>
              </a:defRPr>
            </a:defPPr>
            <a:lvl1pPr>
              <a:defRPr sz="3450" b="1">
                <a:solidFill>
                  <a:srgbClr val="102B25"/>
                </a:solidFill>
                <a:latin typeface="Arial"/>
                <a:ea typeface="Arial"/>
                <a:cs typeface="Arial"/>
              </a:defRPr>
            </a:lvl1pPr>
            <a:lvl2pPr>
              <a:defRPr sz="3450" b="1">
                <a:solidFill>
                  <a:srgbClr val="102B25"/>
                </a:solidFill>
                <a:latin typeface="Arial"/>
                <a:ea typeface="Arial"/>
                <a:cs typeface="Arial"/>
              </a:defRPr>
            </a:lvl2pPr>
            <a:lvl3pPr>
              <a:defRPr sz="3450" b="1">
                <a:solidFill>
                  <a:srgbClr val="102B25"/>
                </a:solidFill>
                <a:latin typeface="Arial"/>
                <a:ea typeface="Arial"/>
                <a:cs typeface="Arial"/>
              </a:defRPr>
            </a:lvl3pPr>
            <a:lvl4pPr>
              <a:defRPr sz="3450" b="1">
                <a:solidFill>
                  <a:srgbClr val="102B25"/>
                </a:solidFill>
                <a:latin typeface="Arial"/>
                <a:ea typeface="Arial"/>
                <a:cs typeface="Arial"/>
              </a:defRPr>
            </a:lvl4pPr>
            <a:lvl5pPr>
              <a:defRPr sz="3450" b="1">
                <a:solidFill>
                  <a:srgbClr val="102B25"/>
                </a:solidFill>
                <a:latin typeface="Arial"/>
                <a:ea typeface="Arial"/>
                <a:cs typeface="Arial"/>
              </a:defRPr>
            </a:lvl5pPr>
            <a:lvl6pPr>
              <a:defRPr sz="3450" b="1">
                <a:solidFill>
                  <a:srgbClr val="102B25"/>
                </a:solidFill>
                <a:latin typeface="Arial"/>
                <a:ea typeface="Arial"/>
                <a:cs typeface="Arial"/>
              </a:defRPr>
            </a:lvl6pPr>
            <a:lvl7pPr>
              <a:defRPr sz="3450" b="1">
                <a:solidFill>
                  <a:srgbClr val="102B25"/>
                </a:solidFill>
                <a:latin typeface="Arial"/>
                <a:ea typeface="Arial"/>
                <a:cs typeface="Arial"/>
              </a:defRPr>
            </a:lvl7pPr>
            <a:lvl8pPr>
              <a:defRPr sz="3450" b="1">
                <a:solidFill>
                  <a:srgbClr val="102B25"/>
                </a:solidFill>
                <a:latin typeface="Arial"/>
                <a:ea typeface="Arial"/>
                <a:cs typeface="Arial"/>
              </a:defRPr>
            </a:lvl8pPr>
            <a:lvl9pPr>
              <a:defRPr sz="3450" b="1">
                <a:solidFill>
                  <a:srgbClr val="102B25"/>
                </a:solidFill>
                <a:latin typeface="Arial"/>
                <a:ea typeface="Arial"/>
                <a:cs typeface="Arial"/>
              </a:defRPr>
            </a:lvl9pPr>
          </a:lstStyle>
          <a:p xmlns:a="http://schemas.openxmlformats.org/drawingml/2006/main">
            <a:pPr>
              <a:defRPr sz="3450" b="1">
                <a:solidFill>
                  <a:srgbClr val="102B25"/>
                </a:solidFill>
                <a:latin typeface="Arial"/>
                <a:ea typeface="Arial"/>
                <a:cs typeface="Arial"/>
              </a:defRPr>
            </a:pPr>
            <a:r>
              <a:rPr sz="3450" b="1">
                <a:solidFill>
                  <a:srgbClr val="102B25"/>
                </a:solidFill>
                <a:latin typeface="Arial"/>
                <a:ea typeface="Arial"/>
                <a:cs typeface="Arial"/>
              </a:rPr>
              <a:t>События из актуальной афиши</a:t>
            </a:r>
          </a:p>
        </p:txBody>
      </p:sp>
      <p:sp>
        <p:nvSpPr>
          <p:cNvPr id="4" name="">
            <a:extLst xmlns:a="http://schemas.openxmlformats.org/drawingml/2006/main">
              <a:ext uri="{FF2B5EF4-FFF2-40B4-BE49-F238E27FC236}">
                <a16:creationId xmlns:a16="http://schemas.microsoft.com/office/drawing/2014/main" id="{A7160C6D-AAFE-4746-BF39-D3EE9602B906}"/>
              </a:ext>
            </a:extLst>
          </p:cNvPr>
          <p:cNvSpPr>
            <a:spLocks xmlns:a="http://schemas.openxmlformats.org/drawingml/2006/main" noGrp="1"/>
          </p:cNvSpPr>
          <p:nvPr/>
        </p:nvSpPr>
        <p:spPr>
          <a:xfrm xmlns:a="http://schemas.openxmlformats.org/drawingml/2006/main">
            <a:off x="609600" y="271462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78D980A-71F5-4FAD-BE9C-02838C4EC617}"/>
              </a:ext>
            </a:extLst>
          </p:cNvPr>
          <p:cNvSpPr>
            <a:spLocks xmlns:a="http://schemas.openxmlformats.org/drawingml/2006/main" noGrp="1"/>
          </p:cNvSpPr>
          <p:nvPr/>
        </p:nvSpPr>
        <p:spPr>
          <a:xfrm xmlns:a="http://schemas.openxmlformats.org/drawingml/2006/main">
            <a:off x="1409700" y="2714625"/>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Sxodim для Астаны</a:t>
            </a:r>
          </a:p>
        </p:txBody>
      </p:sp>
      <p:sp>
        <p:nvSpPr>
          <p:cNvPr id="6" name="">
            <a:extLst xmlns:a="http://schemas.openxmlformats.org/drawingml/2006/main">
              <a:ext uri="{FF2B5EF4-FFF2-40B4-BE49-F238E27FC236}">
                <a16:creationId xmlns:a16="http://schemas.microsoft.com/office/drawing/2014/main" id="{E973F1FA-54FF-4487-9EF1-8F32F2346CA1}"/>
              </a:ext>
            </a:extLst>
          </p:cNvPr>
          <p:cNvSpPr>
            <a:spLocks xmlns:a="http://schemas.openxmlformats.org/drawingml/2006/main" noGrp="1"/>
          </p:cNvSpPr>
          <p:nvPr/>
        </p:nvSpPr>
        <p:spPr>
          <a:xfrm xmlns:a="http://schemas.openxmlformats.org/drawingml/2006/main">
            <a:off x="1409700" y="3171825"/>
            <a:ext cx="5391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Факты о событиях приходят по HTTP.</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Ссылка ведёт на первоисточник.</a:t>
            </a:r>
          </a:p>
        </p:txBody>
      </p:sp>
      <p:sp>
        <p:nvSpPr>
          <p:cNvPr id="7" name="">
            <a:extLst xmlns:a="http://schemas.openxmlformats.org/drawingml/2006/main">
              <a:ext uri="{FF2B5EF4-FFF2-40B4-BE49-F238E27FC236}">
                <a16:creationId xmlns:a16="http://schemas.microsoft.com/office/drawing/2014/main" id="{7030381E-3690-4984-9CE2-864CFAFDB701}"/>
              </a:ext>
            </a:extLst>
          </p:cNvPr>
          <p:cNvSpPr>
            <a:spLocks xmlns:a="http://schemas.openxmlformats.org/drawingml/2006/main" noGrp="1"/>
          </p:cNvSpPr>
          <p:nvPr/>
        </p:nvSpPr>
        <p:spPr>
          <a:xfrm xmlns:a="http://schemas.openxmlformats.org/drawingml/2006/main">
            <a:off x="609600" y="4333875"/>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E5D"/>
                </a:solidFill>
                <a:latin typeface="Arial"/>
                <a:ea typeface="Arial"/>
                <a:cs typeface="Arial"/>
              </a:defRPr>
            </a:defPPr>
            <a:lvl1pPr>
              <a:defRPr sz="2025" b="1">
                <a:solidFill>
                  <a:srgbClr val="0B6E5D"/>
                </a:solidFill>
                <a:latin typeface="Arial"/>
                <a:ea typeface="Arial"/>
                <a:cs typeface="Arial"/>
              </a:defRPr>
            </a:lvl1pPr>
            <a:lvl2pPr>
              <a:defRPr sz="2025" b="1">
                <a:solidFill>
                  <a:srgbClr val="0B6E5D"/>
                </a:solidFill>
                <a:latin typeface="Arial"/>
                <a:ea typeface="Arial"/>
                <a:cs typeface="Arial"/>
              </a:defRPr>
            </a:lvl2pPr>
            <a:lvl3pPr>
              <a:defRPr sz="2025" b="1">
                <a:solidFill>
                  <a:srgbClr val="0B6E5D"/>
                </a:solidFill>
                <a:latin typeface="Arial"/>
                <a:ea typeface="Arial"/>
                <a:cs typeface="Arial"/>
              </a:defRPr>
            </a:lvl3pPr>
            <a:lvl4pPr>
              <a:defRPr sz="2025" b="1">
                <a:solidFill>
                  <a:srgbClr val="0B6E5D"/>
                </a:solidFill>
                <a:latin typeface="Arial"/>
                <a:ea typeface="Arial"/>
                <a:cs typeface="Arial"/>
              </a:defRPr>
            </a:lvl4pPr>
            <a:lvl5pPr>
              <a:defRPr sz="2025" b="1">
                <a:solidFill>
                  <a:srgbClr val="0B6E5D"/>
                </a:solidFill>
                <a:latin typeface="Arial"/>
                <a:ea typeface="Arial"/>
                <a:cs typeface="Arial"/>
              </a:defRPr>
            </a:lvl5pPr>
            <a:lvl6pPr>
              <a:defRPr sz="2025" b="1">
                <a:solidFill>
                  <a:srgbClr val="0B6E5D"/>
                </a:solidFill>
                <a:latin typeface="Arial"/>
                <a:ea typeface="Arial"/>
                <a:cs typeface="Arial"/>
              </a:defRPr>
            </a:lvl6pPr>
            <a:lvl7pPr>
              <a:defRPr sz="2025" b="1">
                <a:solidFill>
                  <a:srgbClr val="0B6E5D"/>
                </a:solidFill>
                <a:latin typeface="Arial"/>
                <a:ea typeface="Arial"/>
                <a:cs typeface="Arial"/>
              </a:defRPr>
            </a:lvl7pPr>
            <a:lvl8pPr>
              <a:defRPr sz="2025" b="1">
                <a:solidFill>
                  <a:srgbClr val="0B6E5D"/>
                </a:solidFill>
                <a:latin typeface="Arial"/>
                <a:ea typeface="Arial"/>
                <a:cs typeface="Arial"/>
              </a:defRPr>
            </a:lvl8pPr>
            <a:lvl9pPr>
              <a:defRPr sz="2025" b="1">
                <a:solidFill>
                  <a:srgbClr val="0B6E5D"/>
                </a:solidFill>
                <a:latin typeface="Arial"/>
                <a:ea typeface="Arial"/>
                <a:cs typeface="Arial"/>
              </a:defRPr>
            </a:lvl9pPr>
          </a:lstStyle>
          <a:p xmlns:a="http://schemas.openxmlformats.org/drawingml/2006/main">
            <a:pPr>
              <a:defRPr sz="2025" b="1">
                <a:solidFill>
                  <a:srgbClr val="0B6E5D"/>
                </a:solidFill>
                <a:latin typeface="Arial"/>
                <a:ea typeface="Arial"/>
                <a:cs typeface="Arial"/>
              </a:defRPr>
            </a:pPr>
            <a:r>
              <a:rPr sz="2025" b="1">
                <a:solidFill>
                  <a:srgbClr val="0B6E5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CD2C1B8-2DAF-49B6-89FF-94730237CB9E}"/>
              </a:ext>
            </a:extLst>
          </p:cNvPr>
          <p:cNvSpPr>
            <a:spLocks xmlns:a="http://schemas.openxmlformats.org/drawingml/2006/main" noGrp="1"/>
          </p:cNvSpPr>
          <p:nvPr/>
        </p:nvSpPr>
        <p:spPr>
          <a:xfrm xmlns:a="http://schemas.openxmlformats.org/drawingml/2006/main">
            <a:off x="1409700" y="4333875"/>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02B25"/>
                </a:solidFill>
                <a:latin typeface="Arial"/>
                <a:ea typeface="Arial"/>
                <a:cs typeface="Arial"/>
              </a:defRPr>
            </a:defPPr>
            <a:lvl1pPr>
              <a:defRPr sz="2025" b="1">
                <a:solidFill>
                  <a:srgbClr val="102B25"/>
                </a:solidFill>
                <a:latin typeface="Arial"/>
                <a:ea typeface="Arial"/>
                <a:cs typeface="Arial"/>
              </a:defRPr>
            </a:lvl1pPr>
            <a:lvl2pPr>
              <a:defRPr sz="2025" b="1">
                <a:solidFill>
                  <a:srgbClr val="102B25"/>
                </a:solidFill>
                <a:latin typeface="Arial"/>
                <a:ea typeface="Arial"/>
                <a:cs typeface="Arial"/>
              </a:defRPr>
            </a:lvl2pPr>
            <a:lvl3pPr>
              <a:defRPr sz="2025" b="1">
                <a:solidFill>
                  <a:srgbClr val="102B25"/>
                </a:solidFill>
                <a:latin typeface="Arial"/>
                <a:ea typeface="Arial"/>
                <a:cs typeface="Arial"/>
              </a:defRPr>
            </a:lvl3pPr>
            <a:lvl4pPr>
              <a:defRPr sz="2025" b="1">
                <a:solidFill>
                  <a:srgbClr val="102B25"/>
                </a:solidFill>
                <a:latin typeface="Arial"/>
                <a:ea typeface="Arial"/>
                <a:cs typeface="Arial"/>
              </a:defRPr>
            </a:lvl4pPr>
            <a:lvl5pPr>
              <a:defRPr sz="2025" b="1">
                <a:solidFill>
                  <a:srgbClr val="102B25"/>
                </a:solidFill>
                <a:latin typeface="Arial"/>
                <a:ea typeface="Arial"/>
                <a:cs typeface="Arial"/>
              </a:defRPr>
            </a:lvl5pPr>
            <a:lvl6pPr>
              <a:defRPr sz="2025" b="1">
                <a:solidFill>
                  <a:srgbClr val="102B25"/>
                </a:solidFill>
                <a:latin typeface="Arial"/>
                <a:ea typeface="Arial"/>
                <a:cs typeface="Arial"/>
              </a:defRPr>
            </a:lvl6pPr>
            <a:lvl7pPr>
              <a:defRPr sz="2025" b="1">
                <a:solidFill>
                  <a:srgbClr val="102B25"/>
                </a:solidFill>
                <a:latin typeface="Arial"/>
                <a:ea typeface="Arial"/>
                <a:cs typeface="Arial"/>
              </a:defRPr>
            </a:lvl7pPr>
            <a:lvl8pPr>
              <a:defRPr sz="2025" b="1">
                <a:solidFill>
                  <a:srgbClr val="102B25"/>
                </a:solidFill>
                <a:latin typeface="Arial"/>
                <a:ea typeface="Arial"/>
                <a:cs typeface="Arial"/>
              </a:defRPr>
            </a:lvl8pPr>
            <a:lvl9pPr>
              <a:defRPr sz="2025" b="1">
                <a:solidFill>
                  <a:srgbClr val="102B25"/>
                </a:solidFill>
                <a:latin typeface="Arial"/>
                <a:ea typeface="Arial"/>
                <a:cs typeface="Arial"/>
              </a:defRPr>
            </a:lvl9pPr>
          </a:lstStyle>
          <a:p xmlns:a="http://schemas.openxmlformats.org/drawingml/2006/main">
            <a:pPr>
              <a:defRPr sz="2025" b="1">
                <a:solidFill>
                  <a:srgbClr val="102B25"/>
                </a:solidFill>
                <a:latin typeface="Arial"/>
                <a:ea typeface="Arial"/>
                <a:cs typeface="Arial"/>
              </a:defRPr>
            </a:pPr>
            <a:r>
              <a:rPr sz="2025" b="1">
                <a:solidFill>
                  <a:srgbClr val="102B25"/>
                </a:solidFill>
                <a:latin typeface="Arial"/>
                <a:ea typeface="Arial"/>
                <a:cs typeface="Arial"/>
              </a:rPr>
              <a:t>Обновление по запросу</a:t>
            </a:r>
          </a:p>
        </p:txBody>
      </p:sp>
      <p:sp>
        <p:nvSpPr>
          <p:cNvPr id="9" name="">
            <a:extLst xmlns:a="http://schemas.openxmlformats.org/drawingml/2006/main">
              <a:ext uri="{FF2B5EF4-FFF2-40B4-BE49-F238E27FC236}">
                <a16:creationId xmlns:a16="http://schemas.microsoft.com/office/drawing/2014/main" id="{D86178E0-107E-44F7-AA67-9A65FC4676A4}"/>
              </a:ext>
            </a:extLst>
          </p:cNvPr>
          <p:cNvSpPr>
            <a:spLocks xmlns:a="http://schemas.openxmlformats.org/drawingml/2006/main" noGrp="1"/>
          </p:cNvSpPr>
          <p:nvPr/>
        </p:nvSpPr>
        <p:spPr>
          <a:xfrm xmlns:a="http://schemas.openxmlformats.org/drawingml/2006/main">
            <a:off x="1409700" y="4791075"/>
            <a:ext cx="5391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E716B"/>
                </a:solidFill>
                <a:latin typeface="Arial"/>
                <a:ea typeface="Arial"/>
                <a:cs typeface="Arial"/>
              </a:defRPr>
            </a:defPPr>
            <a:lvl1pPr>
              <a:defRPr sz="1650" b="0">
                <a:solidFill>
                  <a:srgbClr val="5E716B"/>
                </a:solidFill>
                <a:latin typeface="Arial"/>
                <a:ea typeface="Arial"/>
                <a:cs typeface="Arial"/>
              </a:defRPr>
            </a:lvl1pPr>
            <a:lvl2pPr>
              <a:defRPr sz="1650" b="0">
                <a:solidFill>
                  <a:srgbClr val="5E716B"/>
                </a:solidFill>
                <a:latin typeface="Arial"/>
                <a:ea typeface="Arial"/>
                <a:cs typeface="Arial"/>
              </a:defRPr>
            </a:lvl2pPr>
            <a:lvl3pPr>
              <a:defRPr sz="1650" b="0">
                <a:solidFill>
                  <a:srgbClr val="5E716B"/>
                </a:solidFill>
                <a:latin typeface="Arial"/>
                <a:ea typeface="Arial"/>
                <a:cs typeface="Arial"/>
              </a:defRPr>
            </a:lvl3pPr>
            <a:lvl4pPr>
              <a:defRPr sz="1650" b="0">
                <a:solidFill>
                  <a:srgbClr val="5E716B"/>
                </a:solidFill>
                <a:latin typeface="Arial"/>
                <a:ea typeface="Arial"/>
                <a:cs typeface="Arial"/>
              </a:defRPr>
            </a:lvl4pPr>
            <a:lvl5pPr>
              <a:defRPr sz="1650" b="0">
                <a:solidFill>
                  <a:srgbClr val="5E716B"/>
                </a:solidFill>
                <a:latin typeface="Arial"/>
                <a:ea typeface="Arial"/>
                <a:cs typeface="Arial"/>
              </a:defRPr>
            </a:lvl5pPr>
            <a:lvl6pPr>
              <a:defRPr sz="1650" b="0">
                <a:solidFill>
                  <a:srgbClr val="5E716B"/>
                </a:solidFill>
                <a:latin typeface="Arial"/>
                <a:ea typeface="Arial"/>
                <a:cs typeface="Arial"/>
              </a:defRPr>
            </a:lvl6pPr>
            <a:lvl7pPr>
              <a:defRPr sz="1650" b="0">
                <a:solidFill>
                  <a:srgbClr val="5E716B"/>
                </a:solidFill>
                <a:latin typeface="Arial"/>
                <a:ea typeface="Arial"/>
                <a:cs typeface="Arial"/>
              </a:defRPr>
            </a:lvl7pPr>
            <a:lvl8pPr>
              <a:defRPr sz="1650" b="0">
                <a:solidFill>
                  <a:srgbClr val="5E716B"/>
                </a:solidFill>
                <a:latin typeface="Arial"/>
                <a:ea typeface="Arial"/>
                <a:cs typeface="Arial"/>
              </a:defRPr>
            </a:lvl8pPr>
            <a:lvl9pPr>
              <a:defRPr sz="1650" b="0">
                <a:solidFill>
                  <a:srgbClr val="5E716B"/>
                </a:solidFill>
                <a:latin typeface="Arial"/>
                <a:ea typeface="Arial"/>
                <a:cs typeface="Arial"/>
              </a:defRPr>
            </a:lvl9pPr>
          </a:lstStyle>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Кэш на час. При сбое остаётся</a:t>
            </a:r>
          </a:p>
          <a:p xmlns:a="http://schemas.openxmlformats.org/drawingml/2006/main">
            <a:pPr>
              <a:defRPr sz="1650" b="0">
                <a:solidFill>
                  <a:srgbClr val="5E716B"/>
                </a:solidFill>
                <a:latin typeface="Arial"/>
                <a:ea typeface="Arial"/>
                <a:cs typeface="Arial"/>
              </a:defRPr>
            </a:pPr>
            <a:r>
              <a:rPr sz="1650" b="0">
                <a:solidFill>
                  <a:srgbClr val="5E716B"/>
                </a:solidFill>
                <a:latin typeface="Arial"/>
                <a:ea typeface="Arial"/>
                <a:cs typeface="Arial"/>
              </a:rPr>
              <a:t>последний доступный датированный набор.</a:t>
            </a:r>
          </a:p>
        </p:txBody>
      </p:sp>
      <p:pic>
        <p:nvPicPr>
          <p:cNvPr id="10" name="">
            <a:extLst xmlns:a="http://schemas.openxmlformats.org/drawingml/2006/main">
              <a:ext uri="{FF2B5EF4-FFF2-40B4-BE49-F238E27FC236}">
                <a16:creationId xmlns:a16="http://schemas.microsoft.com/office/drawing/2014/main" id="{F82206D6-A2D1-4787-A127-23E44751676D}"/>
              </a:ext>
            </a:extLst>
          </p:cNvPr>
          <p:cNvPicPr>
            <a:picLocks xmlns:a="http://schemas.openxmlformats.org/drawingml/2006/main" noChangeAspect="1"/>
          </p:cNvPicPr>
          <p:nvPr/>
        </p:nvPicPr>
        <p:blipFill>
          <a:blip xmlns:r="http://schemas.openxmlformats.org/officeDocument/2006/relationships" xmlns:a="http://schemas.openxmlformats.org/drawingml/2006/main" r:embed="R030d02eab6ec4b40"/>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55330FD-97F7-48CE-AA9B-5524DAE1A14D}"/>
              </a:ext>
            </a:extLst>
          </p:cNvPr>
          <p:cNvSpPr>
            <a:spLocks xmlns:a="http://schemas.openxmlformats.org/drawingml/2006/main" noGrp="1"/>
          </p:cNvSpPr>
          <p:nvPr/>
        </p:nvSpPr>
        <p:spPr>
          <a:xfrm xmlns:a="http://schemas.openxmlformats.org/drawingml/2006/main">
            <a:off x="7715250" y="64198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Свои иллюстрации, не афиши событий.</a:t>
            </a:r>
          </a:p>
        </p:txBody>
      </p:sp>
    </p:spTree>
    <p:extLst>
      <p:ext uri="{BB962C8B-B14F-4D97-AF65-F5344CB8AC3E}">
        <p14:creationId xmlns:p14="http://schemas.microsoft.com/office/powerpoint/2010/main" val="976117902"/>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60E26B-E723-48E3-8E57-31F78B34E825}"/>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B6E5D"/>
                </a:solidFill>
                <a:latin typeface="Arial"/>
                <a:ea typeface="Arial"/>
                <a:cs typeface="Arial"/>
              </a:defRPr>
            </a:defPPr>
            <a:lvl1pPr>
              <a:defRPr sz="1200" b="1">
                <a:solidFill>
                  <a:srgbClr val="0B6E5D"/>
                </a:solidFill>
                <a:latin typeface="Arial"/>
                <a:ea typeface="Arial"/>
                <a:cs typeface="Arial"/>
              </a:defRPr>
            </a:lvl1pPr>
            <a:lvl2pPr>
              <a:defRPr sz="1200" b="1">
                <a:solidFill>
                  <a:srgbClr val="0B6E5D"/>
                </a:solidFill>
                <a:latin typeface="Arial"/>
                <a:ea typeface="Arial"/>
                <a:cs typeface="Arial"/>
              </a:defRPr>
            </a:lvl2pPr>
            <a:lvl3pPr>
              <a:defRPr sz="1200" b="1">
                <a:solidFill>
                  <a:srgbClr val="0B6E5D"/>
                </a:solidFill>
                <a:latin typeface="Arial"/>
                <a:ea typeface="Arial"/>
                <a:cs typeface="Arial"/>
              </a:defRPr>
            </a:lvl3pPr>
            <a:lvl4pPr>
              <a:defRPr sz="1200" b="1">
                <a:solidFill>
                  <a:srgbClr val="0B6E5D"/>
                </a:solidFill>
                <a:latin typeface="Arial"/>
                <a:ea typeface="Arial"/>
                <a:cs typeface="Arial"/>
              </a:defRPr>
            </a:lvl4pPr>
            <a:lvl5pPr>
              <a:defRPr sz="1200" b="1">
                <a:solidFill>
                  <a:srgbClr val="0B6E5D"/>
                </a:solidFill>
                <a:latin typeface="Arial"/>
                <a:ea typeface="Arial"/>
                <a:cs typeface="Arial"/>
              </a:defRPr>
            </a:lvl5pPr>
            <a:lvl6pPr>
              <a:defRPr sz="1200" b="1">
                <a:solidFill>
                  <a:srgbClr val="0B6E5D"/>
                </a:solidFill>
                <a:latin typeface="Arial"/>
                <a:ea typeface="Arial"/>
                <a:cs typeface="Arial"/>
              </a:defRPr>
            </a:lvl6pPr>
            <a:lvl7pPr>
              <a:defRPr sz="1200" b="1">
                <a:solidFill>
                  <a:srgbClr val="0B6E5D"/>
                </a:solidFill>
                <a:latin typeface="Arial"/>
                <a:ea typeface="Arial"/>
                <a:cs typeface="Arial"/>
              </a:defRPr>
            </a:lvl7pPr>
            <a:lvl8pPr>
              <a:defRPr sz="1200" b="1">
                <a:solidFill>
                  <a:srgbClr val="0B6E5D"/>
                </a:solidFill>
                <a:latin typeface="Arial"/>
                <a:ea typeface="Arial"/>
                <a:cs typeface="Arial"/>
              </a:defRPr>
            </a:lvl8pPr>
            <a:lvl9pPr>
              <a:defRPr sz="1200" b="1">
                <a:solidFill>
                  <a:srgbClr val="0B6E5D"/>
                </a:solidFill>
                <a:latin typeface="Arial"/>
                <a:ea typeface="Arial"/>
                <a:cs typeface="Arial"/>
              </a:defRPr>
            </a:lvl9pPr>
          </a:lstStyle>
          <a:p xmlns:a="http://schemas.openxmlformats.org/drawingml/2006/main">
            <a:pPr>
              <a:defRPr sz="1200" b="1">
                <a:solidFill>
                  <a:srgbClr val="0B6E5D"/>
                </a:solidFill>
                <a:latin typeface="Arial"/>
                <a:ea typeface="Arial"/>
                <a:cs typeface="Arial"/>
              </a:defRPr>
            </a:pPr>
            <a:r>
              <a:rPr sz="1200" b="1">
                <a:solidFill>
                  <a:srgbClr val="0B6E5D"/>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F89BDC7A-43C9-4A61-A571-3F6220FE5E08}"/>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E716B"/>
                </a:solidFill>
                <a:latin typeface="Arial"/>
                <a:ea typeface="Arial"/>
                <a:cs typeface="Arial"/>
              </a:defRPr>
            </a:defPPr>
            <a:lvl1pPr>
              <a:defRPr sz="975" b="0">
                <a:solidFill>
                  <a:srgbClr val="5E716B"/>
                </a:solidFill>
                <a:latin typeface="Arial"/>
                <a:ea typeface="Arial"/>
                <a:cs typeface="Arial"/>
              </a:defRPr>
            </a:lvl1pPr>
            <a:lvl2pPr>
              <a:defRPr sz="975" b="0">
                <a:solidFill>
                  <a:srgbClr val="5E716B"/>
                </a:solidFill>
                <a:latin typeface="Arial"/>
                <a:ea typeface="Arial"/>
                <a:cs typeface="Arial"/>
              </a:defRPr>
            </a:lvl2pPr>
            <a:lvl3pPr>
              <a:defRPr sz="975" b="0">
                <a:solidFill>
                  <a:srgbClr val="5E716B"/>
                </a:solidFill>
                <a:latin typeface="Arial"/>
                <a:ea typeface="Arial"/>
                <a:cs typeface="Arial"/>
              </a:defRPr>
            </a:lvl3pPr>
            <a:lvl4pPr>
              <a:defRPr sz="975" b="0">
                <a:solidFill>
                  <a:srgbClr val="5E716B"/>
                </a:solidFill>
                <a:latin typeface="Arial"/>
                <a:ea typeface="Arial"/>
                <a:cs typeface="Arial"/>
              </a:defRPr>
            </a:lvl4pPr>
            <a:lvl5pPr>
              <a:defRPr sz="975" b="0">
                <a:solidFill>
                  <a:srgbClr val="5E716B"/>
                </a:solidFill>
                <a:latin typeface="Arial"/>
                <a:ea typeface="Arial"/>
                <a:cs typeface="Arial"/>
              </a:defRPr>
            </a:lvl5pPr>
            <a:lvl6pPr>
              <a:defRPr sz="975" b="0">
                <a:solidFill>
                  <a:srgbClr val="5E716B"/>
                </a:solidFill>
                <a:latin typeface="Arial"/>
                <a:ea typeface="Arial"/>
                <a:cs typeface="Arial"/>
              </a:defRPr>
            </a:lvl6pPr>
            <a:lvl7pPr>
              <a:defRPr sz="975" b="0">
                <a:solidFill>
                  <a:srgbClr val="5E716B"/>
                </a:solidFill>
                <a:latin typeface="Arial"/>
                <a:ea typeface="Arial"/>
                <a:cs typeface="Arial"/>
              </a:defRPr>
            </a:lvl7pPr>
            <a:lvl8pPr>
              <a:defRPr sz="975" b="0">
                <a:solidFill>
                  <a:srgbClr val="5E716B"/>
                </a:solidFill>
                <a:latin typeface="Arial"/>
                <a:ea typeface="Arial"/>
                <a:cs typeface="Arial"/>
              </a:defRPr>
            </a:lvl8pPr>
            <a:lvl9pPr>
              <a:defRPr sz="975" b="0">
                <a:solidFill>
                  <a:srgbClr val="5E716B"/>
                </a:solidFill>
                <a:latin typeface="Arial"/>
                <a:ea typeface="Arial"/>
                <a:cs typeface="Arial"/>
              </a:defRPr>
            </a:lvl9pPr>
          </a:lstStyle>
          <a:p xmlns:a="http://schemas.openxmlformats.org/drawingml/2006/main">
            <a:pPr>
              <a:defRPr sz="975" b="0">
                <a:solidFill>
                  <a:srgbClr val="5E716B"/>
                </a:solidFill>
                <a:latin typeface="Arial"/>
                <a:ea typeface="Arial"/>
                <a:cs typeface="Arial"/>
              </a:defRPr>
            </a:pPr>
            <a:r>
              <a:rPr sz="975" b="0">
                <a:solidFill>
                  <a:srgbClr val="5E71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9822D74-2875-4A85-BB51-B93C012B4F13}"/>
              </a:ext>
            </a:extLst>
          </p:cNvPr>
          <p:cNvSpPr>
            <a:spLocks xmlns:a="http://schemas.openxmlformats.org/drawingml/2006/main" noGrp="1"/>
          </p:cNvSpPr>
          <p:nvPr/>
        </p:nvSpPr>
        <p:spPr>
          <a:xfrm xmlns:a="http://schemas.openxmlformats.org/drawingml/2006/main">
            <a:off x="609600" y="95250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02B25"/>
                </a:solidFill>
                <a:latin typeface="Arial"/>
                <a:ea typeface="Arial"/>
                <a:cs typeface="Arial"/>
              </a:defRPr>
            </a:defPPr>
            <a:lvl1pPr>
              <a:defRPr sz="3600" b="1">
                <a:solidFill>
                  <a:srgbClr val="102B25"/>
                </a:solidFill>
                <a:latin typeface="Arial"/>
                <a:ea typeface="Arial"/>
                <a:cs typeface="Arial"/>
              </a:defRPr>
            </a:lvl1pPr>
            <a:lvl2pPr>
              <a:defRPr sz="3600" b="1">
                <a:solidFill>
                  <a:srgbClr val="102B25"/>
                </a:solidFill>
                <a:latin typeface="Arial"/>
                <a:ea typeface="Arial"/>
                <a:cs typeface="Arial"/>
              </a:defRPr>
            </a:lvl2pPr>
            <a:lvl3pPr>
              <a:defRPr sz="3600" b="1">
                <a:solidFill>
                  <a:srgbClr val="102B25"/>
                </a:solidFill>
                <a:latin typeface="Arial"/>
                <a:ea typeface="Arial"/>
                <a:cs typeface="Arial"/>
              </a:defRPr>
            </a:lvl3pPr>
            <a:lvl4pPr>
              <a:defRPr sz="3600" b="1">
                <a:solidFill>
                  <a:srgbClr val="102B25"/>
                </a:solidFill>
                <a:latin typeface="Arial"/>
                <a:ea typeface="Arial"/>
                <a:cs typeface="Arial"/>
              </a:defRPr>
            </a:lvl4pPr>
            <a:lvl5pPr>
              <a:defRPr sz="3600" b="1">
                <a:solidFill>
                  <a:srgbClr val="102B25"/>
                </a:solidFill>
                <a:latin typeface="Arial"/>
                <a:ea typeface="Arial"/>
                <a:cs typeface="Arial"/>
              </a:defRPr>
            </a:lvl5pPr>
            <a:lvl6pPr>
              <a:defRPr sz="3600" b="1">
                <a:solidFill>
                  <a:srgbClr val="102B25"/>
                </a:solidFill>
                <a:latin typeface="Arial"/>
                <a:ea typeface="Arial"/>
                <a:cs typeface="Arial"/>
              </a:defRPr>
            </a:lvl6pPr>
            <a:lvl7pPr>
              <a:defRPr sz="3600" b="1">
                <a:solidFill>
                  <a:srgbClr val="102B25"/>
                </a:solidFill>
                <a:latin typeface="Arial"/>
                <a:ea typeface="Arial"/>
                <a:cs typeface="Arial"/>
              </a:defRPr>
            </a:lvl7pPr>
            <a:lvl8pPr>
              <a:defRPr sz="3600" b="1">
                <a:solidFill>
                  <a:srgbClr val="102B25"/>
                </a:solidFill>
                <a:latin typeface="Arial"/>
                <a:ea typeface="Arial"/>
                <a:cs typeface="Arial"/>
              </a:defRPr>
            </a:lvl8pPr>
            <a:lvl9pPr>
              <a:defRPr sz="3600" b="1">
                <a:solidFill>
                  <a:srgbClr val="102B25"/>
                </a:solidFill>
                <a:latin typeface="Arial"/>
                <a:ea typeface="Arial"/>
                <a:cs typeface="Arial"/>
              </a:defRPr>
            </a:lvl9pPr>
          </a:lstStyle>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Память под контролем</a:t>
            </a:r>
          </a:p>
          <a:p xmlns:a="http://schemas.openxmlformats.org/drawingml/2006/main">
            <a:pPr>
              <a:defRPr sz="3600" b="1">
                <a:solidFill>
                  <a:srgbClr val="102B25"/>
                </a:solidFill>
                <a:latin typeface="Arial"/>
                <a:ea typeface="Arial"/>
                <a:cs typeface="Arial"/>
              </a:defRPr>
            </a:pPr>
            <a:r>
              <a:rPr sz="3600" b="1">
                <a:solidFill>
                  <a:srgbClr val="102B25"/>
                </a:solidFill>
                <a:latin typeface="Arial"/>
                <a:ea typeface="Arial"/>
                <a:cs typeface="Arial"/>
              </a:rPr>
              <a:t>пользователя</a:t>
            </a:r>
          </a:p>
        </p:txBody>
      </p:sp>
      <p:sp>
        <p:nvSpPr>
          <p:cNvPr id="4" name="">
            <a:extLst xmlns:a="http://schemas.openxmlformats.org/drawingml/2006/main">
              <a:ext uri="{FF2B5EF4-FFF2-40B4-BE49-F238E27FC236}">
                <a16:creationId xmlns:a16="http://schemas.microsoft.com/office/drawing/2014/main" id="{9DCC02BE-4AB5-4867-A4DB-8D6513F57646}"/>
              </a:ext>
            </a:extLst>
          </p:cNvPr>
          <p:cNvSpPr>
            <a:spLocks xmlns:a="http://schemas.openxmlformats.org/drawingml/2006/main" noGrp="1"/>
          </p:cNvSpPr>
          <p:nvPr/>
        </p:nvSpPr>
        <p:spPr>
          <a:xfrm xmlns:a="http://schemas.openxmlformats.org/drawingml/2006/main">
            <a:off x="638175" y="27527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6E5D"/>
                </a:solidFill>
                <a:latin typeface="Arial"/>
                <a:ea typeface="Arial"/>
                <a:cs typeface="Arial"/>
              </a:defRPr>
            </a:defPPr>
            <a:lvl1pPr>
              <a:defRPr sz="2175" b="1">
                <a:solidFill>
                  <a:srgbClr val="0B6E5D"/>
                </a:solidFill>
                <a:latin typeface="Arial"/>
                <a:ea typeface="Arial"/>
                <a:cs typeface="Arial"/>
              </a:defRPr>
            </a:lvl1pPr>
            <a:lvl2pPr>
              <a:defRPr sz="2175" b="1">
                <a:solidFill>
                  <a:srgbClr val="0B6E5D"/>
                </a:solidFill>
                <a:latin typeface="Arial"/>
                <a:ea typeface="Arial"/>
                <a:cs typeface="Arial"/>
              </a:defRPr>
            </a:lvl2pPr>
            <a:lvl3pPr>
              <a:defRPr sz="2175" b="1">
                <a:solidFill>
                  <a:srgbClr val="0B6E5D"/>
                </a:solidFill>
                <a:latin typeface="Arial"/>
                <a:ea typeface="Arial"/>
                <a:cs typeface="Arial"/>
              </a:defRPr>
            </a:lvl3pPr>
            <a:lvl4pPr>
              <a:defRPr sz="2175" b="1">
                <a:solidFill>
                  <a:srgbClr val="0B6E5D"/>
                </a:solidFill>
                <a:latin typeface="Arial"/>
                <a:ea typeface="Arial"/>
                <a:cs typeface="Arial"/>
              </a:defRPr>
            </a:lvl4pPr>
            <a:lvl5pPr>
              <a:defRPr sz="2175" b="1">
                <a:solidFill>
                  <a:srgbClr val="0B6E5D"/>
                </a:solidFill>
                <a:latin typeface="Arial"/>
                <a:ea typeface="Arial"/>
                <a:cs typeface="Arial"/>
              </a:defRPr>
            </a:lvl5pPr>
            <a:lvl6pPr>
              <a:defRPr sz="2175" b="1">
                <a:solidFill>
                  <a:srgbClr val="0B6E5D"/>
                </a:solidFill>
                <a:latin typeface="Arial"/>
                <a:ea typeface="Arial"/>
                <a:cs typeface="Arial"/>
              </a:defRPr>
            </a:lvl6pPr>
            <a:lvl7pPr>
              <a:defRPr sz="2175" b="1">
                <a:solidFill>
                  <a:srgbClr val="0B6E5D"/>
                </a:solidFill>
                <a:latin typeface="Arial"/>
                <a:ea typeface="Arial"/>
                <a:cs typeface="Arial"/>
              </a:defRPr>
            </a:lvl7pPr>
            <a:lvl8pPr>
              <a:defRPr sz="2175" b="1">
                <a:solidFill>
                  <a:srgbClr val="0B6E5D"/>
                </a:solidFill>
                <a:latin typeface="Arial"/>
                <a:ea typeface="Arial"/>
                <a:cs typeface="Arial"/>
              </a:defRPr>
            </a:lvl8pPr>
            <a:lvl9pPr>
              <a:defRPr sz="2175" b="1">
                <a:solidFill>
                  <a:srgbClr val="0B6E5D"/>
                </a:solidFill>
                <a:latin typeface="Arial"/>
                <a:ea typeface="Arial"/>
                <a:cs typeface="Arial"/>
              </a:defRPr>
            </a:lvl9pPr>
          </a:lstStyle>
          <a:p xmlns:a="http://schemas.openxmlformats.org/drawingml/2006/main">
            <a:pPr>
              <a:defRPr sz="2175" b="1">
                <a:solidFill>
                  <a:srgbClr val="0B6E5D"/>
                </a:solidFill>
                <a:latin typeface="Arial"/>
                <a:ea typeface="Arial"/>
                <a:cs typeface="Arial"/>
              </a:defRPr>
            </a:pPr>
            <a:r>
              <a:rPr sz="2175" b="1">
                <a:solidFill>
                  <a:srgbClr val="0B6E5D"/>
                </a:solidFill>
                <a:latin typeface="Arial"/>
                <a:ea typeface="Arial"/>
                <a:cs typeface="Arial"/>
              </a:rPr>
              <a:t>Интересы можно изменить.</a:t>
            </a:r>
          </a:p>
          <a:p xmlns:a="http://schemas.openxmlformats.org/drawingml/2006/main">
            <a:pPr>
              <a:defRPr sz="2175" b="1">
                <a:solidFill>
                  <a:srgbClr val="0B6E5D"/>
                </a:solidFill>
                <a:latin typeface="Arial"/>
                <a:ea typeface="Arial"/>
                <a:cs typeface="Arial"/>
              </a:defRPr>
            </a:pPr>
            <a:r>
              <a:rPr sz="2175" b="1">
                <a:solidFill>
                  <a:srgbClr val="0B6E5D"/>
                </a:solidFill>
                <a:latin typeface="Arial"/>
                <a:ea typeface="Arial"/>
                <a:cs typeface="Arial"/>
              </a:rPr>
              <a:t>Диалог и историю можно удалить.</a:t>
            </a:r>
          </a:p>
        </p:txBody>
      </p:sp>
      <p:sp>
        <p:nvSpPr>
          <p:cNvPr id="5" name="">
            <a:extLst xmlns:a="http://schemas.openxmlformats.org/drawingml/2006/main">
              <a:ext uri="{FF2B5EF4-FFF2-40B4-BE49-F238E27FC236}">
                <a16:creationId xmlns:a16="http://schemas.microsoft.com/office/drawing/2014/main" id="{11EBB87D-1710-4343-A800-0A3581DB1610}"/>
              </a:ext>
            </a:extLst>
          </p:cNvPr>
          <p:cNvSpPr>
            <a:spLocks xmlns:a="http://schemas.openxmlformats.org/drawingml/2006/main" noGrp="1"/>
          </p:cNvSpPr>
          <p:nvPr/>
        </p:nvSpPr>
        <p:spPr>
          <a:xfrm xmlns:a="http://schemas.openxmlformats.org/drawingml/2006/main">
            <a:off x="638175" y="3943350"/>
            <a:ext cx="571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E716B"/>
                </a:solidFill>
                <a:latin typeface="Arial"/>
                <a:ea typeface="Arial"/>
                <a:cs typeface="Arial"/>
              </a:defRPr>
            </a:defPPr>
            <a:lvl1pPr>
              <a:defRPr sz="1875" b="0">
                <a:solidFill>
                  <a:srgbClr val="5E716B"/>
                </a:solidFill>
                <a:latin typeface="Arial"/>
                <a:ea typeface="Arial"/>
                <a:cs typeface="Arial"/>
              </a:defRPr>
            </a:lvl1pPr>
            <a:lvl2pPr>
              <a:defRPr sz="1875" b="0">
                <a:solidFill>
                  <a:srgbClr val="5E716B"/>
                </a:solidFill>
                <a:latin typeface="Arial"/>
                <a:ea typeface="Arial"/>
                <a:cs typeface="Arial"/>
              </a:defRPr>
            </a:lvl2pPr>
            <a:lvl3pPr>
              <a:defRPr sz="1875" b="0">
                <a:solidFill>
                  <a:srgbClr val="5E716B"/>
                </a:solidFill>
                <a:latin typeface="Arial"/>
                <a:ea typeface="Arial"/>
                <a:cs typeface="Arial"/>
              </a:defRPr>
            </a:lvl3pPr>
            <a:lvl4pPr>
              <a:defRPr sz="1875" b="0">
                <a:solidFill>
                  <a:srgbClr val="5E716B"/>
                </a:solidFill>
                <a:latin typeface="Arial"/>
                <a:ea typeface="Arial"/>
                <a:cs typeface="Arial"/>
              </a:defRPr>
            </a:lvl4pPr>
            <a:lvl5pPr>
              <a:defRPr sz="1875" b="0">
                <a:solidFill>
                  <a:srgbClr val="5E716B"/>
                </a:solidFill>
                <a:latin typeface="Arial"/>
                <a:ea typeface="Arial"/>
                <a:cs typeface="Arial"/>
              </a:defRPr>
            </a:lvl5pPr>
            <a:lvl6pPr>
              <a:defRPr sz="1875" b="0">
                <a:solidFill>
                  <a:srgbClr val="5E716B"/>
                </a:solidFill>
                <a:latin typeface="Arial"/>
                <a:ea typeface="Arial"/>
                <a:cs typeface="Arial"/>
              </a:defRPr>
            </a:lvl6pPr>
            <a:lvl7pPr>
              <a:defRPr sz="1875" b="0">
                <a:solidFill>
                  <a:srgbClr val="5E716B"/>
                </a:solidFill>
                <a:latin typeface="Arial"/>
                <a:ea typeface="Arial"/>
                <a:cs typeface="Arial"/>
              </a:defRPr>
            </a:lvl7pPr>
            <a:lvl8pPr>
              <a:defRPr sz="1875" b="0">
                <a:solidFill>
                  <a:srgbClr val="5E716B"/>
                </a:solidFill>
                <a:latin typeface="Arial"/>
                <a:ea typeface="Arial"/>
                <a:cs typeface="Arial"/>
              </a:defRPr>
            </a:lvl8pPr>
            <a:lvl9pPr>
              <a:defRPr sz="1875" b="0">
                <a:solidFill>
                  <a:srgbClr val="5E716B"/>
                </a:solidFill>
                <a:latin typeface="Arial"/>
                <a:ea typeface="Arial"/>
                <a:cs typeface="Arial"/>
              </a:defRPr>
            </a:lvl9pPr>
          </a:lstStyle>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Согласие определяет, что сохраняется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в браузере. Точка старта остаётся</a:t>
            </a:r>
          </a:p>
          <a:p xmlns:a="http://schemas.openxmlformats.org/drawingml/2006/main">
            <a:pPr>
              <a:defRPr sz="1875" b="0">
                <a:solidFill>
                  <a:srgbClr val="5E716B"/>
                </a:solidFill>
                <a:latin typeface="Arial"/>
                <a:ea typeface="Arial"/>
                <a:cs typeface="Arial"/>
              </a:defRPr>
            </a:pPr>
            <a:r>
              <a:rPr sz="1875" b="0">
                <a:solidFill>
                  <a:srgbClr val="5E716B"/>
                </a:solidFill>
                <a:latin typeface="Arial"/>
                <a:ea typeface="Arial"/>
                <a:cs typeface="Arial"/>
              </a:rPr>
              <a:t>только до закрытия страницы.</a:t>
            </a:r>
          </a:p>
        </p:txBody>
      </p:sp>
      <p:sp>
        <p:nvSpPr>
          <p:cNvPr id="6" name="">
            <a:extLst xmlns:a="http://schemas.openxmlformats.org/drawingml/2006/main">
              <a:ext uri="{FF2B5EF4-FFF2-40B4-BE49-F238E27FC236}">
                <a16:creationId xmlns:a16="http://schemas.microsoft.com/office/drawing/2014/main" id="{962F5D4B-6B53-4E8C-AC84-7F870E85265A}"/>
              </a:ext>
            </a:extLst>
          </p:cNvPr>
          <p:cNvSpPr>
            <a:spLocks xmlns:a="http://schemas.openxmlformats.org/drawingml/2006/main" noGrp="1"/>
          </p:cNvSpPr>
          <p:nvPr/>
        </p:nvSpPr>
        <p:spPr>
          <a:xfrm xmlns:a="http://schemas.openxmlformats.org/drawingml/2006/main">
            <a:off x="638175" y="54292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02B25"/>
                </a:solidFill>
                <a:latin typeface="Arial"/>
                <a:ea typeface="Arial"/>
                <a:cs typeface="Arial"/>
              </a:defRPr>
            </a:defPPr>
            <a:lvl1pPr>
              <a:defRPr sz="1800" b="1">
                <a:solidFill>
                  <a:srgbClr val="102B25"/>
                </a:solidFill>
                <a:latin typeface="Arial"/>
                <a:ea typeface="Arial"/>
                <a:cs typeface="Arial"/>
              </a:defRPr>
            </a:lvl1pPr>
            <a:lvl2pPr>
              <a:defRPr sz="1800" b="1">
                <a:solidFill>
                  <a:srgbClr val="102B25"/>
                </a:solidFill>
                <a:latin typeface="Arial"/>
                <a:ea typeface="Arial"/>
                <a:cs typeface="Arial"/>
              </a:defRPr>
            </a:lvl2pPr>
            <a:lvl3pPr>
              <a:defRPr sz="1800" b="1">
                <a:solidFill>
                  <a:srgbClr val="102B25"/>
                </a:solidFill>
                <a:latin typeface="Arial"/>
                <a:ea typeface="Arial"/>
                <a:cs typeface="Arial"/>
              </a:defRPr>
            </a:lvl3pPr>
            <a:lvl4pPr>
              <a:defRPr sz="1800" b="1">
                <a:solidFill>
                  <a:srgbClr val="102B25"/>
                </a:solidFill>
                <a:latin typeface="Arial"/>
                <a:ea typeface="Arial"/>
                <a:cs typeface="Arial"/>
              </a:defRPr>
            </a:lvl4pPr>
            <a:lvl5pPr>
              <a:defRPr sz="1800" b="1">
                <a:solidFill>
                  <a:srgbClr val="102B25"/>
                </a:solidFill>
                <a:latin typeface="Arial"/>
                <a:ea typeface="Arial"/>
                <a:cs typeface="Arial"/>
              </a:defRPr>
            </a:lvl5pPr>
            <a:lvl6pPr>
              <a:defRPr sz="1800" b="1">
                <a:solidFill>
                  <a:srgbClr val="102B25"/>
                </a:solidFill>
                <a:latin typeface="Arial"/>
                <a:ea typeface="Arial"/>
                <a:cs typeface="Arial"/>
              </a:defRPr>
            </a:lvl6pPr>
            <a:lvl7pPr>
              <a:defRPr sz="1800" b="1">
                <a:solidFill>
                  <a:srgbClr val="102B25"/>
                </a:solidFill>
                <a:latin typeface="Arial"/>
                <a:ea typeface="Arial"/>
                <a:cs typeface="Arial"/>
              </a:defRPr>
            </a:lvl7pPr>
            <a:lvl8pPr>
              <a:defRPr sz="1800" b="1">
                <a:solidFill>
                  <a:srgbClr val="102B25"/>
                </a:solidFill>
                <a:latin typeface="Arial"/>
                <a:ea typeface="Arial"/>
                <a:cs typeface="Arial"/>
              </a:defRPr>
            </a:lvl8pPr>
            <a:lvl9pPr>
              <a:defRPr sz="1800" b="1">
                <a:solidFill>
                  <a:srgbClr val="102B25"/>
                </a:solidFill>
                <a:latin typeface="Arial"/>
                <a:ea typeface="Arial"/>
                <a:cs typeface="Arial"/>
              </a:defRPr>
            </a:lvl9pPr>
          </a:lstStyle>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Сохранённый план не означает бронь.</a:t>
            </a:r>
          </a:p>
          <a:p xmlns:a="http://schemas.openxmlformats.org/drawingml/2006/main">
            <a:pPr>
              <a:defRPr sz="1800" b="1">
                <a:solidFill>
                  <a:srgbClr val="102B25"/>
                </a:solidFill>
                <a:latin typeface="Arial"/>
                <a:ea typeface="Arial"/>
                <a:cs typeface="Arial"/>
              </a:defRPr>
            </a:pPr>
            <a:r>
              <a:rPr sz="1800" b="1">
                <a:solidFill>
                  <a:srgbClr val="102B25"/>
                </a:solidFill>
                <a:latin typeface="Arial"/>
                <a:ea typeface="Arial"/>
                <a:cs typeface="Arial"/>
              </a:rPr>
              <a:t>Неизвестная цена остаётся неизвестной.</a:t>
            </a:r>
          </a:p>
        </p:txBody>
      </p:sp>
      <p:pic>
        <p:nvPicPr>
          <p:cNvPr id="7" name="">
            <a:extLst xmlns:a="http://schemas.openxmlformats.org/drawingml/2006/main">
              <a:ext uri="{FF2B5EF4-FFF2-40B4-BE49-F238E27FC236}">
                <a16:creationId xmlns:a16="http://schemas.microsoft.com/office/drawing/2014/main" id="{29EA4A46-D620-4E48-83A8-C1D17A69F302}"/>
              </a:ext>
            </a:extLst>
          </p:cNvPr>
          <p:cNvPicPr>
            <a:picLocks xmlns:a="http://schemas.openxmlformats.org/drawingml/2006/main" noChangeAspect="1"/>
          </p:cNvPicPr>
          <p:nvPr/>
        </p:nvPicPr>
        <p:blipFill>
          <a:blip xmlns:r="http://schemas.openxmlformats.org/officeDocument/2006/relationships" xmlns:a="http://schemas.openxmlformats.org/drawingml/2006/main" r:embed="R579f6877214a48ed"/>
          <a:stretch xmlns:a="http://schemas.openxmlformats.org/drawingml/2006/main"/>
        </p:blipFill>
        <p:spPr>
          <a:xfrm xmlns:a="http://schemas.openxmlformats.org/drawingml/2006/main">
            <a:off x="7762977" y="666750"/>
            <a:ext cx="2619171" cy="56769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5AC9CF1-C98A-4B0F-8E19-D4EFA5BEB3D2}"/>
              </a:ext>
            </a:extLst>
          </p:cNvPr>
          <p:cNvSpPr>
            <a:spLocks xmlns:a="http://schemas.openxmlformats.org/drawingml/2006/main" noGrp="1"/>
          </p:cNvSpPr>
          <p:nvPr/>
        </p:nvSpPr>
        <p:spPr>
          <a:xfrm xmlns:a="http://schemas.openxmlformats.org/drawingml/2006/main">
            <a:off x="7734300" y="64198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E716B"/>
                </a:solidFill>
                <a:latin typeface="Arial"/>
                <a:ea typeface="Arial"/>
                <a:cs typeface="Arial"/>
              </a:defRPr>
            </a:defPPr>
            <a:lvl1pPr>
              <a:defRPr sz="1200" b="0">
                <a:solidFill>
                  <a:srgbClr val="5E716B"/>
                </a:solidFill>
                <a:latin typeface="Arial"/>
                <a:ea typeface="Arial"/>
                <a:cs typeface="Arial"/>
              </a:defRPr>
            </a:lvl1pPr>
            <a:lvl2pPr>
              <a:defRPr sz="1200" b="0">
                <a:solidFill>
                  <a:srgbClr val="5E716B"/>
                </a:solidFill>
                <a:latin typeface="Arial"/>
                <a:ea typeface="Arial"/>
                <a:cs typeface="Arial"/>
              </a:defRPr>
            </a:lvl2pPr>
            <a:lvl3pPr>
              <a:defRPr sz="1200" b="0">
                <a:solidFill>
                  <a:srgbClr val="5E716B"/>
                </a:solidFill>
                <a:latin typeface="Arial"/>
                <a:ea typeface="Arial"/>
                <a:cs typeface="Arial"/>
              </a:defRPr>
            </a:lvl3pPr>
            <a:lvl4pPr>
              <a:defRPr sz="1200" b="0">
                <a:solidFill>
                  <a:srgbClr val="5E716B"/>
                </a:solidFill>
                <a:latin typeface="Arial"/>
                <a:ea typeface="Arial"/>
                <a:cs typeface="Arial"/>
              </a:defRPr>
            </a:lvl4pPr>
            <a:lvl5pPr>
              <a:defRPr sz="1200" b="0">
                <a:solidFill>
                  <a:srgbClr val="5E716B"/>
                </a:solidFill>
                <a:latin typeface="Arial"/>
                <a:ea typeface="Arial"/>
                <a:cs typeface="Arial"/>
              </a:defRPr>
            </a:lvl5pPr>
            <a:lvl6pPr>
              <a:defRPr sz="1200" b="0">
                <a:solidFill>
                  <a:srgbClr val="5E716B"/>
                </a:solidFill>
                <a:latin typeface="Arial"/>
                <a:ea typeface="Arial"/>
                <a:cs typeface="Arial"/>
              </a:defRPr>
            </a:lvl6pPr>
            <a:lvl7pPr>
              <a:defRPr sz="1200" b="0">
                <a:solidFill>
                  <a:srgbClr val="5E716B"/>
                </a:solidFill>
                <a:latin typeface="Arial"/>
                <a:ea typeface="Arial"/>
                <a:cs typeface="Arial"/>
              </a:defRPr>
            </a:lvl7pPr>
            <a:lvl8pPr>
              <a:defRPr sz="1200" b="0">
                <a:solidFill>
                  <a:srgbClr val="5E716B"/>
                </a:solidFill>
                <a:latin typeface="Arial"/>
                <a:ea typeface="Arial"/>
                <a:cs typeface="Arial"/>
              </a:defRPr>
            </a:lvl8pPr>
            <a:lvl9pPr>
              <a:defRPr sz="1200" b="0">
                <a:solidFill>
                  <a:srgbClr val="5E716B"/>
                </a:solidFill>
                <a:latin typeface="Arial"/>
                <a:ea typeface="Arial"/>
                <a:cs typeface="Arial"/>
              </a:defRPr>
            </a:lvl9pPr>
          </a:lstStyle>
          <a:p xmlns:a="http://schemas.openxmlformats.org/drawingml/2006/main">
            <a:pPr>
              <a:defRPr sz="1200" b="0">
                <a:solidFill>
                  <a:srgbClr val="5E716B"/>
                </a:solidFill>
                <a:latin typeface="Arial"/>
                <a:ea typeface="Arial"/>
                <a:cs typeface="Arial"/>
              </a:defRPr>
            </a:pPr>
            <a:r>
              <a:rPr sz="1200" b="0">
                <a:solidFill>
                  <a:srgbClr val="5E716B"/>
                </a:solidFill>
                <a:latin typeface="Arial"/>
                <a:ea typeface="Arial"/>
                <a:cs typeface="Arial"/>
              </a:rPr>
              <a:t>Локальная память браузера</a:t>
            </a:r>
          </a:p>
        </p:txBody>
      </p:sp>
    </p:spTree>
    <p:extLst>
      <p:ext uri="{BB962C8B-B14F-4D97-AF65-F5344CB8AC3E}">
        <p14:creationId xmlns:p14="http://schemas.microsoft.com/office/powerpoint/2010/main" val="1795438391"/>
      </p:ext>
    </p:extLst>
  </p:cSld>
</p:sld>
</file>

<file path=ppt/slides/slide10.xml><?xml version="1.0" encoding="utf-8"?>
<p:sld xmlns:p="http://schemas.openxmlformats.org/presentationml/2006/main">
  <p:cSld>
    <p:bg>
      <p:bgPr>
        <a:solidFill xmlns:a="http://schemas.openxmlformats.org/drawingml/2006/main">
          <a:srgbClr val="0B332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D224A1-F81D-4863-B01C-CC329AEF6A59}"/>
              </a:ext>
            </a:extLst>
          </p:cNvPr>
          <p:cNvSpPr>
            <a:spLocks xmlns:a="http://schemas.openxmlformats.org/drawingml/2006/main" noGrp="1"/>
          </p:cNvSpPr>
          <p:nvPr/>
        </p:nvSpPr>
        <p:spPr>
          <a:xfrm xmlns:a="http://schemas.openxmlformats.org/drawingml/2006/main">
            <a:off x="609600" y="342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CFFC55"/>
                </a:solidFill>
                <a:latin typeface="Arial"/>
                <a:ea typeface="Arial"/>
                <a:cs typeface="Arial"/>
              </a:defRPr>
            </a:defPPr>
            <a:lvl1pPr>
              <a:defRPr sz="1200" b="1">
                <a:solidFill>
                  <a:srgbClr val="CFFC55"/>
                </a:solidFill>
                <a:latin typeface="Arial"/>
                <a:ea typeface="Arial"/>
                <a:cs typeface="Arial"/>
              </a:defRPr>
            </a:lvl1pPr>
            <a:lvl2pPr>
              <a:defRPr sz="1200" b="1">
                <a:solidFill>
                  <a:srgbClr val="CFFC55"/>
                </a:solidFill>
                <a:latin typeface="Arial"/>
                <a:ea typeface="Arial"/>
                <a:cs typeface="Arial"/>
              </a:defRPr>
            </a:lvl2pPr>
            <a:lvl3pPr>
              <a:defRPr sz="1200" b="1">
                <a:solidFill>
                  <a:srgbClr val="CFFC55"/>
                </a:solidFill>
                <a:latin typeface="Arial"/>
                <a:ea typeface="Arial"/>
                <a:cs typeface="Arial"/>
              </a:defRPr>
            </a:lvl3pPr>
            <a:lvl4pPr>
              <a:defRPr sz="1200" b="1">
                <a:solidFill>
                  <a:srgbClr val="CFFC55"/>
                </a:solidFill>
                <a:latin typeface="Arial"/>
                <a:ea typeface="Arial"/>
                <a:cs typeface="Arial"/>
              </a:defRPr>
            </a:lvl4pPr>
            <a:lvl5pPr>
              <a:defRPr sz="1200" b="1">
                <a:solidFill>
                  <a:srgbClr val="CFFC55"/>
                </a:solidFill>
                <a:latin typeface="Arial"/>
                <a:ea typeface="Arial"/>
                <a:cs typeface="Arial"/>
              </a:defRPr>
            </a:lvl5pPr>
            <a:lvl6pPr>
              <a:defRPr sz="1200" b="1">
                <a:solidFill>
                  <a:srgbClr val="CFFC55"/>
                </a:solidFill>
                <a:latin typeface="Arial"/>
                <a:ea typeface="Arial"/>
                <a:cs typeface="Arial"/>
              </a:defRPr>
            </a:lvl6pPr>
            <a:lvl7pPr>
              <a:defRPr sz="1200" b="1">
                <a:solidFill>
                  <a:srgbClr val="CFFC55"/>
                </a:solidFill>
                <a:latin typeface="Arial"/>
                <a:ea typeface="Arial"/>
                <a:cs typeface="Arial"/>
              </a:defRPr>
            </a:lvl7pPr>
            <a:lvl8pPr>
              <a:defRPr sz="1200" b="1">
                <a:solidFill>
                  <a:srgbClr val="CFFC55"/>
                </a:solidFill>
                <a:latin typeface="Arial"/>
                <a:ea typeface="Arial"/>
                <a:cs typeface="Arial"/>
              </a:defRPr>
            </a:lvl8pPr>
            <a:lvl9pPr>
              <a:defRPr sz="1200" b="1">
                <a:solidFill>
                  <a:srgbClr val="CFFC55"/>
                </a:solidFill>
                <a:latin typeface="Arial"/>
                <a:ea typeface="Arial"/>
                <a:cs typeface="Arial"/>
              </a:defRPr>
            </a:lvl9pPr>
          </a:lstStyle>
          <a:p xmlns:a="http://schemas.openxmlformats.org/drawingml/2006/main">
            <a:pPr>
              <a:defRPr sz="1200" b="1">
                <a:solidFill>
                  <a:srgbClr val="CFFC55"/>
                </a:solidFill>
                <a:latin typeface="Arial"/>
                <a:ea typeface="Arial"/>
                <a:cs typeface="Arial"/>
              </a:defRPr>
            </a:pPr>
            <a:r>
              <a:rPr sz="1200" b="1">
                <a:solidFill>
                  <a:srgbClr val="CFFC55"/>
                </a:solidFill>
                <a:latin typeface="Arial"/>
                <a:ea typeface="Arial"/>
                <a:cs typeface="Arial"/>
              </a:rPr>
              <a:t>QETTYQ APP</a:t>
            </a:r>
          </a:p>
        </p:txBody>
      </p:sp>
      <p:sp>
        <p:nvSpPr>
          <p:cNvPr id="2" name="">
            <a:extLst xmlns:a="http://schemas.openxmlformats.org/drawingml/2006/main">
              <a:ext uri="{FF2B5EF4-FFF2-40B4-BE49-F238E27FC236}">
                <a16:creationId xmlns:a16="http://schemas.microsoft.com/office/drawing/2014/main" id="{C9AFBE7A-6FF2-4633-8351-2FE1265F97B2}"/>
              </a:ext>
            </a:extLst>
          </p:cNvPr>
          <p:cNvSpPr>
            <a:spLocks xmlns:a="http://schemas.openxmlformats.org/drawingml/2006/main" noGrp="1"/>
          </p:cNvSpPr>
          <p:nvPr/>
        </p:nvSpPr>
        <p:spPr>
          <a:xfrm xmlns:a="http://schemas.openxmlformats.org/drawingml/2006/main">
            <a:off x="11049000" y="6419850"/>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C1D1CA"/>
                </a:solidFill>
                <a:latin typeface="Arial"/>
                <a:ea typeface="Arial"/>
                <a:cs typeface="Arial"/>
              </a:defRPr>
            </a:defPPr>
            <a:lvl1pPr>
              <a:defRPr sz="975" b="0">
                <a:solidFill>
                  <a:srgbClr val="C1D1CA"/>
                </a:solidFill>
                <a:latin typeface="Arial"/>
                <a:ea typeface="Arial"/>
                <a:cs typeface="Arial"/>
              </a:defRPr>
            </a:lvl1pPr>
            <a:lvl2pPr>
              <a:defRPr sz="975" b="0">
                <a:solidFill>
                  <a:srgbClr val="C1D1CA"/>
                </a:solidFill>
                <a:latin typeface="Arial"/>
                <a:ea typeface="Arial"/>
                <a:cs typeface="Arial"/>
              </a:defRPr>
            </a:lvl2pPr>
            <a:lvl3pPr>
              <a:defRPr sz="975" b="0">
                <a:solidFill>
                  <a:srgbClr val="C1D1CA"/>
                </a:solidFill>
                <a:latin typeface="Arial"/>
                <a:ea typeface="Arial"/>
                <a:cs typeface="Arial"/>
              </a:defRPr>
            </a:lvl3pPr>
            <a:lvl4pPr>
              <a:defRPr sz="975" b="0">
                <a:solidFill>
                  <a:srgbClr val="C1D1CA"/>
                </a:solidFill>
                <a:latin typeface="Arial"/>
                <a:ea typeface="Arial"/>
                <a:cs typeface="Arial"/>
              </a:defRPr>
            </a:lvl4pPr>
            <a:lvl5pPr>
              <a:defRPr sz="975" b="0">
                <a:solidFill>
                  <a:srgbClr val="C1D1CA"/>
                </a:solidFill>
                <a:latin typeface="Arial"/>
                <a:ea typeface="Arial"/>
                <a:cs typeface="Arial"/>
              </a:defRPr>
            </a:lvl5pPr>
            <a:lvl6pPr>
              <a:defRPr sz="975" b="0">
                <a:solidFill>
                  <a:srgbClr val="C1D1CA"/>
                </a:solidFill>
                <a:latin typeface="Arial"/>
                <a:ea typeface="Arial"/>
                <a:cs typeface="Arial"/>
              </a:defRPr>
            </a:lvl6pPr>
            <a:lvl7pPr>
              <a:defRPr sz="975" b="0">
                <a:solidFill>
                  <a:srgbClr val="C1D1CA"/>
                </a:solidFill>
                <a:latin typeface="Arial"/>
                <a:ea typeface="Arial"/>
                <a:cs typeface="Arial"/>
              </a:defRPr>
            </a:lvl7pPr>
            <a:lvl8pPr>
              <a:defRPr sz="975" b="0">
                <a:solidFill>
                  <a:srgbClr val="C1D1CA"/>
                </a:solidFill>
                <a:latin typeface="Arial"/>
                <a:ea typeface="Arial"/>
                <a:cs typeface="Arial"/>
              </a:defRPr>
            </a:lvl8pPr>
            <a:lvl9pPr>
              <a:defRPr sz="975" b="0">
                <a:solidFill>
                  <a:srgbClr val="C1D1CA"/>
                </a:solidFill>
                <a:latin typeface="Arial"/>
                <a:ea typeface="Arial"/>
                <a:cs typeface="Arial"/>
              </a:defRPr>
            </a:lvl9pPr>
          </a:lstStyle>
          <a:p xmlns:a="http://schemas.openxmlformats.org/drawingml/2006/main">
            <a:pPr>
              <a:defRPr sz="975" b="0">
                <a:solidFill>
                  <a:srgbClr val="C1D1CA"/>
                </a:solidFill>
                <a:latin typeface="Arial"/>
                <a:ea typeface="Arial"/>
                <a:cs typeface="Arial"/>
              </a:defRPr>
            </a:pPr>
            <a:r>
              <a:rPr sz="975" b="0">
                <a:solidFill>
                  <a:srgbClr val="C1D1C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4D2EB03-72BC-4C73-94B4-C99E9BC1D9C0}"/>
              </a:ext>
            </a:extLst>
          </p:cNvPr>
          <p:cNvSpPr>
            <a:spLocks xmlns:a="http://schemas.openxmlformats.org/drawingml/2006/main" noGrp="1"/>
          </p:cNvSpPr>
          <p:nvPr/>
        </p:nvSpPr>
        <p:spPr>
          <a:xfrm xmlns:a="http://schemas.openxmlformats.org/drawingml/2006/main">
            <a:off x="609600" y="9525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Пилот начинается с Астаны</a:t>
            </a:r>
          </a:p>
        </p:txBody>
      </p:sp>
      <p:sp>
        <p:nvSpPr>
          <p:cNvPr id="4" name="">
            <a:extLst xmlns:a="http://schemas.openxmlformats.org/drawingml/2006/main">
              <a:ext uri="{FF2B5EF4-FFF2-40B4-BE49-F238E27FC236}">
                <a16:creationId xmlns:a16="http://schemas.microsoft.com/office/drawing/2014/main" id="{01CADDBF-1B0D-43F8-99C2-EE1CE4EA3030}"/>
              </a:ext>
            </a:extLst>
          </p:cNvPr>
          <p:cNvSpPr>
            <a:spLocks xmlns:a="http://schemas.openxmlformats.org/drawingml/2006/main" noGrp="1"/>
          </p:cNvSpPr>
          <p:nvPr/>
        </p:nvSpPr>
        <p:spPr>
          <a:xfrm xmlns:a="http://schemas.openxmlformats.org/drawingml/2006/main">
            <a:off x="638175" y="26574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FFC55"/>
                </a:solidFill>
                <a:latin typeface="Arial"/>
                <a:ea typeface="Arial"/>
                <a:cs typeface="Arial"/>
              </a:defRPr>
            </a:defPPr>
            <a:lvl1pPr>
              <a:defRPr sz="2250" b="1">
                <a:solidFill>
                  <a:srgbClr val="CFFC55"/>
                </a:solidFill>
                <a:latin typeface="Arial"/>
                <a:ea typeface="Arial"/>
                <a:cs typeface="Arial"/>
              </a:defRPr>
            </a:lvl1pPr>
            <a:lvl2pPr>
              <a:defRPr sz="2250" b="1">
                <a:solidFill>
                  <a:srgbClr val="CFFC55"/>
                </a:solidFill>
                <a:latin typeface="Arial"/>
                <a:ea typeface="Arial"/>
                <a:cs typeface="Arial"/>
              </a:defRPr>
            </a:lvl2pPr>
            <a:lvl3pPr>
              <a:defRPr sz="2250" b="1">
                <a:solidFill>
                  <a:srgbClr val="CFFC55"/>
                </a:solidFill>
                <a:latin typeface="Arial"/>
                <a:ea typeface="Arial"/>
                <a:cs typeface="Arial"/>
              </a:defRPr>
            </a:lvl3pPr>
            <a:lvl4pPr>
              <a:defRPr sz="2250" b="1">
                <a:solidFill>
                  <a:srgbClr val="CFFC55"/>
                </a:solidFill>
                <a:latin typeface="Arial"/>
                <a:ea typeface="Arial"/>
                <a:cs typeface="Arial"/>
              </a:defRPr>
            </a:lvl4pPr>
            <a:lvl5pPr>
              <a:defRPr sz="2250" b="1">
                <a:solidFill>
                  <a:srgbClr val="CFFC55"/>
                </a:solidFill>
                <a:latin typeface="Arial"/>
                <a:ea typeface="Arial"/>
                <a:cs typeface="Arial"/>
              </a:defRPr>
            </a:lvl5pPr>
            <a:lvl6pPr>
              <a:defRPr sz="2250" b="1">
                <a:solidFill>
                  <a:srgbClr val="CFFC55"/>
                </a:solidFill>
                <a:latin typeface="Arial"/>
                <a:ea typeface="Arial"/>
                <a:cs typeface="Arial"/>
              </a:defRPr>
            </a:lvl6pPr>
            <a:lvl7pPr>
              <a:defRPr sz="2250" b="1">
                <a:solidFill>
                  <a:srgbClr val="CFFC55"/>
                </a:solidFill>
                <a:latin typeface="Arial"/>
                <a:ea typeface="Arial"/>
                <a:cs typeface="Arial"/>
              </a:defRPr>
            </a:lvl7pPr>
            <a:lvl8pPr>
              <a:defRPr sz="2250" b="1">
                <a:solidFill>
                  <a:srgbClr val="CFFC55"/>
                </a:solidFill>
                <a:latin typeface="Arial"/>
                <a:ea typeface="Arial"/>
                <a:cs typeface="Arial"/>
              </a:defRPr>
            </a:lvl8pPr>
            <a:lvl9pPr>
              <a:defRPr sz="2250" b="1">
                <a:solidFill>
                  <a:srgbClr val="CFFC55"/>
                </a:solidFill>
                <a:latin typeface="Arial"/>
                <a:ea typeface="Arial"/>
                <a:cs typeface="Arial"/>
              </a:defRPr>
            </a:lvl9pPr>
          </a:lstStyle>
          <a:p xmlns:a="http://schemas.openxmlformats.org/drawingml/2006/main">
            <a:pPr>
              <a:defRPr sz="2250" b="1">
                <a:solidFill>
                  <a:srgbClr val="CFFC55"/>
                </a:solidFill>
                <a:latin typeface="Arial"/>
                <a:ea typeface="Arial"/>
                <a:cs typeface="Arial"/>
              </a:defRPr>
            </a:pPr>
            <a:r>
              <a:rPr sz="2250" b="1">
                <a:solidFill>
                  <a:srgbClr val="CFFC55"/>
                </a:solidFill>
                <a:latin typeface="Arial"/>
                <a:ea typeface="Arial"/>
                <a:cs typeface="Arial"/>
              </a:rPr>
              <a:t>Сейчас</a:t>
            </a:r>
          </a:p>
        </p:txBody>
      </p:sp>
      <p:sp>
        <p:nvSpPr>
          <p:cNvPr id="5" name="">
            <a:extLst xmlns:a="http://schemas.openxmlformats.org/drawingml/2006/main">
              <a:ext uri="{FF2B5EF4-FFF2-40B4-BE49-F238E27FC236}">
                <a16:creationId xmlns:a16="http://schemas.microsoft.com/office/drawing/2014/main" id="{140D72CA-5BF2-4693-86E6-5A6225320679}"/>
              </a:ext>
            </a:extLst>
          </p:cNvPr>
          <p:cNvSpPr>
            <a:spLocks xmlns:a="http://schemas.openxmlformats.org/drawingml/2006/main" noGrp="1"/>
          </p:cNvSpPr>
          <p:nvPr/>
        </p:nvSpPr>
        <p:spPr>
          <a:xfrm xmlns:a="http://schemas.openxmlformats.org/drawingml/2006/main">
            <a:off x="638175" y="3200400"/>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Локально: свайпы, чат с карточками,</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векторная карта, план и афиша.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Публичный сайт пока на старом UI.</a:t>
            </a:r>
          </a:p>
        </p:txBody>
      </p:sp>
      <p:sp>
        <p:nvSpPr>
          <p:cNvPr id="6" name="">
            <a:extLst xmlns:a="http://schemas.openxmlformats.org/drawingml/2006/main">
              <a:ext uri="{FF2B5EF4-FFF2-40B4-BE49-F238E27FC236}">
                <a16:creationId xmlns:a16="http://schemas.microsoft.com/office/drawing/2014/main" id="{E5ED8DCD-B36D-4AFE-BA23-6CC57330F173}"/>
              </a:ext>
            </a:extLst>
          </p:cNvPr>
          <p:cNvSpPr>
            <a:spLocks xmlns:a="http://schemas.openxmlformats.org/drawingml/2006/main" noGrp="1"/>
          </p:cNvSpPr>
          <p:nvPr/>
        </p:nvSpPr>
        <p:spPr>
          <a:xfrm xmlns:a="http://schemas.openxmlformats.org/drawingml/2006/main">
            <a:off x="6496050" y="2657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FFC55"/>
                </a:solidFill>
                <a:latin typeface="Arial"/>
                <a:ea typeface="Arial"/>
                <a:cs typeface="Arial"/>
              </a:defRPr>
            </a:defPPr>
            <a:lvl1pPr>
              <a:defRPr sz="2250" b="1">
                <a:solidFill>
                  <a:srgbClr val="CFFC55"/>
                </a:solidFill>
                <a:latin typeface="Arial"/>
                <a:ea typeface="Arial"/>
                <a:cs typeface="Arial"/>
              </a:defRPr>
            </a:lvl1pPr>
            <a:lvl2pPr>
              <a:defRPr sz="2250" b="1">
                <a:solidFill>
                  <a:srgbClr val="CFFC55"/>
                </a:solidFill>
                <a:latin typeface="Arial"/>
                <a:ea typeface="Arial"/>
                <a:cs typeface="Arial"/>
              </a:defRPr>
            </a:lvl2pPr>
            <a:lvl3pPr>
              <a:defRPr sz="2250" b="1">
                <a:solidFill>
                  <a:srgbClr val="CFFC55"/>
                </a:solidFill>
                <a:latin typeface="Arial"/>
                <a:ea typeface="Arial"/>
                <a:cs typeface="Arial"/>
              </a:defRPr>
            </a:lvl3pPr>
            <a:lvl4pPr>
              <a:defRPr sz="2250" b="1">
                <a:solidFill>
                  <a:srgbClr val="CFFC55"/>
                </a:solidFill>
                <a:latin typeface="Arial"/>
                <a:ea typeface="Arial"/>
                <a:cs typeface="Arial"/>
              </a:defRPr>
            </a:lvl4pPr>
            <a:lvl5pPr>
              <a:defRPr sz="2250" b="1">
                <a:solidFill>
                  <a:srgbClr val="CFFC55"/>
                </a:solidFill>
                <a:latin typeface="Arial"/>
                <a:ea typeface="Arial"/>
                <a:cs typeface="Arial"/>
              </a:defRPr>
            </a:lvl5pPr>
            <a:lvl6pPr>
              <a:defRPr sz="2250" b="1">
                <a:solidFill>
                  <a:srgbClr val="CFFC55"/>
                </a:solidFill>
                <a:latin typeface="Arial"/>
                <a:ea typeface="Arial"/>
                <a:cs typeface="Arial"/>
              </a:defRPr>
            </a:lvl6pPr>
            <a:lvl7pPr>
              <a:defRPr sz="2250" b="1">
                <a:solidFill>
                  <a:srgbClr val="CFFC55"/>
                </a:solidFill>
                <a:latin typeface="Arial"/>
                <a:ea typeface="Arial"/>
                <a:cs typeface="Arial"/>
              </a:defRPr>
            </a:lvl7pPr>
            <a:lvl8pPr>
              <a:defRPr sz="2250" b="1">
                <a:solidFill>
                  <a:srgbClr val="CFFC55"/>
                </a:solidFill>
                <a:latin typeface="Arial"/>
                <a:ea typeface="Arial"/>
                <a:cs typeface="Arial"/>
              </a:defRPr>
            </a:lvl8pPr>
            <a:lvl9pPr>
              <a:defRPr sz="2250" b="1">
                <a:solidFill>
                  <a:srgbClr val="CFFC55"/>
                </a:solidFill>
                <a:latin typeface="Arial"/>
                <a:ea typeface="Arial"/>
                <a:cs typeface="Arial"/>
              </a:defRPr>
            </a:lvl9pPr>
          </a:lstStyle>
          <a:p xmlns:a="http://schemas.openxmlformats.org/drawingml/2006/main">
            <a:pPr>
              <a:defRPr sz="2250" b="1">
                <a:solidFill>
                  <a:srgbClr val="CFFC55"/>
                </a:solidFill>
                <a:latin typeface="Arial"/>
                <a:ea typeface="Arial"/>
                <a:cs typeface="Arial"/>
              </a:defRPr>
            </a:pPr>
            <a:r>
              <a:rPr sz="2250" b="1">
                <a:solidFill>
                  <a:srgbClr val="CFFC55"/>
                </a:solidFill>
                <a:latin typeface="Arial"/>
                <a:ea typeface="Arial"/>
                <a:cs typeface="Arial"/>
              </a:rPr>
              <a:t>Следующая проверка</a:t>
            </a:r>
          </a:p>
        </p:txBody>
      </p:sp>
      <p:sp>
        <p:nvSpPr>
          <p:cNvPr id="7" name="">
            <a:extLst xmlns:a="http://schemas.openxmlformats.org/drawingml/2006/main">
              <a:ext uri="{FF2B5EF4-FFF2-40B4-BE49-F238E27FC236}">
                <a16:creationId xmlns:a16="http://schemas.microsoft.com/office/drawing/2014/main" id="{EE2272E2-1C24-4A48-983F-705B95D426F8}"/>
              </a:ext>
            </a:extLst>
          </p:cNvPr>
          <p:cNvSpPr>
            <a:spLocks xmlns:a="http://schemas.openxmlformats.org/drawingml/2006/main" noGrp="1"/>
          </p:cNvSpPr>
          <p:nvPr/>
        </p:nvSpPr>
        <p:spPr>
          <a:xfrm xmlns:a="http://schemas.openxmlformats.org/drawingml/2006/main">
            <a:off x="6496050" y="32004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AI в пользовательском диалоге,</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маршруты по улицам и польза пилота.</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После проверки: Алматы.</a:t>
            </a:r>
          </a:p>
        </p:txBody>
      </p:sp>
      <p:sp>
        <p:nvSpPr>
          <p:cNvPr id="8" name="">
            <a:extLst xmlns:a="http://schemas.openxmlformats.org/drawingml/2006/main">
              <a:ext uri="{FF2B5EF4-FFF2-40B4-BE49-F238E27FC236}">
                <a16:creationId xmlns:a16="http://schemas.microsoft.com/office/drawing/2014/main" id="{295C3EBD-12D7-4A0A-8AC9-D362886F8E35}"/>
              </a:ext>
            </a:extLst>
          </p:cNvPr>
          <p:cNvSpPr>
            <a:spLocks xmlns:a="http://schemas.openxmlformats.org/drawingml/2006/main" noGrp="1"/>
          </p:cNvSpPr>
          <p:nvPr/>
        </p:nvSpPr>
        <p:spPr>
          <a:xfrm xmlns:a="http://schemas.openxmlformats.org/drawingml/2006/main">
            <a:off x="638175" y="4762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1D1CA"/>
                </a:solidFill>
                <a:latin typeface="Arial"/>
                <a:ea typeface="Arial"/>
                <a:cs typeface="Arial"/>
              </a:defRPr>
            </a:defPPr>
            <a:lvl1pPr>
              <a:defRPr sz="1800" b="0">
                <a:solidFill>
                  <a:srgbClr val="C1D1CA"/>
                </a:solidFill>
                <a:latin typeface="Arial"/>
                <a:ea typeface="Arial"/>
                <a:cs typeface="Arial"/>
              </a:defRPr>
            </a:lvl1pPr>
            <a:lvl2pPr>
              <a:defRPr sz="1800" b="0">
                <a:solidFill>
                  <a:srgbClr val="C1D1CA"/>
                </a:solidFill>
                <a:latin typeface="Arial"/>
                <a:ea typeface="Arial"/>
                <a:cs typeface="Arial"/>
              </a:defRPr>
            </a:lvl2pPr>
            <a:lvl3pPr>
              <a:defRPr sz="1800" b="0">
                <a:solidFill>
                  <a:srgbClr val="C1D1CA"/>
                </a:solidFill>
                <a:latin typeface="Arial"/>
                <a:ea typeface="Arial"/>
                <a:cs typeface="Arial"/>
              </a:defRPr>
            </a:lvl3pPr>
            <a:lvl4pPr>
              <a:defRPr sz="1800" b="0">
                <a:solidFill>
                  <a:srgbClr val="C1D1CA"/>
                </a:solidFill>
                <a:latin typeface="Arial"/>
                <a:ea typeface="Arial"/>
                <a:cs typeface="Arial"/>
              </a:defRPr>
            </a:lvl4pPr>
            <a:lvl5pPr>
              <a:defRPr sz="1800" b="0">
                <a:solidFill>
                  <a:srgbClr val="C1D1CA"/>
                </a:solidFill>
                <a:latin typeface="Arial"/>
                <a:ea typeface="Arial"/>
                <a:cs typeface="Arial"/>
              </a:defRPr>
            </a:lvl5pPr>
            <a:lvl6pPr>
              <a:defRPr sz="1800" b="0">
                <a:solidFill>
                  <a:srgbClr val="C1D1CA"/>
                </a:solidFill>
                <a:latin typeface="Arial"/>
                <a:ea typeface="Arial"/>
                <a:cs typeface="Arial"/>
              </a:defRPr>
            </a:lvl6pPr>
            <a:lvl7pPr>
              <a:defRPr sz="1800" b="0">
                <a:solidFill>
                  <a:srgbClr val="C1D1CA"/>
                </a:solidFill>
                <a:latin typeface="Arial"/>
                <a:ea typeface="Arial"/>
                <a:cs typeface="Arial"/>
              </a:defRPr>
            </a:lvl7pPr>
            <a:lvl8pPr>
              <a:defRPr sz="1800" b="0">
                <a:solidFill>
                  <a:srgbClr val="C1D1CA"/>
                </a:solidFill>
                <a:latin typeface="Arial"/>
                <a:ea typeface="Arial"/>
                <a:cs typeface="Arial"/>
              </a:defRPr>
            </a:lvl8pPr>
            <a:lvl9pPr>
              <a:defRPr sz="1800" b="0">
                <a:solidFill>
                  <a:srgbClr val="C1D1CA"/>
                </a:solidFill>
                <a:latin typeface="Arial"/>
                <a:ea typeface="Arial"/>
                <a:cs typeface="Arial"/>
              </a:defRPr>
            </a:lvl9pPr>
          </a:lstStyle>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Бизнес-гипотеза: инструменты для площадок</a:t>
            </a:r>
          </a:p>
          <a:p xmlns:a="http://schemas.openxmlformats.org/drawingml/2006/main">
            <a:pPr>
              <a:defRPr sz="1800" b="0">
                <a:solidFill>
                  <a:srgbClr val="C1D1CA"/>
                </a:solidFill>
                <a:latin typeface="Arial"/>
                <a:ea typeface="Arial"/>
                <a:cs typeface="Arial"/>
              </a:defRPr>
            </a:pPr>
            <a:r>
              <a:rPr sz="1800" b="0">
                <a:solidFill>
                  <a:srgbClr val="C1D1CA"/>
                </a:solidFill>
                <a:latin typeface="Arial"/>
                <a:ea typeface="Arial"/>
                <a:cs typeface="Arial"/>
              </a:rPr>
              <a:t>и комиссия за подтверждённое бронирование.</a:t>
            </a:r>
          </a:p>
        </p:txBody>
      </p:sp>
      <p:sp>
        <p:nvSpPr>
          <p:cNvPr id="9" name="">
            <a:extLst xmlns:a="http://schemas.openxmlformats.org/drawingml/2006/main">
              <a:ext uri="{FF2B5EF4-FFF2-40B4-BE49-F238E27FC236}">
                <a16:creationId xmlns:a16="http://schemas.microsoft.com/office/drawing/2014/main" id="{D54988FA-BDAE-4E92-8BD1-D8C425EDB52F}"/>
              </a:ext>
            </a:extLst>
          </p:cNvPr>
          <p:cNvSpPr>
            <a:spLocks xmlns:a="http://schemas.openxmlformats.org/drawingml/2006/main" noGrp="1"/>
          </p:cNvSpPr>
          <p:nvPr/>
        </p:nvSpPr>
        <p:spPr>
          <a:xfrm xmlns:a="http://schemas.openxmlformats.org/drawingml/2006/main">
            <a:off x="638175" y="573405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FFFFF"/>
                </a:solidFill>
                <a:latin typeface="Arial"/>
                <a:ea typeface="Arial"/>
                <a:cs typeface="Arial"/>
              </a:defRPr>
            </a:defPPr>
            <a:lvl1pPr>
              <a:defRPr sz="2025" b="1">
                <a:solidFill>
                  <a:srgbClr val="FFFFFF"/>
                </a:solidFill>
                <a:latin typeface="Arial"/>
                <a:ea typeface="Arial"/>
                <a:cs typeface="Arial"/>
              </a:defRPr>
            </a:lvl1pPr>
            <a:lvl2pPr>
              <a:defRPr sz="2025" b="1">
                <a:solidFill>
                  <a:srgbClr val="FFFFFF"/>
                </a:solidFill>
                <a:latin typeface="Arial"/>
                <a:ea typeface="Arial"/>
                <a:cs typeface="Arial"/>
              </a:defRPr>
            </a:lvl2pPr>
            <a:lvl3pPr>
              <a:defRPr sz="2025" b="1">
                <a:solidFill>
                  <a:srgbClr val="FFFFFF"/>
                </a:solidFill>
                <a:latin typeface="Arial"/>
                <a:ea typeface="Arial"/>
                <a:cs typeface="Arial"/>
              </a:defRPr>
            </a:lvl3pPr>
            <a:lvl4pPr>
              <a:defRPr sz="2025" b="1">
                <a:solidFill>
                  <a:srgbClr val="FFFFFF"/>
                </a:solidFill>
                <a:latin typeface="Arial"/>
                <a:ea typeface="Arial"/>
                <a:cs typeface="Arial"/>
              </a:defRPr>
            </a:lvl4pPr>
            <a:lvl5pPr>
              <a:defRPr sz="2025" b="1">
                <a:solidFill>
                  <a:srgbClr val="FFFFFF"/>
                </a:solidFill>
                <a:latin typeface="Arial"/>
                <a:ea typeface="Arial"/>
                <a:cs typeface="Arial"/>
              </a:defRPr>
            </a:lvl5pPr>
            <a:lvl6pPr>
              <a:defRPr sz="2025" b="1">
                <a:solidFill>
                  <a:srgbClr val="FFFFFF"/>
                </a:solidFill>
                <a:latin typeface="Arial"/>
                <a:ea typeface="Arial"/>
                <a:cs typeface="Arial"/>
              </a:defRPr>
            </a:lvl6pPr>
            <a:lvl7pPr>
              <a:defRPr sz="2025" b="1">
                <a:solidFill>
                  <a:srgbClr val="FFFFFF"/>
                </a:solidFill>
                <a:latin typeface="Arial"/>
                <a:ea typeface="Arial"/>
                <a:cs typeface="Arial"/>
              </a:defRPr>
            </a:lvl7pPr>
            <a:lvl8pPr>
              <a:defRPr sz="2025" b="1">
                <a:solidFill>
                  <a:srgbClr val="FFFFFF"/>
                </a:solidFill>
                <a:latin typeface="Arial"/>
                <a:ea typeface="Arial"/>
                <a:cs typeface="Arial"/>
              </a:defRPr>
            </a:lvl8pPr>
            <a:lvl9pPr>
              <a:defRPr sz="2025" b="1">
                <a:solidFill>
                  <a:srgbClr val="FFFFFF"/>
                </a:solidFill>
                <a:latin typeface="Arial"/>
                <a:ea typeface="Arial"/>
                <a:cs typeface="Arial"/>
              </a:defRPr>
            </a:lvl9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Tim Asproyanidi</a:t>
            </a:r>
          </a:p>
        </p:txBody>
      </p:sp>
      <p:sp>
        <p:nvSpPr>
          <p:cNvPr id="10" name="">
            <a:extLst xmlns:a="http://schemas.openxmlformats.org/drawingml/2006/main">
              <a:ext uri="{FF2B5EF4-FFF2-40B4-BE49-F238E27FC236}">
                <a16:creationId xmlns:a16="http://schemas.microsoft.com/office/drawing/2014/main" id="{255A8665-FC4D-4872-B53B-67FEF03D4BB1}"/>
              </a:ext>
            </a:extLst>
          </p:cNvPr>
          <p:cNvSpPr>
            <a:spLocks xmlns:a="http://schemas.openxmlformats.org/drawingml/2006/main" noGrp="1"/>
          </p:cNvSpPr>
          <p:nvPr/>
        </p:nvSpPr>
        <p:spPr>
          <a:xfrm xmlns:a="http://schemas.openxmlformats.org/drawingml/2006/main">
            <a:off x="638175" y="6153150"/>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C1D1CA"/>
                </a:solidFill>
                <a:latin typeface="Arial"/>
                <a:ea typeface="Arial"/>
                <a:cs typeface="Arial"/>
              </a:defRPr>
            </a:defPPr>
            <a:lvl1pPr>
              <a:defRPr sz="1425" b="0">
                <a:solidFill>
                  <a:srgbClr val="C1D1CA"/>
                </a:solidFill>
                <a:latin typeface="Arial"/>
                <a:ea typeface="Arial"/>
                <a:cs typeface="Arial"/>
              </a:defRPr>
            </a:lvl1pPr>
            <a:lvl2pPr>
              <a:defRPr sz="1425" b="0">
                <a:solidFill>
                  <a:srgbClr val="C1D1CA"/>
                </a:solidFill>
                <a:latin typeface="Arial"/>
                <a:ea typeface="Arial"/>
                <a:cs typeface="Arial"/>
              </a:defRPr>
            </a:lvl2pPr>
            <a:lvl3pPr>
              <a:defRPr sz="1425" b="0">
                <a:solidFill>
                  <a:srgbClr val="C1D1CA"/>
                </a:solidFill>
                <a:latin typeface="Arial"/>
                <a:ea typeface="Arial"/>
                <a:cs typeface="Arial"/>
              </a:defRPr>
            </a:lvl3pPr>
            <a:lvl4pPr>
              <a:defRPr sz="1425" b="0">
                <a:solidFill>
                  <a:srgbClr val="C1D1CA"/>
                </a:solidFill>
                <a:latin typeface="Arial"/>
                <a:ea typeface="Arial"/>
                <a:cs typeface="Arial"/>
              </a:defRPr>
            </a:lvl4pPr>
            <a:lvl5pPr>
              <a:defRPr sz="1425" b="0">
                <a:solidFill>
                  <a:srgbClr val="C1D1CA"/>
                </a:solidFill>
                <a:latin typeface="Arial"/>
                <a:ea typeface="Arial"/>
                <a:cs typeface="Arial"/>
              </a:defRPr>
            </a:lvl5pPr>
            <a:lvl6pPr>
              <a:defRPr sz="1425" b="0">
                <a:solidFill>
                  <a:srgbClr val="C1D1CA"/>
                </a:solidFill>
                <a:latin typeface="Arial"/>
                <a:ea typeface="Arial"/>
                <a:cs typeface="Arial"/>
              </a:defRPr>
            </a:lvl6pPr>
            <a:lvl7pPr>
              <a:defRPr sz="1425" b="0">
                <a:solidFill>
                  <a:srgbClr val="C1D1CA"/>
                </a:solidFill>
                <a:latin typeface="Arial"/>
                <a:ea typeface="Arial"/>
                <a:cs typeface="Arial"/>
              </a:defRPr>
            </a:lvl7pPr>
            <a:lvl8pPr>
              <a:defRPr sz="1425" b="0">
                <a:solidFill>
                  <a:srgbClr val="C1D1CA"/>
                </a:solidFill>
                <a:latin typeface="Arial"/>
                <a:ea typeface="Arial"/>
                <a:cs typeface="Arial"/>
              </a:defRPr>
            </a:lvl8pPr>
            <a:lvl9pPr>
              <a:defRPr sz="1425" b="0">
                <a:solidFill>
                  <a:srgbClr val="C1D1CA"/>
                </a:solidFill>
                <a:latin typeface="Arial"/>
                <a:ea typeface="Arial"/>
                <a:cs typeface="Arial"/>
              </a:defRPr>
            </a:lvl9pPr>
          </a:lstStyle>
          <a:p xmlns:a="http://schemas.openxmlformats.org/drawingml/2006/main">
            <a:pPr>
              <a:defRPr sz="1425" b="0">
                <a:solidFill>
                  <a:srgbClr val="C1D1CA"/>
                </a:solidFill>
                <a:latin typeface="Arial"/>
                <a:ea typeface="Arial"/>
                <a:cs typeface="Arial"/>
              </a:defRPr>
            </a:pPr>
            <a:r>
              <a:rPr sz="1425" b="0">
                <a:solidFill>
                  <a:srgbClr val="C1D1CA"/>
                </a:solidFill>
                <a:latin typeface="Arial"/>
                <a:ea typeface="Arial"/>
                <a:cs typeface="Arial"/>
              </a:rPr>
              <a:t>Qaragandy   Boostseller.kz   +7 777 836 85 76</a:t>
            </a:r>
          </a:p>
        </p:txBody>
      </p:sp>
      <p:sp>
        <p:nvSpPr>
          <p:cNvPr id="11" name="">
            <a:extLst xmlns:a="http://schemas.openxmlformats.org/drawingml/2006/main">
              <a:ext uri="{FF2B5EF4-FFF2-40B4-BE49-F238E27FC236}">
                <a16:creationId xmlns:a16="http://schemas.microsoft.com/office/drawing/2014/main" id="{91F120D5-3102-4DF4-954B-967B1645788D}"/>
              </a:ext>
            </a:extLst>
          </p:cNvPr>
          <p:cNvSpPr>
            <a:spLocks xmlns:a="http://schemas.openxmlformats.org/drawingml/2006/main" noGrp="1"/>
          </p:cNvSpPr>
          <p:nvPr/>
        </p:nvSpPr>
        <p:spPr>
          <a:xfrm xmlns:a="http://schemas.openxmlformats.org/drawingml/2006/main">
            <a:off x="7791450" y="6153150"/>
            <a:ext cx="3762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C1D1CA"/>
                </a:solidFill>
                <a:latin typeface="Arial"/>
                <a:ea typeface="Arial"/>
                <a:cs typeface="Arial"/>
              </a:defRPr>
            </a:defPPr>
            <a:lvl1pPr>
              <a:defRPr sz="1350" b="0">
                <a:solidFill>
                  <a:srgbClr val="C1D1CA"/>
                </a:solidFill>
                <a:latin typeface="Arial"/>
                <a:ea typeface="Arial"/>
                <a:cs typeface="Arial"/>
              </a:defRPr>
            </a:lvl1pPr>
            <a:lvl2pPr>
              <a:defRPr sz="1350" b="0">
                <a:solidFill>
                  <a:srgbClr val="C1D1CA"/>
                </a:solidFill>
                <a:latin typeface="Arial"/>
                <a:ea typeface="Arial"/>
                <a:cs typeface="Arial"/>
              </a:defRPr>
            </a:lvl2pPr>
            <a:lvl3pPr>
              <a:defRPr sz="1350" b="0">
                <a:solidFill>
                  <a:srgbClr val="C1D1CA"/>
                </a:solidFill>
                <a:latin typeface="Arial"/>
                <a:ea typeface="Arial"/>
                <a:cs typeface="Arial"/>
              </a:defRPr>
            </a:lvl3pPr>
            <a:lvl4pPr>
              <a:defRPr sz="1350" b="0">
                <a:solidFill>
                  <a:srgbClr val="C1D1CA"/>
                </a:solidFill>
                <a:latin typeface="Arial"/>
                <a:ea typeface="Arial"/>
                <a:cs typeface="Arial"/>
              </a:defRPr>
            </a:lvl4pPr>
            <a:lvl5pPr>
              <a:defRPr sz="1350" b="0">
                <a:solidFill>
                  <a:srgbClr val="C1D1CA"/>
                </a:solidFill>
                <a:latin typeface="Arial"/>
                <a:ea typeface="Arial"/>
                <a:cs typeface="Arial"/>
              </a:defRPr>
            </a:lvl5pPr>
            <a:lvl6pPr>
              <a:defRPr sz="1350" b="0">
                <a:solidFill>
                  <a:srgbClr val="C1D1CA"/>
                </a:solidFill>
                <a:latin typeface="Arial"/>
                <a:ea typeface="Arial"/>
                <a:cs typeface="Arial"/>
              </a:defRPr>
            </a:lvl6pPr>
            <a:lvl7pPr>
              <a:defRPr sz="1350" b="0">
                <a:solidFill>
                  <a:srgbClr val="C1D1CA"/>
                </a:solidFill>
                <a:latin typeface="Arial"/>
                <a:ea typeface="Arial"/>
                <a:cs typeface="Arial"/>
              </a:defRPr>
            </a:lvl7pPr>
            <a:lvl8pPr>
              <a:defRPr sz="1350" b="0">
                <a:solidFill>
                  <a:srgbClr val="C1D1CA"/>
                </a:solidFill>
                <a:latin typeface="Arial"/>
                <a:ea typeface="Arial"/>
                <a:cs typeface="Arial"/>
              </a:defRPr>
            </a:lvl8pPr>
            <a:lvl9pPr>
              <a:defRPr sz="1350" b="0">
                <a:solidFill>
                  <a:srgbClr val="C1D1CA"/>
                </a:solidFill>
                <a:latin typeface="Arial"/>
                <a:ea typeface="Arial"/>
                <a:cs typeface="Arial"/>
              </a:defRPr>
            </a:lvl9pPr>
          </a:lstStyle>
          <a:p xmlns:a="http://schemas.openxmlformats.org/drawingml/2006/main">
            <a:pPr>
              <a:defRPr sz="1350" b="0">
                <a:solidFill>
                  <a:srgbClr val="C1D1CA"/>
                </a:solidFill>
                <a:latin typeface="Arial"/>
                <a:ea typeface="Arial"/>
                <a:cs typeface="Arial"/>
              </a:defRPr>
            </a:pPr>
            <a:r>
              <a:rPr sz="1350" b="0">
                <a:solidFill>
                  <a:srgbClr val="C1D1CA"/>
                </a:solidFill>
                <a:latin typeface="Arial"/>
                <a:ea typeface="Arial"/>
                <a:cs typeface="Arial"/>
              </a:rPr>
              <a:t>github.com/timyname/QETTYQ</a:t>
            </a:r>
          </a:p>
        </p:txBody>
      </p:sp>
    </p:spTree>
    <p:extLst>
      <p:ext uri="{BB962C8B-B14F-4D97-AF65-F5344CB8AC3E}">
        <p14:creationId xmlns:p14="http://schemas.microsoft.com/office/powerpoint/2010/main" val="9161363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2026-10-20T15:59:50.0400000Z</dcterms:created>
  <dcterms:modified xsi:type="dcterms:W3CDTF">2026-10-20T15:59:50.0400000Z</dcterms:modified>
</coreProperties>
</file>