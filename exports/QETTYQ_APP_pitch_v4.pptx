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44671a4adf4af8" /><Relationship Type="http://schemas.openxmlformats.org/officeDocument/2006/relationships/extended-properties" Target="/docProps/app.xml" Id="Rf2ea821ecba24334" /><Relationship Type="http://schemas.openxmlformats.org/officeDocument/2006/relationships/officeDocument" Target="/ppt/presentation.xml" Id="Re97ffe66f89540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fac1d86acf4e83"/>
  </p:sldMasterIdLst>
  <p:notesMasterIdLst>
    <p:notesMasterId xmlns:r="http://schemas.openxmlformats.org/officeDocument/2006/relationships" r:id="R7f3a8b3352044016"/>
  </p:notesMasterIdLst>
  <p:sldIdLst>
    <p:sldId xmlns:r="http://schemas.openxmlformats.org/officeDocument/2006/relationships" id="256" r:id="Rb988780b42b149e0"/>
    <p:sldId xmlns:r="http://schemas.openxmlformats.org/officeDocument/2006/relationships" id="257" r:id="Rd6095af8e8f14a45"/>
    <p:sldId xmlns:r="http://schemas.openxmlformats.org/officeDocument/2006/relationships" id="258" r:id="R502a6bbacb5044d7"/>
    <p:sldId xmlns:r="http://schemas.openxmlformats.org/officeDocument/2006/relationships" id="259" r:id="R0031d5a32f3f4148"/>
    <p:sldId xmlns:r="http://schemas.openxmlformats.org/officeDocument/2006/relationships" id="260" r:id="R591ad1ab955d4d00"/>
    <p:sldId xmlns:r="http://schemas.openxmlformats.org/officeDocument/2006/relationships" id="261" r:id="R7e354de9fe77428e"/>
    <p:sldId xmlns:r="http://schemas.openxmlformats.org/officeDocument/2006/relationships" id="262" r:id="R4065b778767449b9"/>
    <p:sldId xmlns:r="http://schemas.openxmlformats.org/officeDocument/2006/relationships" id="263" r:id="Raeb2ad69227d4641"/>
    <p:sldId xmlns:r="http://schemas.openxmlformats.org/officeDocument/2006/relationships" id="264" r:id="Rb58547038abf4529"/>
    <p:sldId xmlns:r="http://schemas.openxmlformats.org/officeDocument/2006/relationships" id="265" r:id="R5839bd81df7d47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e5dae7aa914ce0" /><Relationship Type="http://schemas.openxmlformats.org/officeDocument/2006/relationships/slideMaster" Target="/ppt/slideMasters/slideMaster1.xml" Id="Rb9fac1d86acf4e83" /><Relationship Type="http://schemas.openxmlformats.org/officeDocument/2006/relationships/notesMaster" Target="/ppt/notesMasters/notesMaster1.xml" Id="R7f3a8b3352044016" /><Relationship Type="http://schemas.openxmlformats.org/officeDocument/2006/relationships/presProps" Target="/ppt/presProps.xml" Id="R5207efc363914e77" /><Relationship Type="http://schemas.openxmlformats.org/officeDocument/2006/relationships/tableStyles" Target="/ppt/tableStyles.xml" Id="Ra836042ae437455e" /><Relationship Type="http://schemas.openxmlformats.org/officeDocument/2006/relationships/slide" Target="/ppt/slides/slide1.xml" Id="Rb988780b42b149e0" /><Relationship Type="http://schemas.openxmlformats.org/officeDocument/2006/relationships/slide" Target="/ppt/slides/slide2.xml" Id="Rd6095af8e8f14a45" /><Relationship Type="http://schemas.openxmlformats.org/officeDocument/2006/relationships/slide" Target="/ppt/slides/slide3.xml" Id="R502a6bbacb5044d7" /><Relationship Type="http://schemas.openxmlformats.org/officeDocument/2006/relationships/slide" Target="/ppt/slides/slide4.xml" Id="R0031d5a32f3f4148" /><Relationship Type="http://schemas.openxmlformats.org/officeDocument/2006/relationships/slide" Target="/ppt/slides/slide5.xml" Id="R591ad1ab955d4d00" /><Relationship Type="http://schemas.openxmlformats.org/officeDocument/2006/relationships/slide" Target="/ppt/slides/slide6.xml" Id="R7e354de9fe77428e" /><Relationship Type="http://schemas.openxmlformats.org/officeDocument/2006/relationships/slide" Target="/ppt/slides/slide7.xml" Id="R4065b778767449b9" /><Relationship Type="http://schemas.openxmlformats.org/officeDocument/2006/relationships/slide" Target="/ppt/slides/slide8.xml" Id="Raeb2ad69227d4641" /><Relationship Type="http://schemas.openxmlformats.org/officeDocument/2006/relationships/slide" Target="/ppt/slides/slide9.xml" Id="Rb58547038abf4529" /><Relationship Type="http://schemas.openxmlformats.org/officeDocument/2006/relationships/slide" Target="/ppt/slides/slide10.xml" Id="R5839bd81df7d47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080f17795646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49e6cfd8e64c89" /><Relationship Type="http://schemas.openxmlformats.org/officeDocument/2006/relationships/notesMaster" Target="/ppt/notesMasters/notesMaster1.xml" Id="Rf9daf0b035c445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391bd8fb1e4ee4" /><Relationship Type="http://schemas.openxmlformats.org/officeDocument/2006/relationships/notesMaster" Target="/ppt/notesMasters/notesMaster1.xml" Id="Rab3c5eb2884e4e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b954033fb84141" /><Relationship Type="http://schemas.openxmlformats.org/officeDocument/2006/relationships/notesMaster" Target="/ppt/notesMasters/notesMaster1.xml" Id="R4db80f1f7db34a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868dd6fe9a4af7" /><Relationship Type="http://schemas.openxmlformats.org/officeDocument/2006/relationships/notesMaster" Target="/ppt/notesMasters/notesMaster1.xml" Id="Rf60d148420e44a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c25df1d2ea43c9" /><Relationship Type="http://schemas.openxmlformats.org/officeDocument/2006/relationships/notesMaster" Target="/ppt/notesMasters/notesMaster1.xml" Id="Rc6ab30d263f848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d4625c72224a04" /><Relationship Type="http://schemas.openxmlformats.org/officeDocument/2006/relationships/notesMaster" Target="/ppt/notesMasters/notesMaster1.xml" Id="R1be7cd008ad944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6af9a054104506" /><Relationship Type="http://schemas.openxmlformats.org/officeDocument/2006/relationships/notesMaster" Target="/ppt/notesMasters/notesMaster1.xml" Id="R1e1c40ee51f443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eb4a69c211436d" /><Relationship Type="http://schemas.openxmlformats.org/officeDocument/2006/relationships/notesMaster" Target="/ppt/notesMasters/notesMaster1.xml" Id="R56a116a63d614e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17314dba9e4678" /><Relationship Type="http://schemas.openxmlformats.org/officeDocument/2006/relationships/notesMaster" Target="/ppt/notesMasters/notesMaster1.xml" Id="R8725da827b7d4e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ebe2c3985346fd" /><Relationship Type="http://schemas.openxmlformats.org/officeDocument/2006/relationships/notesMaster" Target="/ppt/notesMasters/notesMaster1.xml" Id="Re4f904dd8c43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8d4645371743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bbaba4e314f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1289dc55444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0ff76bb8a4e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d31f06d344a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68151bd474a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711950-1435-4D3A-8D5C-D4FACB11D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C1155B-2A99-459C-96B4-D3A355271C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5D9EB85-4F8F-46DC-9CBE-F7ADCCFAD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4B10D0-DE42-497D-801D-17D64324E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FB7DDB2-19CC-498A-8CBF-243D64C57B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DD4E4E-F21D-4F9A-897C-F3A082D7D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6C38F94-09F8-4658-B24E-A304EC26AD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E0424B-804C-4417-9860-EFF596F0BF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F91CE6-E037-4BD8-9410-B9DA176CEB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47C188-609F-4790-BEAA-20393C00B7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03aad64c7a45ff" /><Relationship Type="http://schemas.openxmlformats.org/officeDocument/2006/relationships/slideLayout" Target="/ppt/slideLayouts/slideLayout1.xml" Id="R488a93c51ec149bd" /><Relationship Type="http://schemas.openxmlformats.org/officeDocument/2006/relationships/slideLayout" Target="/ppt/slideLayouts/slideLayout2.xml" Id="Re2c295311cff4ef8" /><Relationship Type="http://schemas.openxmlformats.org/officeDocument/2006/relationships/slideLayout" Target="/ppt/slideLayouts/slideLayout3.xml" Id="Re623820252fa495a" /><Relationship Type="http://schemas.openxmlformats.org/officeDocument/2006/relationships/slideLayout" Target="/ppt/slideLayouts/slideLayout4.xml" Id="R096d6ac54a5c4eea" /><Relationship Type="http://schemas.openxmlformats.org/officeDocument/2006/relationships/slideLayout" Target="/ppt/slideLayouts/slideLayout5.xml" Id="R251fbaca41cf4525" /><Relationship Type="http://schemas.openxmlformats.org/officeDocument/2006/relationships/slideLayout" Target="/ppt/slideLayouts/slideLayout6.xml" Id="R7d15362620264c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8a93c51ec149bd"/>
    <p:sldLayoutId xmlns:r="http://schemas.openxmlformats.org/officeDocument/2006/relationships" id="2147483650" r:id="Re2c295311cff4ef8"/>
    <p:sldLayoutId xmlns:r="http://schemas.openxmlformats.org/officeDocument/2006/relationships" id="2147483651" r:id="Re623820252fa495a"/>
    <p:sldLayoutId xmlns:r="http://schemas.openxmlformats.org/officeDocument/2006/relationships" id="2147483652" r:id="R096d6ac54a5c4eea"/>
    <p:sldLayoutId xmlns:r="http://schemas.openxmlformats.org/officeDocument/2006/relationships" id="2147483653" r:id="R251fbaca41cf4525"/>
    <p:sldLayoutId xmlns:r="http://schemas.openxmlformats.org/officeDocument/2006/relationships" id="2147483654" r:id="R7d15362620264c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1188180ee46d3" /><Relationship Type="http://schemas.openxmlformats.org/officeDocument/2006/relationships/image" Target="/ppt/media/image.png" Id="R5e977c704787480e" /><Relationship Type="http://schemas.openxmlformats.org/officeDocument/2006/relationships/notesSlide" Target="/ppt/notesSlides/notesSlide1.xml" Id="Rebcc7364c0da48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4dadb546348b0" /><Relationship Type="http://schemas.openxmlformats.org/officeDocument/2006/relationships/notesSlide" Target="/ppt/notesSlides/notesSlide2.xml" Id="R4b7af31b77d141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caa01b12d24ead" /><Relationship Type="http://schemas.openxmlformats.org/officeDocument/2006/relationships/image" Target="/ppt/media/image2.png" Id="R87f5f923488f4bbf" /><Relationship Type="http://schemas.openxmlformats.org/officeDocument/2006/relationships/notesSlide" Target="/ppt/notesSlides/notesSlide3.xml" Id="Raf39175803624a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4e85890ad4a88" /><Relationship Type="http://schemas.openxmlformats.org/officeDocument/2006/relationships/image" Target="/ppt/media/image3.png" Id="R8cbe3cf3f90a4e10" /><Relationship Type="http://schemas.openxmlformats.org/officeDocument/2006/relationships/notesSlide" Target="/ppt/notesSlides/notesSlide4.xml" Id="R8d17e0d0940a46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812c1ec8a4bf5" /><Relationship Type="http://schemas.openxmlformats.org/officeDocument/2006/relationships/notesSlide" Target="/ppt/notesSlides/notesSlide5.xml" Id="R00a54e38b2624a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3944ff648f4551" /><Relationship Type="http://schemas.openxmlformats.org/officeDocument/2006/relationships/image" Target="/ppt/media/image4.png" Id="Rc76cbdb368ab4bd8" /><Relationship Type="http://schemas.openxmlformats.org/officeDocument/2006/relationships/notesSlide" Target="/ppt/notesSlides/notesSlide6.xml" Id="R46c43578ea3a4f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8b89b54c374a5d" /><Relationship Type="http://schemas.openxmlformats.org/officeDocument/2006/relationships/image" Target="/ppt/media/image5.png" Id="R9b63f0e9f26f44a3" /><Relationship Type="http://schemas.openxmlformats.org/officeDocument/2006/relationships/notesSlide" Target="/ppt/notesSlides/notesSlide7.xml" Id="R8329a4071e2641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5453e4a354b18" /><Relationship Type="http://schemas.openxmlformats.org/officeDocument/2006/relationships/notesSlide" Target="/ppt/notesSlides/notesSlide8.xml" Id="R62f0edd7a55a44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e27e6da3ad408c" /><Relationship Type="http://schemas.openxmlformats.org/officeDocument/2006/relationships/notesSlide" Target="/ppt/notesSlides/notesSlide9.xml" Id="R17d220d2a61643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6119c892474de7" /><Relationship Type="http://schemas.openxmlformats.org/officeDocument/2006/relationships/image" Target="/ppt/media/image6.png" Id="Ra2c026e0c8104db0" /><Relationship Type="http://schemas.openxmlformats.org/officeDocument/2006/relationships/notesSlide" Target="/ppt/notesSlides/notesSlide10.xml" Id="R7545b38ab03b4e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BAF78-2272-4120-9572-1B9C3AC2A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77c704787480e"/>
          <a:srcRect xmlns:a="http://schemas.openxmlformats.org/drawingml/2006/main" l="23423" t="0" r="234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929BA-62E1-4AEC-BF14-6E0F3F2B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6DE67-A138-40FD-9FE8-3AF34D90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F8E62-363F-4971-99A3-BB88F45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60960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FFFFFF"/>
                </a:solidFill>
              </a:defRPr>
            </a:defPPr>
            <a:lvl1pPr>
              <a:defRPr sz="825" b="1">
                <a:solidFill>
                  <a:srgbClr val="FFFFFF"/>
                </a:solidFill>
              </a:defRPr>
            </a:lvl1pPr>
            <a:lvl2pPr>
              <a:defRPr sz="825" b="1">
                <a:solidFill>
                  <a:srgbClr val="FFFFFF"/>
                </a:solidFill>
              </a:defRPr>
            </a:lvl2pPr>
            <a:lvl3pPr>
              <a:defRPr sz="825" b="1">
                <a:solidFill>
                  <a:srgbClr val="FFFFFF"/>
                </a:solidFill>
              </a:defRPr>
            </a:lvl3pPr>
            <a:lvl4pPr>
              <a:defRPr sz="825" b="1">
                <a:solidFill>
                  <a:srgbClr val="FFFFFF"/>
                </a:solidFill>
              </a:defRPr>
            </a:lvl4pPr>
            <a:lvl5pPr>
              <a:defRPr sz="825" b="1">
                <a:solidFill>
                  <a:srgbClr val="FFFFFF"/>
                </a:solidFill>
              </a:defRPr>
            </a:lvl5pPr>
            <a:lvl6pPr>
              <a:defRPr sz="825" b="1">
                <a:solidFill>
                  <a:srgbClr val="FFFFFF"/>
                </a:solidFill>
              </a:defRPr>
            </a:lvl6pPr>
            <a:lvl7pPr>
              <a:defRPr sz="825" b="1">
                <a:solidFill>
                  <a:srgbClr val="FFFFFF"/>
                </a:solidFill>
              </a:defRPr>
            </a:lvl7pPr>
            <a:lvl8pPr>
              <a:defRPr sz="825" b="1">
                <a:solidFill>
                  <a:srgbClr val="FFFFFF"/>
                </a:solidFill>
              </a:defRPr>
            </a:lvl8pPr>
            <a:lvl9pPr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SMART CITY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FA6DE-B6FB-4915-9DC3-948AC2C3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101412"/>
                </a:solidFill>
              </a:defRPr>
            </a:defPPr>
            <a:lvl1pPr>
              <a:defRPr sz="4950" b="1">
                <a:solidFill>
                  <a:srgbClr val="101412"/>
                </a:solidFill>
              </a:defRPr>
            </a:lvl1pPr>
            <a:lvl2pPr>
              <a:defRPr sz="4950" b="1">
                <a:solidFill>
                  <a:srgbClr val="101412"/>
                </a:solidFill>
              </a:defRPr>
            </a:lvl2pPr>
            <a:lvl3pPr>
              <a:defRPr sz="4950" b="1">
                <a:solidFill>
                  <a:srgbClr val="101412"/>
                </a:solidFill>
              </a:defRPr>
            </a:lvl3pPr>
            <a:lvl4pPr>
              <a:defRPr sz="4950" b="1">
                <a:solidFill>
                  <a:srgbClr val="101412"/>
                </a:solidFill>
              </a:defRPr>
            </a:lvl4pPr>
            <a:lvl5pPr>
              <a:defRPr sz="4950" b="1">
                <a:solidFill>
                  <a:srgbClr val="101412"/>
                </a:solidFill>
              </a:defRPr>
            </a:lvl5pPr>
            <a:lvl6pPr>
              <a:defRPr sz="4950" b="1">
                <a:solidFill>
                  <a:srgbClr val="101412"/>
                </a:solidFill>
              </a:defRPr>
            </a:lvl6pPr>
            <a:lvl7pPr>
              <a:defRPr sz="4950" b="1">
                <a:solidFill>
                  <a:srgbClr val="101412"/>
                </a:solidFill>
              </a:defRPr>
            </a:lvl7pPr>
            <a:lvl8pPr>
              <a:defRPr sz="4950" b="1">
                <a:solidFill>
                  <a:srgbClr val="101412"/>
                </a:solidFill>
              </a:defRPr>
            </a:lvl8pPr>
            <a:lvl9pPr>
              <a:defRPr sz="49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101412"/>
                </a:solidFill>
              </a:defRPr>
            </a:pPr>
            <a:r>
              <a:rPr sz="4950" b="1">
                <a:solidFill>
                  <a:srgbClr val="101412"/>
                </a:solidFill>
              </a:rPr>
              <a:t>QETTYQ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AA724-B790-4B83-9D9F-FAD2B579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087F6D"/>
                </a:solidFill>
              </a:defRPr>
            </a:defPPr>
            <a:lvl1pPr>
              <a:defRPr sz="3675" b="1">
                <a:solidFill>
                  <a:srgbClr val="087F6D"/>
                </a:solidFill>
              </a:defRPr>
            </a:lvl1pPr>
            <a:lvl2pPr>
              <a:defRPr sz="3675" b="1">
                <a:solidFill>
                  <a:srgbClr val="087F6D"/>
                </a:solidFill>
              </a:defRPr>
            </a:lvl2pPr>
            <a:lvl3pPr>
              <a:defRPr sz="3675" b="1">
                <a:solidFill>
                  <a:srgbClr val="087F6D"/>
                </a:solidFill>
              </a:defRPr>
            </a:lvl3pPr>
            <a:lvl4pPr>
              <a:defRPr sz="3675" b="1">
                <a:solidFill>
                  <a:srgbClr val="087F6D"/>
                </a:solidFill>
              </a:defRPr>
            </a:lvl4pPr>
            <a:lvl5pPr>
              <a:defRPr sz="3675" b="1">
                <a:solidFill>
                  <a:srgbClr val="087F6D"/>
                </a:solidFill>
              </a:defRPr>
            </a:lvl5pPr>
            <a:lvl6pPr>
              <a:defRPr sz="3675" b="1">
                <a:solidFill>
                  <a:srgbClr val="087F6D"/>
                </a:solidFill>
              </a:defRPr>
            </a:lvl6pPr>
            <a:lvl7pPr>
              <a:defRPr sz="3675" b="1">
                <a:solidFill>
                  <a:srgbClr val="087F6D"/>
                </a:solidFill>
              </a:defRPr>
            </a:lvl7pPr>
            <a:lvl8pPr>
              <a:defRPr sz="3675" b="1">
                <a:solidFill>
                  <a:srgbClr val="087F6D"/>
                </a:solidFill>
              </a:defRPr>
            </a:lvl8pPr>
            <a:lvl9pPr>
              <a:defRPr sz="3675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87F6D"/>
                </a:solidFill>
              </a:defRPr>
            </a:pPr>
            <a:r>
              <a:rPr sz="3675" b="1">
                <a:solidFill>
                  <a:srgbClr val="087F6D"/>
                </a:solidFill>
              </a:rPr>
              <a:t>Подбор досуга</a:t>
            </a:r>
          </a:p>
          <a:p xmlns:a="http://schemas.openxmlformats.org/drawingml/2006/main">
            <a:pPr>
              <a:defRPr sz="3675" b="1">
                <a:solidFill>
                  <a:srgbClr val="087F6D"/>
                </a:solidFill>
              </a:defRPr>
            </a:pPr>
            <a:r>
              <a:rPr sz="3675" b="1">
                <a:solidFill>
                  <a:srgbClr val="087F6D"/>
                </a:solidFill>
              </a:rPr>
              <a:t>в текущем контексте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9B75A-F10C-44D2-A6DE-AE02F227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01412"/>
                </a:solidFill>
              </a:defRPr>
            </a:defPPr>
            <a:lvl1pPr>
              <a:defRPr sz="1425" b="1">
                <a:solidFill>
                  <a:srgbClr val="101412"/>
                </a:solidFill>
              </a:defRPr>
            </a:lvl1pPr>
            <a:lvl2pPr>
              <a:defRPr sz="1425" b="1">
                <a:solidFill>
                  <a:srgbClr val="101412"/>
                </a:solidFill>
              </a:defRPr>
            </a:lvl2pPr>
            <a:lvl3pPr>
              <a:defRPr sz="1425" b="1">
                <a:solidFill>
                  <a:srgbClr val="101412"/>
                </a:solidFill>
              </a:defRPr>
            </a:lvl3pPr>
            <a:lvl4pPr>
              <a:defRPr sz="1425" b="1">
                <a:solidFill>
                  <a:srgbClr val="101412"/>
                </a:solidFill>
              </a:defRPr>
            </a:lvl4pPr>
            <a:lvl5pPr>
              <a:defRPr sz="1425" b="1">
                <a:solidFill>
                  <a:srgbClr val="101412"/>
                </a:solidFill>
              </a:defRPr>
            </a:lvl5pPr>
            <a:lvl6pPr>
              <a:defRPr sz="1425" b="1">
                <a:solidFill>
                  <a:srgbClr val="101412"/>
                </a:solidFill>
              </a:defRPr>
            </a:lvl6pPr>
            <a:lvl7pPr>
              <a:defRPr sz="1425" b="1">
                <a:solidFill>
                  <a:srgbClr val="101412"/>
                </a:solidFill>
              </a:defRPr>
            </a:lvl7pPr>
            <a:lvl8pPr>
              <a:defRPr sz="1425" b="1">
                <a:solidFill>
                  <a:srgbClr val="101412"/>
                </a:solidFill>
              </a:defRPr>
            </a:lvl8pPr>
            <a:lvl9pPr>
              <a:defRPr sz="14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01412"/>
                </a:solidFill>
              </a:defRPr>
            </a:pPr>
            <a:r>
              <a:rPr sz="1425" b="1">
                <a:solidFill>
                  <a:srgbClr val="101412"/>
                </a:solidFill>
              </a:rPr>
              <a:t>Астана · локальный прототип · 80 POI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F23D3-77D2-42C5-A65A-87597353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16D"/>
                </a:solidFill>
              </a:defRPr>
            </a:defPPr>
            <a:lvl1pPr>
              <a:defRPr sz="1200" b="0">
                <a:solidFill>
                  <a:srgbClr val="68716D"/>
                </a:solidFill>
              </a:defRPr>
            </a:lvl1pPr>
            <a:lvl2pPr>
              <a:defRPr sz="1200" b="0">
                <a:solidFill>
                  <a:srgbClr val="68716D"/>
                </a:solidFill>
              </a:defRPr>
            </a:lvl2pPr>
            <a:lvl3pPr>
              <a:defRPr sz="1200" b="0">
                <a:solidFill>
                  <a:srgbClr val="68716D"/>
                </a:solidFill>
              </a:defRPr>
            </a:lvl3pPr>
            <a:lvl4pPr>
              <a:defRPr sz="1200" b="0">
                <a:solidFill>
                  <a:srgbClr val="68716D"/>
                </a:solidFill>
              </a:defRPr>
            </a:lvl4pPr>
            <a:lvl5pPr>
              <a:defRPr sz="1200" b="0">
                <a:solidFill>
                  <a:srgbClr val="68716D"/>
                </a:solidFill>
              </a:defRPr>
            </a:lvl5pPr>
            <a:lvl6pPr>
              <a:defRPr sz="1200" b="0">
                <a:solidFill>
                  <a:srgbClr val="68716D"/>
                </a:solidFill>
              </a:defRPr>
            </a:lvl6pPr>
            <a:lvl7pPr>
              <a:defRPr sz="1200" b="0">
                <a:solidFill>
                  <a:srgbClr val="68716D"/>
                </a:solidFill>
              </a:defRPr>
            </a:lvl7pPr>
            <a:lvl8pPr>
              <a:defRPr sz="1200" b="0">
                <a:solidFill>
                  <a:srgbClr val="68716D"/>
                </a:solidFill>
              </a:defRPr>
            </a:lvl8pPr>
            <a:lvl9pPr>
              <a:defRPr sz="120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716D"/>
                </a:solidFill>
              </a:defRPr>
            </a:pPr>
            <a:r>
              <a:rPr sz="1200" b="0">
                <a:solidFill>
                  <a:srgbClr val="68716D"/>
                </a:solidFill>
              </a:rPr>
              <a:t>15 выборов интересов · до трёх вариантов · видимые источники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95296-090E-4CA0-AC66-ECEADC8A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68716D"/>
                </a:solidFill>
              </a:defRPr>
            </a:defPPr>
            <a:lvl1pPr>
              <a:defRPr sz="900" b="0">
                <a:solidFill>
                  <a:srgbClr val="68716D"/>
                </a:solidFill>
              </a:defRPr>
            </a:lvl1pPr>
            <a:lvl2pPr>
              <a:defRPr sz="900" b="0">
                <a:solidFill>
                  <a:srgbClr val="68716D"/>
                </a:solidFill>
              </a:defRPr>
            </a:lvl2pPr>
            <a:lvl3pPr>
              <a:defRPr sz="900" b="0">
                <a:solidFill>
                  <a:srgbClr val="68716D"/>
                </a:solidFill>
              </a:defRPr>
            </a:lvl3pPr>
            <a:lvl4pPr>
              <a:defRPr sz="900" b="0">
                <a:solidFill>
                  <a:srgbClr val="68716D"/>
                </a:solidFill>
              </a:defRPr>
            </a:lvl4pPr>
            <a:lvl5pPr>
              <a:defRPr sz="900" b="0">
                <a:solidFill>
                  <a:srgbClr val="68716D"/>
                </a:solidFill>
              </a:defRPr>
            </a:lvl5pPr>
            <a:lvl6pPr>
              <a:defRPr sz="900" b="0">
                <a:solidFill>
                  <a:srgbClr val="68716D"/>
                </a:solidFill>
              </a:defRPr>
            </a:lvl6pPr>
            <a:lvl7pPr>
              <a:defRPr sz="900" b="0">
                <a:solidFill>
                  <a:srgbClr val="68716D"/>
                </a:solidFill>
              </a:defRPr>
            </a:lvl7pPr>
            <a:lvl8pPr>
              <a:defRPr sz="900" b="0">
                <a:solidFill>
                  <a:srgbClr val="68716D"/>
                </a:solidFill>
              </a:defRPr>
            </a:lvl8pPr>
            <a:lvl9pPr>
              <a:defRPr sz="90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68716D"/>
                </a:solidFill>
              </a:defRPr>
            </a:pPr>
            <a:r>
              <a:rPr sz="900" b="0">
                <a:solidFill>
                  <a:srgbClr val="68716D"/>
                </a:solidFill>
              </a:rPr>
              <a:t>Цель интерфейса: уложить выбор в 2 минуты. Пользовательский замер пока не проведён.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C1029-3DA4-42B7-9DD0-DC96E9E3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57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LOCAL 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4A59F-60FC-412D-9224-F7FE6AF5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91433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2E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629EE-FECB-45A2-951B-0FC9C547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9F46B"/>
                </a:solidFill>
              </a:defRPr>
            </a:defPPr>
            <a:lvl1pPr>
              <a:defRPr sz="900" b="1">
                <a:solidFill>
                  <a:srgbClr val="C9F46B"/>
                </a:solidFill>
              </a:defRPr>
            </a:lvl1pPr>
            <a:lvl2pPr>
              <a:defRPr sz="900" b="1">
                <a:solidFill>
                  <a:srgbClr val="C9F46B"/>
                </a:solidFill>
              </a:defRPr>
            </a:lvl2pPr>
            <a:lvl3pPr>
              <a:defRPr sz="900" b="1">
                <a:solidFill>
                  <a:srgbClr val="C9F46B"/>
                </a:solidFill>
              </a:defRPr>
            </a:lvl3pPr>
            <a:lvl4pPr>
              <a:defRPr sz="900" b="1">
                <a:solidFill>
                  <a:srgbClr val="C9F46B"/>
                </a:solidFill>
              </a:defRPr>
            </a:lvl4pPr>
            <a:lvl5pPr>
              <a:defRPr sz="900" b="1">
                <a:solidFill>
                  <a:srgbClr val="C9F46B"/>
                </a:solidFill>
              </a:defRPr>
            </a:lvl5pPr>
            <a:lvl6pPr>
              <a:defRPr sz="900" b="1">
                <a:solidFill>
                  <a:srgbClr val="C9F46B"/>
                </a:solidFill>
              </a:defRPr>
            </a:lvl6pPr>
            <a:lvl7pPr>
              <a:defRPr sz="900" b="1">
                <a:solidFill>
                  <a:srgbClr val="C9F46B"/>
                </a:solidFill>
              </a:defRPr>
            </a:lvl7pPr>
            <a:lvl8pPr>
              <a:defRPr sz="900" b="1">
                <a:solidFill>
                  <a:srgbClr val="C9F46B"/>
                </a:solidFill>
              </a:defRPr>
            </a:lvl8pPr>
            <a:lvl9pPr>
              <a:defRPr sz="9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9F46B"/>
                </a:solidFill>
              </a:defRPr>
            </a:pPr>
            <a:r>
              <a:rPr sz="900" b="1">
                <a:solidFill>
                  <a:srgbClr val="C9F46B"/>
                </a:solidFill>
              </a:rPr>
              <a:t>ФОКУС ПРОТОТИПА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5B6A3-D4B3-4DC9-9B3A-1D0F7D23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Два сценария, которые можно проверить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A4776-BA8F-45EE-ADF3-EF74B7E0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0482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53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728D6-B047-4273-93D0-6C53F0E4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9F46B"/>
                </a:solidFill>
              </a:defRPr>
            </a:defPPr>
            <a:lvl1pPr>
              <a:defRPr sz="2250" b="1">
                <a:solidFill>
                  <a:srgbClr val="C9F46B"/>
                </a:solidFill>
              </a:defRPr>
            </a:lvl1pPr>
            <a:lvl2pPr>
              <a:defRPr sz="2250" b="1">
                <a:solidFill>
                  <a:srgbClr val="C9F46B"/>
                </a:solidFill>
              </a:defRPr>
            </a:lvl2pPr>
            <a:lvl3pPr>
              <a:defRPr sz="2250" b="1">
                <a:solidFill>
                  <a:srgbClr val="C9F46B"/>
                </a:solidFill>
              </a:defRPr>
            </a:lvl3pPr>
            <a:lvl4pPr>
              <a:defRPr sz="2250" b="1">
                <a:solidFill>
                  <a:srgbClr val="C9F46B"/>
                </a:solidFill>
              </a:defRPr>
            </a:lvl4pPr>
            <a:lvl5pPr>
              <a:defRPr sz="2250" b="1">
                <a:solidFill>
                  <a:srgbClr val="C9F46B"/>
                </a:solidFill>
              </a:defRPr>
            </a:lvl5pPr>
            <a:lvl6pPr>
              <a:defRPr sz="2250" b="1">
                <a:solidFill>
                  <a:srgbClr val="C9F46B"/>
                </a:solidFill>
              </a:defRPr>
            </a:lvl6pPr>
            <a:lvl7pPr>
              <a:defRPr sz="2250" b="1">
                <a:solidFill>
                  <a:srgbClr val="C9F46B"/>
                </a:solidFill>
              </a:defRPr>
            </a:lvl7pPr>
            <a:lvl8pPr>
              <a:defRPr sz="2250" b="1">
                <a:solidFill>
                  <a:srgbClr val="C9F46B"/>
                </a:solidFill>
              </a:defRPr>
            </a:lvl8pPr>
            <a:lvl9pPr>
              <a:defRPr sz="22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9F46B"/>
                </a:solidFill>
              </a:defRPr>
            </a:pPr>
            <a:r>
              <a:rPr sz="2250" b="1">
                <a:solidFill>
                  <a:srgbClr val="C9F4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D0F08-69BA-4DC2-8C10-3962F941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Персональная выдача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3B07A-97C1-4584-A355-4F2890B0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7D3CF"/>
                </a:solidFill>
              </a:defRPr>
            </a:defPPr>
            <a:lvl1pPr>
              <a:defRPr sz="1275" b="0">
                <a:solidFill>
                  <a:srgbClr val="C7D3CF"/>
                </a:solidFill>
              </a:defRPr>
            </a:lvl1pPr>
            <a:lvl2pPr>
              <a:defRPr sz="1275" b="0">
                <a:solidFill>
                  <a:srgbClr val="C7D3CF"/>
                </a:solidFill>
              </a:defRPr>
            </a:lvl2pPr>
            <a:lvl3pPr>
              <a:defRPr sz="1275" b="0">
                <a:solidFill>
                  <a:srgbClr val="C7D3CF"/>
                </a:solidFill>
              </a:defRPr>
            </a:lvl3pPr>
            <a:lvl4pPr>
              <a:defRPr sz="1275" b="0">
                <a:solidFill>
                  <a:srgbClr val="C7D3CF"/>
                </a:solidFill>
              </a:defRPr>
            </a:lvl4pPr>
            <a:lvl5pPr>
              <a:defRPr sz="1275" b="0">
                <a:solidFill>
                  <a:srgbClr val="C7D3CF"/>
                </a:solidFill>
              </a:defRPr>
            </a:lvl5pPr>
            <a:lvl6pPr>
              <a:defRPr sz="1275" b="0">
                <a:solidFill>
                  <a:srgbClr val="C7D3CF"/>
                </a:solidFill>
              </a:defRPr>
            </a:lvl6pPr>
            <a:lvl7pPr>
              <a:defRPr sz="1275" b="0">
                <a:solidFill>
                  <a:srgbClr val="C7D3CF"/>
                </a:solidFill>
              </a:defRPr>
            </a:lvl7pPr>
            <a:lvl8pPr>
              <a:defRPr sz="1275" b="0">
                <a:solidFill>
                  <a:srgbClr val="C7D3CF"/>
                </a:solidFill>
              </a:defRPr>
            </a:lvl8pPr>
            <a:lvl9pPr>
              <a:defRPr sz="1275" b="0">
                <a:solidFill>
                  <a:srgbClr val="C7D3C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7D3CF"/>
                </a:solidFill>
              </a:defRPr>
            </a:pPr>
            <a:r>
              <a:rPr sz="1275" b="0">
                <a:solidFill>
                  <a:srgbClr val="C7D3CF"/>
                </a:solidFill>
              </a:rPr>
              <a:t>Время, бюджет, стартовая точка и интересы дают 1–3 места.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2547B-DB14-48CA-BCDC-CE0B31AB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50482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73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069FC-4AF8-4AAB-835D-B25A3523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C9F46B"/>
                </a:solidFill>
              </a:defRPr>
            </a:defPPr>
            <a:lvl1pPr>
              <a:defRPr sz="2250" b="1">
                <a:solidFill>
                  <a:srgbClr val="C9F46B"/>
                </a:solidFill>
              </a:defRPr>
            </a:lvl1pPr>
            <a:lvl2pPr>
              <a:defRPr sz="2250" b="1">
                <a:solidFill>
                  <a:srgbClr val="C9F46B"/>
                </a:solidFill>
              </a:defRPr>
            </a:lvl2pPr>
            <a:lvl3pPr>
              <a:defRPr sz="2250" b="1">
                <a:solidFill>
                  <a:srgbClr val="C9F46B"/>
                </a:solidFill>
              </a:defRPr>
            </a:lvl3pPr>
            <a:lvl4pPr>
              <a:defRPr sz="2250" b="1">
                <a:solidFill>
                  <a:srgbClr val="C9F46B"/>
                </a:solidFill>
              </a:defRPr>
            </a:lvl4pPr>
            <a:lvl5pPr>
              <a:defRPr sz="2250" b="1">
                <a:solidFill>
                  <a:srgbClr val="C9F46B"/>
                </a:solidFill>
              </a:defRPr>
            </a:lvl5pPr>
            <a:lvl6pPr>
              <a:defRPr sz="2250" b="1">
                <a:solidFill>
                  <a:srgbClr val="C9F46B"/>
                </a:solidFill>
              </a:defRPr>
            </a:lvl6pPr>
            <a:lvl7pPr>
              <a:defRPr sz="2250" b="1">
                <a:solidFill>
                  <a:srgbClr val="C9F46B"/>
                </a:solidFill>
              </a:defRPr>
            </a:lvl7pPr>
            <a:lvl8pPr>
              <a:defRPr sz="2250" b="1">
                <a:solidFill>
                  <a:srgbClr val="C9F46B"/>
                </a:solidFill>
              </a:defRPr>
            </a:lvl8pPr>
            <a:lvl9pPr>
              <a:defRPr sz="22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9F46B"/>
                </a:solidFill>
              </a:defRPr>
            </a:pPr>
            <a:r>
              <a:rPr sz="2250" b="1">
                <a:solidFill>
                  <a:srgbClr val="C9F4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E25138-C56E-49C2-A33E-7435AF81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528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</a:defRPr>
            </a:defPPr>
            <a:lvl1pPr>
              <a:defRPr sz="2100" b="1">
                <a:solidFill>
                  <a:srgbClr val="FFFFFF"/>
                </a:solidFill>
              </a:defRPr>
            </a:lvl1pPr>
            <a:lvl2pPr>
              <a:defRPr sz="2100" b="1">
                <a:solidFill>
                  <a:srgbClr val="FFFFFF"/>
                </a:solidFill>
              </a:defRPr>
            </a:lvl2pPr>
            <a:lvl3pPr>
              <a:defRPr sz="2100" b="1">
                <a:solidFill>
                  <a:srgbClr val="FFFFFF"/>
                </a:solidFill>
              </a:defRPr>
            </a:lvl3pPr>
            <a:lvl4pPr>
              <a:defRPr sz="2100" b="1">
                <a:solidFill>
                  <a:srgbClr val="FFFFFF"/>
                </a:solidFill>
              </a:defRPr>
            </a:lvl4pPr>
            <a:lvl5pPr>
              <a:defRPr sz="2100" b="1">
                <a:solidFill>
                  <a:srgbClr val="FFFFFF"/>
                </a:solidFill>
              </a:defRPr>
            </a:lvl5pPr>
            <a:lvl6pPr>
              <a:defRPr sz="2100" b="1">
                <a:solidFill>
                  <a:srgbClr val="FFFFFF"/>
                </a:solidFill>
              </a:defRPr>
            </a:lvl6pPr>
            <a:lvl7pPr>
              <a:defRPr sz="2100" b="1">
                <a:solidFill>
                  <a:srgbClr val="FFFFFF"/>
                </a:solidFill>
              </a:defRPr>
            </a:lvl7pPr>
            <a:lvl8pPr>
              <a:defRPr sz="2100" b="1">
                <a:solidFill>
                  <a:srgbClr val="FFFFFF"/>
                </a:solidFill>
              </a:defRPr>
            </a:lvl8pPr>
            <a:lvl9pPr>
              <a:defRPr sz="2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Карта событий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B2152-0250-4706-A1A3-32BF6F1E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7D3CF"/>
                </a:solidFill>
              </a:defRPr>
            </a:defPPr>
            <a:lvl1pPr>
              <a:defRPr sz="1275" b="0">
                <a:solidFill>
                  <a:srgbClr val="C7D3CF"/>
                </a:solidFill>
              </a:defRPr>
            </a:lvl1pPr>
            <a:lvl2pPr>
              <a:defRPr sz="1275" b="0">
                <a:solidFill>
                  <a:srgbClr val="C7D3CF"/>
                </a:solidFill>
              </a:defRPr>
            </a:lvl2pPr>
            <a:lvl3pPr>
              <a:defRPr sz="1275" b="0">
                <a:solidFill>
                  <a:srgbClr val="C7D3CF"/>
                </a:solidFill>
              </a:defRPr>
            </a:lvl3pPr>
            <a:lvl4pPr>
              <a:defRPr sz="1275" b="0">
                <a:solidFill>
                  <a:srgbClr val="C7D3CF"/>
                </a:solidFill>
              </a:defRPr>
            </a:lvl4pPr>
            <a:lvl5pPr>
              <a:defRPr sz="1275" b="0">
                <a:solidFill>
                  <a:srgbClr val="C7D3CF"/>
                </a:solidFill>
              </a:defRPr>
            </a:lvl5pPr>
            <a:lvl6pPr>
              <a:defRPr sz="1275" b="0">
                <a:solidFill>
                  <a:srgbClr val="C7D3CF"/>
                </a:solidFill>
              </a:defRPr>
            </a:lvl6pPr>
            <a:lvl7pPr>
              <a:defRPr sz="1275" b="0">
                <a:solidFill>
                  <a:srgbClr val="C7D3CF"/>
                </a:solidFill>
              </a:defRPr>
            </a:lvl7pPr>
            <a:lvl8pPr>
              <a:defRPr sz="1275" b="0">
                <a:solidFill>
                  <a:srgbClr val="C7D3CF"/>
                </a:solidFill>
              </a:defRPr>
            </a:lvl8pPr>
            <a:lvl9pPr>
              <a:defRPr sz="1275" b="0">
                <a:solidFill>
                  <a:srgbClr val="C7D3C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7D3CF"/>
                </a:solidFill>
              </a:defRPr>
            </a:pPr>
            <a:r>
              <a:rPr sz="1275" b="0">
                <a:solidFill>
                  <a:srgbClr val="C7D3CF"/>
                </a:solidFill>
              </a:rPr>
              <a:t>Четыре статические карточки, маркеры и переход к источнику.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15871-294F-4802-9360-66919AFD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8D8B6"/>
                </a:solidFill>
              </a:defRPr>
            </a:defPPr>
            <a:lvl1pPr>
              <a:defRPr sz="1200" b="1">
                <a:solidFill>
                  <a:srgbClr val="E8D8B6"/>
                </a:solidFill>
              </a:defRPr>
            </a:lvl1pPr>
            <a:lvl2pPr>
              <a:defRPr sz="1200" b="1">
                <a:solidFill>
                  <a:srgbClr val="E8D8B6"/>
                </a:solidFill>
              </a:defRPr>
            </a:lvl2pPr>
            <a:lvl3pPr>
              <a:defRPr sz="1200" b="1">
                <a:solidFill>
                  <a:srgbClr val="E8D8B6"/>
                </a:solidFill>
              </a:defRPr>
            </a:lvl3pPr>
            <a:lvl4pPr>
              <a:defRPr sz="1200" b="1">
                <a:solidFill>
                  <a:srgbClr val="E8D8B6"/>
                </a:solidFill>
              </a:defRPr>
            </a:lvl4pPr>
            <a:lvl5pPr>
              <a:defRPr sz="1200" b="1">
                <a:solidFill>
                  <a:srgbClr val="E8D8B6"/>
                </a:solidFill>
              </a:defRPr>
            </a:lvl5pPr>
            <a:lvl6pPr>
              <a:defRPr sz="1200" b="1">
                <a:solidFill>
                  <a:srgbClr val="E8D8B6"/>
                </a:solidFill>
              </a:defRPr>
            </a:lvl6pPr>
            <a:lvl7pPr>
              <a:defRPr sz="1200" b="1">
                <a:solidFill>
                  <a:srgbClr val="E8D8B6"/>
                </a:solidFill>
              </a:defRPr>
            </a:lvl7pPr>
            <a:lvl8pPr>
              <a:defRPr sz="1200" b="1">
                <a:solidFill>
                  <a:srgbClr val="E8D8B6"/>
                </a:solidFill>
              </a:defRPr>
            </a:lvl8pPr>
            <a:lvl9pPr>
              <a:defRPr sz="1200" b="1">
                <a:solidFill>
                  <a:srgbClr val="E8D8B6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8D8B6"/>
                </a:solidFill>
              </a:defRPr>
            </a:pPr>
            <a:r>
              <a:rPr sz="1200" b="1">
                <a:solidFill>
                  <a:srgbClr val="E8D8B6"/>
                </a:solidFill>
              </a:rPr>
              <a:t>Сценарии существуют отдельно. Их объединение является следующим продуктовым шагом.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84A1A-0F99-44E4-9463-F7D7C7EC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90C96-2412-4809-A37D-DA0650B9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8AB27-213E-4ABA-B62A-D4BA5D81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3E8D09-0C84-4E71-A0FF-D7C51089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8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7D47B-1798-448F-998B-6C0ECC8F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67F73-3732-4518-90B4-211B2E1D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57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9EB0AA"/>
                </a:solidFill>
              </a:defRPr>
            </a:defPPr>
            <a:lvl1pPr>
              <a:defRPr sz="675" b="1">
                <a:solidFill>
                  <a:srgbClr val="9EB0AA"/>
                </a:solidFill>
              </a:defRPr>
            </a:lvl1pPr>
            <a:lvl2pPr>
              <a:defRPr sz="675" b="1">
                <a:solidFill>
                  <a:srgbClr val="9EB0AA"/>
                </a:solidFill>
              </a:defRPr>
            </a:lvl2pPr>
            <a:lvl3pPr>
              <a:defRPr sz="675" b="1">
                <a:solidFill>
                  <a:srgbClr val="9EB0AA"/>
                </a:solidFill>
              </a:defRPr>
            </a:lvl3pPr>
            <a:lvl4pPr>
              <a:defRPr sz="675" b="1">
                <a:solidFill>
                  <a:srgbClr val="9EB0AA"/>
                </a:solidFill>
              </a:defRPr>
            </a:lvl4pPr>
            <a:lvl5pPr>
              <a:defRPr sz="675" b="1">
                <a:solidFill>
                  <a:srgbClr val="9EB0AA"/>
                </a:solidFill>
              </a:defRPr>
            </a:lvl5pPr>
            <a:lvl6pPr>
              <a:defRPr sz="675" b="1">
                <a:solidFill>
                  <a:srgbClr val="9EB0AA"/>
                </a:solidFill>
              </a:defRPr>
            </a:lvl6pPr>
            <a:lvl7pPr>
              <a:defRPr sz="675" b="1">
                <a:solidFill>
                  <a:srgbClr val="9EB0AA"/>
                </a:solidFill>
              </a:defRPr>
            </a:lvl7pPr>
            <a:lvl8pPr>
              <a:defRPr sz="675" b="1">
                <a:solidFill>
                  <a:srgbClr val="9EB0AA"/>
                </a:solidFill>
              </a:defRPr>
            </a:lvl8pPr>
            <a:lvl9pPr>
              <a:defRPr sz="675" b="1">
                <a:solidFill>
                  <a:srgbClr val="9EB0AA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9EB0AA"/>
                </a:solidFill>
              </a:defRPr>
            </a:pPr>
            <a:r>
              <a:rPr sz="675" b="1">
                <a:solidFill>
                  <a:srgbClr val="9EB0AA"/>
                </a:solidFill>
              </a:rPr>
              <a:t>QETTYQ · ASTANA PILOT · LOCAL PROTOTYPE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864C3C-0736-4FE2-B158-59767B40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  <a:lvl1pPr algn="r">
              <a:defRPr sz="825" b="1">
                <a:solidFill>
                  <a:srgbClr val="FFFFFF"/>
                </a:solidFill>
              </a:defRPr>
            </a:lvl1pPr>
            <a:lvl2pPr algn="r">
              <a:defRPr sz="825" b="1">
                <a:solidFill>
                  <a:srgbClr val="FFFFFF"/>
                </a:solidFill>
              </a:defRPr>
            </a:lvl2pPr>
            <a:lvl3pPr algn="r">
              <a:defRPr sz="825" b="1">
                <a:solidFill>
                  <a:srgbClr val="FFFFFF"/>
                </a:solidFill>
              </a:defRPr>
            </a:lvl3pPr>
            <a:lvl4pPr algn="r">
              <a:defRPr sz="825" b="1">
                <a:solidFill>
                  <a:srgbClr val="FFFFFF"/>
                </a:solidFill>
              </a:defRPr>
            </a:lvl4pPr>
            <a:lvl5pPr algn="r">
              <a:defRPr sz="825" b="1">
                <a:solidFill>
                  <a:srgbClr val="FFFFFF"/>
                </a:solidFill>
              </a:defRPr>
            </a:lvl5pPr>
            <a:lvl6pPr algn="r">
              <a:defRPr sz="825" b="1">
                <a:solidFill>
                  <a:srgbClr val="FFFFFF"/>
                </a:solidFill>
              </a:defRPr>
            </a:lvl6pPr>
            <a:lvl7pPr algn="r">
              <a:defRPr sz="825" b="1">
                <a:solidFill>
                  <a:srgbClr val="FFFFFF"/>
                </a:solidFill>
              </a:defRPr>
            </a:lvl7pPr>
            <a:lvl8pPr algn="r">
              <a:defRPr sz="825" b="1">
                <a:solidFill>
                  <a:srgbClr val="FFFFFF"/>
                </a:solidFill>
              </a:defRPr>
            </a:lvl8pPr>
            <a:lvl9pPr algn="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80979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DC348-7003-49E1-A925-267E22D5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КОНТЕКСТ ДО ПОИСКА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0015F-343A-46AB-85AD-6FFB0E82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1412"/>
                </a:solidFill>
              </a:defRPr>
            </a:defPPr>
            <a:lvl1pPr>
              <a:defRPr sz="3150" b="1">
                <a:solidFill>
                  <a:srgbClr val="101412"/>
                </a:solidFill>
              </a:defRPr>
            </a:lvl1pPr>
            <a:lvl2pPr>
              <a:defRPr sz="3150" b="1">
                <a:solidFill>
                  <a:srgbClr val="101412"/>
                </a:solidFill>
              </a:defRPr>
            </a:lvl2pPr>
            <a:lvl3pPr>
              <a:defRPr sz="3150" b="1">
                <a:solidFill>
                  <a:srgbClr val="101412"/>
                </a:solidFill>
              </a:defRPr>
            </a:lvl3pPr>
            <a:lvl4pPr>
              <a:defRPr sz="3150" b="1">
                <a:solidFill>
                  <a:srgbClr val="101412"/>
                </a:solidFill>
              </a:defRPr>
            </a:lvl4pPr>
            <a:lvl5pPr>
              <a:defRPr sz="3150" b="1">
                <a:solidFill>
                  <a:srgbClr val="101412"/>
                </a:solidFill>
              </a:defRPr>
            </a:lvl5pPr>
            <a:lvl6pPr>
              <a:defRPr sz="3150" b="1">
                <a:solidFill>
                  <a:srgbClr val="101412"/>
                </a:solidFill>
              </a:defRPr>
            </a:lvl6pPr>
            <a:lvl7pPr>
              <a:defRPr sz="3150" b="1">
                <a:solidFill>
                  <a:srgbClr val="101412"/>
                </a:solidFill>
              </a:defRPr>
            </a:lvl7pPr>
            <a:lvl8pPr>
              <a:defRPr sz="3150" b="1">
                <a:solidFill>
                  <a:srgbClr val="101412"/>
                </a:solidFill>
              </a:defRPr>
            </a:lvl8pPr>
            <a:lvl9pPr>
              <a:defRPr sz="31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1412"/>
                </a:solidFill>
              </a:defRPr>
            </a:pPr>
            <a:r>
              <a:rPr sz="3150" b="1">
                <a:solidFill>
                  <a:srgbClr val="101412"/>
                </a:solidFill>
              </a:rPr>
              <a:t>Время и бюджет становятся условиями расчёта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4A5EC-1416-462B-AC36-2A6F283E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1412"/>
                </a:solidFill>
              </a:defRPr>
            </a:defPPr>
            <a:lvl1pPr>
              <a:defRPr sz="1950" b="1">
                <a:solidFill>
                  <a:srgbClr val="101412"/>
                </a:solidFill>
              </a:defRPr>
            </a:lvl1pPr>
            <a:lvl2pPr>
              <a:defRPr sz="1950" b="1">
                <a:solidFill>
                  <a:srgbClr val="101412"/>
                </a:solidFill>
              </a:defRPr>
            </a:lvl2pPr>
            <a:lvl3pPr>
              <a:defRPr sz="1950" b="1">
                <a:solidFill>
                  <a:srgbClr val="101412"/>
                </a:solidFill>
              </a:defRPr>
            </a:lvl3pPr>
            <a:lvl4pPr>
              <a:defRPr sz="1950" b="1">
                <a:solidFill>
                  <a:srgbClr val="101412"/>
                </a:solidFill>
              </a:defRPr>
            </a:lvl4pPr>
            <a:lvl5pPr>
              <a:defRPr sz="1950" b="1">
                <a:solidFill>
                  <a:srgbClr val="101412"/>
                </a:solidFill>
              </a:defRPr>
            </a:lvl5pPr>
            <a:lvl6pPr>
              <a:defRPr sz="1950" b="1">
                <a:solidFill>
                  <a:srgbClr val="101412"/>
                </a:solidFill>
              </a:defRPr>
            </a:lvl6pPr>
            <a:lvl7pPr>
              <a:defRPr sz="1950" b="1">
                <a:solidFill>
                  <a:srgbClr val="101412"/>
                </a:solidFill>
              </a:defRPr>
            </a:lvl7pPr>
            <a:lvl8pPr>
              <a:defRPr sz="1950" b="1">
                <a:solidFill>
                  <a:srgbClr val="101412"/>
                </a:solidFill>
              </a:defRPr>
            </a:lvl8pPr>
            <a:lvl9pPr>
              <a:defRPr sz="19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01412"/>
                </a:solidFill>
              </a:defRPr>
            </a:pPr>
            <a:r>
              <a:rPr sz="1950" b="1">
                <a:solidFill>
                  <a:srgbClr val="101412"/>
                </a:solidFill>
              </a:rPr>
              <a:t>120 мин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7E191-A6E5-4FAE-992E-357563A4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241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8716D"/>
                </a:solidFill>
              </a:defRPr>
            </a:defPPr>
            <a:lvl1pPr>
              <a:defRPr sz="1125" b="0">
                <a:solidFill>
                  <a:srgbClr val="68716D"/>
                </a:solidFill>
              </a:defRPr>
            </a:lvl1pPr>
            <a:lvl2pPr>
              <a:defRPr sz="1125" b="0">
                <a:solidFill>
                  <a:srgbClr val="68716D"/>
                </a:solidFill>
              </a:defRPr>
            </a:lvl2pPr>
            <a:lvl3pPr>
              <a:defRPr sz="1125" b="0">
                <a:solidFill>
                  <a:srgbClr val="68716D"/>
                </a:solidFill>
              </a:defRPr>
            </a:lvl3pPr>
            <a:lvl4pPr>
              <a:defRPr sz="1125" b="0">
                <a:solidFill>
                  <a:srgbClr val="68716D"/>
                </a:solidFill>
              </a:defRPr>
            </a:lvl4pPr>
            <a:lvl5pPr>
              <a:defRPr sz="1125" b="0">
                <a:solidFill>
                  <a:srgbClr val="68716D"/>
                </a:solidFill>
              </a:defRPr>
            </a:lvl5pPr>
            <a:lvl6pPr>
              <a:defRPr sz="1125" b="0">
                <a:solidFill>
                  <a:srgbClr val="68716D"/>
                </a:solidFill>
              </a:defRPr>
            </a:lvl6pPr>
            <a:lvl7pPr>
              <a:defRPr sz="1125" b="0">
                <a:solidFill>
                  <a:srgbClr val="68716D"/>
                </a:solidFill>
              </a:defRPr>
            </a:lvl7pPr>
            <a:lvl8pPr>
              <a:defRPr sz="1125" b="0">
                <a:solidFill>
                  <a:srgbClr val="68716D"/>
                </a:solidFill>
              </a:defRPr>
            </a:lvl8pPr>
            <a:lvl9pPr>
              <a:defRPr sz="112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716D"/>
                </a:solidFill>
              </a:defRPr>
            </a:pPr>
            <a:r>
              <a:rPr sz="1125" b="0">
                <a:solidFill>
                  <a:srgbClr val="68716D"/>
                </a:solidFill>
              </a:rPr>
              <a:t>доступное окно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2C5A0-C112-4098-8D74-D9566A94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1412"/>
                </a:solidFill>
              </a:defRPr>
            </a:defPPr>
            <a:lvl1pPr>
              <a:defRPr sz="1950" b="1">
                <a:solidFill>
                  <a:srgbClr val="101412"/>
                </a:solidFill>
              </a:defRPr>
            </a:lvl1pPr>
            <a:lvl2pPr>
              <a:defRPr sz="1950" b="1">
                <a:solidFill>
                  <a:srgbClr val="101412"/>
                </a:solidFill>
              </a:defRPr>
            </a:lvl2pPr>
            <a:lvl3pPr>
              <a:defRPr sz="1950" b="1">
                <a:solidFill>
                  <a:srgbClr val="101412"/>
                </a:solidFill>
              </a:defRPr>
            </a:lvl3pPr>
            <a:lvl4pPr>
              <a:defRPr sz="1950" b="1">
                <a:solidFill>
                  <a:srgbClr val="101412"/>
                </a:solidFill>
              </a:defRPr>
            </a:lvl4pPr>
            <a:lvl5pPr>
              <a:defRPr sz="1950" b="1">
                <a:solidFill>
                  <a:srgbClr val="101412"/>
                </a:solidFill>
              </a:defRPr>
            </a:lvl5pPr>
            <a:lvl6pPr>
              <a:defRPr sz="1950" b="1">
                <a:solidFill>
                  <a:srgbClr val="101412"/>
                </a:solidFill>
              </a:defRPr>
            </a:lvl6pPr>
            <a:lvl7pPr>
              <a:defRPr sz="1950" b="1">
                <a:solidFill>
                  <a:srgbClr val="101412"/>
                </a:solidFill>
              </a:defRPr>
            </a:lvl7pPr>
            <a:lvl8pPr>
              <a:defRPr sz="1950" b="1">
                <a:solidFill>
                  <a:srgbClr val="101412"/>
                </a:solidFill>
              </a:defRPr>
            </a:lvl8pPr>
            <a:lvl9pPr>
              <a:defRPr sz="19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01412"/>
                </a:solidFill>
              </a:defRPr>
            </a:pPr>
            <a:r>
              <a:rPr sz="1950" b="1">
                <a:solidFill>
                  <a:srgbClr val="101412"/>
                </a:solidFill>
              </a:rPr>
              <a:t>5 000 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DD8C8-6166-40A7-A64C-8C857067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242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8716D"/>
                </a:solidFill>
              </a:defRPr>
            </a:defPPr>
            <a:lvl1pPr>
              <a:defRPr sz="1125" b="0">
                <a:solidFill>
                  <a:srgbClr val="68716D"/>
                </a:solidFill>
              </a:defRPr>
            </a:lvl1pPr>
            <a:lvl2pPr>
              <a:defRPr sz="1125" b="0">
                <a:solidFill>
                  <a:srgbClr val="68716D"/>
                </a:solidFill>
              </a:defRPr>
            </a:lvl2pPr>
            <a:lvl3pPr>
              <a:defRPr sz="1125" b="0">
                <a:solidFill>
                  <a:srgbClr val="68716D"/>
                </a:solidFill>
              </a:defRPr>
            </a:lvl3pPr>
            <a:lvl4pPr>
              <a:defRPr sz="1125" b="0">
                <a:solidFill>
                  <a:srgbClr val="68716D"/>
                </a:solidFill>
              </a:defRPr>
            </a:lvl4pPr>
            <a:lvl5pPr>
              <a:defRPr sz="1125" b="0">
                <a:solidFill>
                  <a:srgbClr val="68716D"/>
                </a:solidFill>
              </a:defRPr>
            </a:lvl5pPr>
            <a:lvl6pPr>
              <a:defRPr sz="1125" b="0">
                <a:solidFill>
                  <a:srgbClr val="68716D"/>
                </a:solidFill>
              </a:defRPr>
            </a:lvl6pPr>
            <a:lvl7pPr>
              <a:defRPr sz="1125" b="0">
                <a:solidFill>
                  <a:srgbClr val="68716D"/>
                </a:solidFill>
              </a:defRPr>
            </a:lvl7pPr>
            <a:lvl8pPr>
              <a:defRPr sz="1125" b="0">
                <a:solidFill>
                  <a:srgbClr val="68716D"/>
                </a:solidFill>
              </a:defRPr>
            </a:lvl8pPr>
            <a:lvl9pPr>
              <a:defRPr sz="112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716D"/>
                </a:solidFill>
              </a:defRPr>
            </a:pPr>
            <a:r>
              <a:rPr sz="1125" b="0">
                <a:solidFill>
                  <a:srgbClr val="68716D"/>
                </a:solidFill>
              </a:rPr>
              <a:t>бюджет на человека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E7D74-F6DB-48E8-ADC1-6E1CBD91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01412"/>
                </a:solidFill>
              </a:defRPr>
            </a:defPPr>
            <a:lvl1pPr>
              <a:defRPr sz="1950" b="1">
                <a:solidFill>
                  <a:srgbClr val="101412"/>
                </a:solidFill>
              </a:defRPr>
            </a:lvl1pPr>
            <a:lvl2pPr>
              <a:defRPr sz="1950" b="1">
                <a:solidFill>
                  <a:srgbClr val="101412"/>
                </a:solidFill>
              </a:defRPr>
            </a:lvl2pPr>
            <a:lvl3pPr>
              <a:defRPr sz="1950" b="1">
                <a:solidFill>
                  <a:srgbClr val="101412"/>
                </a:solidFill>
              </a:defRPr>
            </a:lvl3pPr>
            <a:lvl4pPr>
              <a:defRPr sz="1950" b="1">
                <a:solidFill>
                  <a:srgbClr val="101412"/>
                </a:solidFill>
              </a:defRPr>
            </a:lvl4pPr>
            <a:lvl5pPr>
              <a:defRPr sz="1950" b="1">
                <a:solidFill>
                  <a:srgbClr val="101412"/>
                </a:solidFill>
              </a:defRPr>
            </a:lvl5pPr>
            <a:lvl6pPr>
              <a:defRPr sz="1950" b="1">
                <a:solidFill>
                  <a:srgbClr val="101412"/>
                </a:solidFill>
              </a:defRPr>
            </a:lvl6pPr>
            <a:lvl7pPr>
              <a:defRPr sz="1950" b="1">
                <a:solidFill>
                  <a:srgbClr val="101412"/>
                </a:solidFill>
              </a:defRPr>
            </a:lvl7pPr>
            <a:lvl8pPr>
              <a:defRPr sz="1950" b="1">
                <a:solidFill>
                  <a:srgbClr val="101412"/>
                </a:solidFill>
              </a:defRPr>
            </a:lvl8pPr>
            <a:lvl9pPr>
              <a:defRPr sz="19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01412"/>
                </a:solidFill>
              </a:defRPr>
            </a:pPr>
            <a:r>
              <a:rPr sz="1950" b="1">
                <a:solidFill>
                  <a:srgbClr val="101412"/>
                </a:solidFill>
              </a:rPr>
              <a:t>Байтерек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ABC2C-55FE-479D-9D7F-CE56106A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243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8716D"/>
                </a:solidFill>
              </a:defRPr>
            </a:defPPr>
            <a:lvl1pPr>
              <a:defRPr sz="1125" b="0">
                <a:solidFill>
                  <a:srgbClr val="68716D"/>
                </a:solidFill>
              </a:defRPr>
            </a:lvl1pPr>
            <a:lvl2pPr>
              <a:defRPr sz="1125" b="0">
                <a:solidFill>
                  <a:srgbClr val="68716D"/>
                </a:solidFill>
              </a:defRPr>
            </a:lvl2pPr>
            <a:lvl3pPr>
              <a:defRPr sz="1125" b="0">
                <a:solidFill>
                  <a:srgbClr val="68716D"/>
                </a:solidFill>
              </a:defRPr>
            </a:lvl3pPr>
            <a:lvl4pPr>
              <a:defRPr sz="1125" b="0">
                <a:solidFill>
                  <a:srgbClr val="68716D"/>
                </a:solidFill>
              </a:defRPr>
            </a:lvl4pPr>
            <a:lvl5pPr>
              <a:defRPr sz="1125" b="0">
                <a:solidFill>
                  <a:srgbClr val="68716D"/>
                </a:solidFill>
              </a:defRPr>
            </a:lvl5pPr>
            <a:lvl6pPr>
              <a:defRPr sz="1125" b="0">
                <a:solidFill>
                  <a:srgbClr val="68716D"/>
                </a:solidFill>
              </a:defRPr>
            </a:lvl6pPr>
            <a:lvl7pPr>
              <a:defRPr sz="1125" b="0">
                <a:solidFill>
                  <a:srgbClr val="68716D"/>
                </a:solidFill>
              </a:defRPr>
            </a:lvl7pPr>
            <a:lvl8pPr>
              <a:defRPr sz="1125" b="0">
                <a:solidFill>
                  <a:srgbClr val="68716D"/>
                </a:solidFill>
              </a:defRPr>
            </a:lvl8pPr>
            <a:lvl9pPr>
              <a:defRPr sz="112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716D"/>
                </a:solidFill>
              </a:defRPr>
            </a:pPr>
            <a:r>
              <a:rPr sz="1125" b="0">
                <a:solidFill>
                  <a:srgbClr val="68716D"/>
                </a:solidFill>
              </a:rPr>
              <a:t>ручная стартовая точка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FC38A-F97E-4632-9889-6477AE3A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6D"/>
                </a:solidFill>
              </a:defRPr>
            </a:defPPr>
            <a:lvl1pPr>
              <a:defRPr sz="1950" b="1">
                <a:solidFill>
                  <a:srgbClr val="087F6D"/>
                </a:solidFill>
              </a:defRPr>
            </a:lvl1pPr>
            <a:lvl2pPr>
              <a:defRPr sz="1950" b="1">
                <a:solidFill>
                  <a:srgbClr val="087F6D"/>
                </a:solidFill>
              </a:defRPr>
            </a:lvl2pPr>
            <a:lvl3pPr>
              <a:defRPr sz="1950" b="1">
                <a:solidFill>
                  <a:srgbClr val="087F6D"/>
                </a:solidFill>
              </a:defRPr>
            </a:lvl3pPr>
            <a:lvl4pPr>
              <a:defRPr sz="1950" b="1">
                <a:solidFill>
                  <a:srgbClr val="087F6D"/>
                </a:solidFill>
              </a:defRPr>
            </a:lvl4pPr>
            <a:lvl5pPr>
              <a:defRPr sz="1950" b="1">
                <a:solidFill>
                  <a:srgbClr val="087F6D"/>
                </a:solidFill>
              </a:defRPr>
            </a:lvl5pPr>
            <a:lvl6pPr>
              <a:defRPr sz="1950" b="1">
                <a:solidFill>
                  <a:srgbClr val="087F6D"/>
                </a:solidFill>
              </a:defRPr>
            </a:lvl6pPr>
            <a:lvl7pPr>
              <a:defRPr sz="1950" b="1">
                <a:solidFill>
                  <a:srgbClr val="087F6D"/>
                </a:solidFill>
              </a:defRPr>
            </a:lvl7pPr>
            <a:lvl8pPr>
              <a:defRPr sz="1950" b="1">
                <a:solidFill>
                  <a:srgbClr val="087F6D"/>
                </a:solidFill>
              </a:defRPr>
            </a:lvl8pPr>
            <a:lvl9pPr>
              <a:defRPr sz="19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87F6D"/>
                </a:solidFill>
              </a:defRPr>
            </a:pPr>
            <a:r>
              <a:rPr sz="1950" b="1">
                <a:solidFill>
                  <a:srgbClr val="087F6D"/>
                </a:solidFill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75F14-04DE-4836-9A06-3336D306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24425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8716D"/>
                </a:solidFill>
              </a:defRPr>
            </a:defPPr>
            <a:lvl1pPr>
              <a:defRPr sz="1125" b="0">
                <a:solidFill>
                  <a:srgbClr val="68716D"/>
                </a:solidFill>
              </a:defRPr>
            </a:lvl1pPr>
            <a:lvl2pPr>
              <a:defRPr sz="1125" b="0">
                <a:solidFill>
                  <a:srgbClr val="68716D"/>
                </a:solidFill>
              </a:defRPr>
            </a:lvl2pPr>
            <a:lvl3pPr>
              <a:defRPr sz="1125" b="0">
                <a:solidFill>
                  <a:srgbClr val="68716D"/>
                </a:solidFill>
              </a:defRPr>
            </a:lvl3pPr>
            <a:lvl4pPr>
              <a:defRPr sz="1125" b="0">
                <a:solidFill>
                  <a:srgbClr val="68716D"/>
                </a:solidFill>
              </a:defRPr>
            </a:lvl4pPr>
            <a:lvl5pPr>
              <a:defRPr sz="1125" b="0">
                <a:solidFill>
                  <a:srgbClr val="68716D"/>
                </a:solidFill>
              </a:defRPr>
            </a:lvl5pPr>
            <a:lvl6pPr>
              <a:defRPr sz="1125" b="0">
                <a:solidFill>
                  <a:srgbClr val="68716D"/>
                </a:solidFill>
              </a:defRPr>
            </a:lvl6pPr>
            <a:lvl7pPr>
              <a:defRPr sz="1125" b="0">
                <a:solidFill>
                  <a:srgbClr val="68716D"/>
                </a:solidFill>
              </a:defRPr>
            </a:lvl7pPr>
            <a:lvl8pPr>
              <a:defRPr sz="1125" b="0">
                <a:solidFill>
                  <a:srgbClr val="68716D"/>
                </a:solidFill>
              </a:defRPr>
            </a:lvl8pPr>
            <a:lvl9pPr>
              <a:defRPr sz="1125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8716D"/>
                </a:solidFill>
              </a:defRPr>
            </a:pPr>
            <a:r>
              <a:rPr sz="1125" b="0">
                <a:solidFill>
                  <a:srgbClr val="68716D"/>
                </a:solidFill>
              </a:rPr>
              <a:t>выборов интересов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46404-93E0-411F-9D97-8170FBB4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09600"/>
            <a:ext cx="3714750" cy="57150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275AB-81AA-4E4F-BCC7-EAC5432985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5f923488f4bbf"/>
          <a:stretch xmlns:a="http://schemas.openxmlformats.org/drawingml/2006/main"/>
        </p:blipFill>
        <p:spPr>
          <a:xfrm xmlns:a="http://schemas.openxmlformats.org/drawingml/2006/main">
            <a:off x="7539421" y="819150"/>
            <a:ext cx="2447158" cy="52959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A2C17-68FF-4C60-9354-AD4D635D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68716D"/>
                </a:solidFill>
              </a:defRPr>
            </a:defPPr>
            <a:lvl1pPr>
              <a:defRPr sz="975" b="1">
                <a:solidFill>
                  <a:srgbClr val="68716D"/>
                </a:solidFill>
              </a:defRPr>
            </a:lvl1pPr>
            <a:lvl2pPr>
              <a:defRPr sz="975" b="1">
                <a:solidFill>
                  <a:srgbClr val="68716D"/>
                </a:solidFill>
              </a:defRPr>
            </a:lvl2pPr>
            <a:lvl3pPr>
              <a:defRPr sz="975" b="1">
                <a:solidFill>
                  <a:srgbClr val="68716D"/>
                </a:solidFill>
              </a:defRPr>
            </a:lvl3pPr>
            <a:lvl4pPr>
              <a:defRPr sz="975" b="1">
                <a:solidFill>
                  <a:srgbClr val="68716D"/>
                </a:solidFill>
              </a:defRPr>
            </a:lvl4pPr>
            <a:lvl5pPr>
              <a:defRPr sz="975" b="1">
                <a:solidFill>
                  <a:srgbClr val="68716D"/>
                </a:solidFill>
              </a:defRPr>
            </a:lvl5pPr>
            <a:lvl6pPr>
              <a:defRPr sz="975" b="1">
                <a:solidFill>
                  <a:srgbClr val="68716D"/>
                </a:solidFill>
              </a:defRPr>
            </a:lvl6pPr>
            <a:lvl7pPr>
              <a:defRPr sz="975" b="1">
                <a:solidFill>
                  <a:srgbClr val="68716D"/>
                </a:solidFill>
              </a:defRPr>
            </a:lvl7pPr>
            <a:lvl8pPr>
              <a:defRPr sz="975" b="1">
                <a:solidFill>
                  <a:srgbClr val="68716D"/>
                </a:solidFill>
              </a:defRPr>
            </a:lvl8pPr>
            <a:lvl9pPr>
              <a:defRPr sz="975" b="1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68716D"/>
                </a:solidFill>
              </a:defRPr>
            </a:pPr>
            <a:r>
              <a:rPr sz="975" b="1">
                <a:solidFill>
                  <a:srgbClr val="68716D"/>
                </a:solidFill>
              </a:rPr>
              <a:t>Карточки работают кнопками. Drag gesture пока отсутствует.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9DADB-C9AF-4D70-8302-80A915A1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57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LOCAL 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22471-B013-4A50-91FF-BA3A69B4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90500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D1119-B3F3-4673-84E9-E5B20DB93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e3cf3f90a4e10"/>
          <a:srcRect xmlns:a="http://schemas.openxmlformats.org/drawingml/2006/main" l="11825" t="0" r="118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01CF4-1B38-4BE4-A275-829356BE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429250" cy="547687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2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60CF2-9DD9-4D86-966A-52537AE8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9F46B"/>
                </a:solidFill>
              </a:defRPr>
            </a:defPPr>
            <a:lvl1pPr>
              <a:defRPr sz="900" b="1">
                <a:solidFill>
                  <a:srgbClr val="C9F46B"/>
                </a:solidFill>
              </a:defRPr>
            </a:lvl1pPr>
            <a:lvl2pPr>
              <a:defRPr sz="900" b="1">
                <a:solidFill>
                  <a:srgbClr val="C9F46B"/>
                </a:solidFill>
              </a:defRPr>
            </a:lvl2pPr>
            <a:lvl3pPr>
              <a:defRPr sz="900" b="1">
                <a:solidFill>
                  <a:srgbClr val="C9F46B"/>
                </a:solidFill>
              </a:defRPr>
            </a:lvl3pPr>
            <a:lvl4pPr>
              <a:defRPr sz="900" b="1">
                <a:solidFill>
                  <a:srgbClr val="C9F46B"/>
                </a:solidFill>
              </a:defRPr>
            </a:lvl4pPr>
            <a:lvl5pPr>
              <a:defRPr sz="900" b="1">
                <a:solidFill>
                  <a:srgbClr val="C9F46B"/>
                </a:solidFill>
              </a:defRPr>
            </a:lvl5pPr>
            <a:lvl6pPr>
              <a:defRPr sz="900" b="1">
                <a:solidFill>
                  <a:srgbClr val="C9F46B"/>
                </a:solidFill>
              </a:defRPr>
            </a:lvl6pPr>
            <a:lvl7pPr>
              <a:defRPr sz="900" b="1">
                <a:solidFill>
                  <a:srgbClr val="C9F46B"/>
                </a:solidFill>
              </a:defRPr>
            </a:lvl7pPr>
            <a:lvl8pPr>
              <a:defRPr sz="900" b="1">
                <a:solidFill>
                  <a:srgbClr val="C9F46B"/>
                </a:solidFill>
              </a:defRPr>
            </a:lvl8pPr>
            <a:lvl9pPr>
              <a:defRPr sz="9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9F46B"/>
                </a:solidFill>
              </a:defRPr>
            </a:pPr>
            <a:r>
              <a:rPr sz="900" b="1">
                <a:solidFill>
                  <a:srgbClr val="C9F46B"/>
                </a:solidFill>
              </a:rPr>
              <a:t>ДАТИРОВАННЫЙ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EB1F0-C14C-4197-AC05-742486B9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</a:defRPr>
            </a:defPPr>
            <a:lvl1pPr>
              <a:defRPr sz="4050" b="1">
                <a:solidFill>
                  <a:srgbClr val="FFFFFF"/>
                </a:solidFill>
              </a:defRPr>
            </a:lvl1pPr>
            <a:lvl2pPr>
              <a:defRPr sz="4050" b="1">
                <a:solidFill>
                  <a:srgbClr val="FFFFFF"/>
                </a:solidFill>
              </a:defRPr>
            </a:lvl2pPr>
            <a:lvl3pPr>
              <a:defRPr sz="4050" b="1">
                <a:solidFill>
                  <a:srgbClr val="FFFFFF"/>
                </a:solidFill>
              </a:defRPr>
            </a:lvl3pPr>
            <a:lvl4pPr>
              <a:defRPr sz="4050" b="1">
                <a:solidFill>
                  <a:srgbClr val="FFFFFF"/>
                </a:solidFill>
              </a:defRPr>
            </a:lvl4pPr>
            <a:lvl5pPr>
              <a:defRPr sz="4050" b="1">
                <a:solidFill>
                  <a:srgbClr val="FFFFFF"/>
                </a:solidFill>
              </a:defRPr>
            </a:lvl5pPr>
            <a:lvl6pPr>
              <a:defRPr sz="4050" b="1">
                <a:solidFill>
                  <a:srgbClr val="FFFFFF"/>
                </a:solidFill>
              </a:defRPr>
            </a:lvl6pPr>
            <a:lvl7pPr>
              <a:defRPr sz="4050" b="1">
                <a:solidFill>
                  <a:srgbClr val="FFFFFF"/>
                </a:solidFill>
              </a:defRPr>
            </a:lvl7pPr>
            <a:lvl8pPr>
              <a:defRPr sz="4050" b="1">
                <a:solidFill>
                  <a:srgbClr val="FFFFFF"/>
                </a:solidFill>
              </a:defRPr>
            </a:lvl8pPr>
            <a:lvl9pPr>
              <a:defRPr sz="4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80 реальных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POI Астаны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434B0-6A3F-494A-95C4-EDEF27A2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DE313-CB08-40AB-ADBF-0FDEEBAA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241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4DFDB"/>
                </a:solidFill>
              </a:defRPr>
            </a:defPPr>
            <a:lvl1pPr>
              <a:defRPr sz="1275" b="0">
                <a:solidFill>
                  <a:srgbClr val="D4DFDB"/>
                </a:solidFill>
              </a:defRPr>
            </a:lvl1pPr>
            <a:lvl2pPr>
              <a:defRPr sz="1275" b="0">
                <a:solidFill>
                  <a:srgbClr val="D4DFDB"/>
                </a:solidFill>
              </a:defRPr>
            </a:lvl2pPr>
            <a:lvl3pPr>
              <a:defRPr sz="1275" b="0">
                <a:solidFill>
                  <a:srgbClr val="D4DFDB"/>
                </a:solidFill>
              </a:defRPr>
            </a:lvl3pPr>
            <a:lvl4pPr>
              <a:defRPr sz="1275" b="0">
                <a:solidFill>
                  <a:srgbClr val="D4DFDB"/>
                </a:solidFill>
              </a:defRPr>
            </a:lvl4pPr>
            <a:lvl5pPr>
              <a:defRPr sz="1275" b="0">
                <a:solidFill>
                  <a:srgbClr val="D4DFDB"/>
                </a:solidFill>
              </a:defRPr>
            </a:lvl5pPr>
            <a:lvl6pPr>
              <a:defRPr sz="1275" b="0">
                <a:solidFill>
                  <a:srgbClr val="D4DFDB"/>
                </a:solidFill>
              </a:defRPr>
            </a:lvl6pPr>
            <a:lvl7pPr>
              <a:defRPr sz="1275" b="0">
                <a:solidFill>
                  <a:srgbClr val="D4DFDB"/>
                </a:solidFill>
              </a:defRPr>
            </a:lvl7pPr>
            <a:lvl8pPr>
              <a:defRPr sz="1275" b="0">
                <a:solidFill>
                  <a:srgbClr val="D4DFDB"/>
                </a:solidFill>
              </a:defRPr>
            </a:lvl8pPr>
            <a:lvl9pPr>
              <a:defRPr sz="1275" b="0">
                <a:solidFill>
                  <a:srgbClr val="D4DFD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4DFDB"/>
                </a:solidFill>
              </a:defRPr>
            </a:pPr>
            <a:r>
              <a:rPr sz="1275" b="0">
                <a:solidFill>
                  <a:srgbClr val="D4DFDB"/>
                </a:solidFill>
              </a:rPr>
              <a:t>OpenStreetMap + Overpass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C5A71-AED5-43E2-A33F-3A6D8B2E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71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B4985-2A2B-4626-831A-E524502F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4DFDB"/>
                </a:solidFill>
              </a:defRPr>
            </a:defPPr>
            <a:lvl1pPr>
              <a:defRPr sz="1275" b="0">
                <a:solidFill>
                  <a:srgbClr val="D4DFDB"/>
                </a:solidFill>
              </a:defRPr>
            </a:lvl1pPr>
            <a:lvl2pPr>
              <a:defRPr sz="1275" b="0">
                <a:solidFill>
                  <a:srgbClr val="D4DFDB"/>
                </a:solidFill>
              </a:defRPr>
            </a:lvl2pPr>
            <a:lvl3pPr>
              <a:defRPr sz="1275" b="0">
                <a:solidFill>
                  <a:srgbClr val="D4DFDB"/>
                </a:solidFill>
              </a:defRPr>
            </a:lvl3pPr>
            <a:lvl4pPr>
              <a:defRPr sz="1275" b="0">
                <a:solidFill>
                  <a:srgbClr val="D4DFDB"/>
                </a:solidFill>
              </a:defRPr>
            </a:lvl4pPr>
            <a:lvl5pPr>
              <a:defRPr sz="1275" b="0">
                <a:solidFill>
                  <a:srgbClr val="D4DFDB"/>
                </a:solidFill>
              </a:defRPr>
            </a:lvl5pPr>
            <a:lvl6pPr>
              <a:defRPr sz="1275" b="0">
                <a:solidFill>
                  <a:srgbClr val="D4DFDB"/>
                </a:solidFill>
              </a:defRPr>
            </a:lvl6pPr>
            <a:lvl7pPr>
              <a:defRPr sz="1275" b="0">
                <a:solidFill>
                  <a:srgbClr val="D4DFDB"/>
                </a:solidFill>
              </a:defRPr>
            </a:lvl7pPr>
            <a:lvl8pPr>
              <a:defRPr sz="1275" b="0">
                <a:solidFill>
                  <a:srgbClr val="D4DFDB"/>
                </a:solidFill>
              </a:defRPr>
            </a:lvl8pPr>
            <a:lvl9pPr>
              <a:defRPr sz="1275" b="0">
                <a:solidFill>
                  <a:srgbClr val="D4DFD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4DFDB"/>
                </a:solidFill>
              </a:defRPr>
            </a:pPr>
            <a:r>
              <a:rPr sz="1275" b="0">
                <a:solidFill>
                  <a:srgbClr val="D4DFDB"/>
                </a:solidFill>
              </a:rPr>
              <a:t>координаты, категории, provenance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03462-F82D-442C-BF88-FC9D850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3AE86-EAAA-426C-97C7-8D00C439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9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4DFDB"/>
                </a:solidFill>
              </a:defRPr>
            </a:defPPr>
            <a:lvl1pPr>
              <a:defRPr sz="1275" b="0">
                <a:solidFill>
                  <a:srgbClr val="D4DFDB"/>
                </a:solidFill>
              </a:defRPr>
            </a:lvl1pPr>
            <a:lvl2pPr>
              <a:defRPr sz="1275" b="0">
                <a:solidFill>
                  <a:srgbClr val="D4DFDB"/>
                </a:solidFill>
              </a:defRPr>
            </a:lvl2pPr>
            <a:lvl3pPr>
              <a:defRPr sz="1275" b="0">
                <a:solidFill>
                  <a:srgbClr val="D4DFDB"/>
                </a:solidFill>
              </a:defRPr>
            </a:lvl3pPr>
            <a:lvl4pPr>
              <a:defRPr sz="1275" b="0">
                <a:solidFill>
                  <a:srgbClr val="D4DFDB"/>
                </a:solidFill>
              </a:defRPr>
            </a:lvl4pPr>
            <a:lvl5pPr>
              <a:defRPr sz="1275" b="0">
                <a:solidFill>
                  <a:srgbClr val="D4DFDB"/>
                </a:solidFill>
              </a:defRPr>
            </a:lvl5pPr>
            <a:lvl6pPr>
              <a:defRPr sz="1275" b="0">
                <a:solidFill>
                  <a:srgbClr val="D4DFDB"/>
                </a:solidFill>
              </a:defRPr>
            </a:lvl6pPr>
            <a:lvl7pPr>
              <a:defRPr sz="1275" b="0">
                <a:solidFill>
                  <a:srgbClr val="D4DFDB"/>
                </a:solidFill>
              </a:defRPr>
            </a:lvl7pPr>
            <a:lvl8pPr>
              <a:defRPr sz="1275" b="0">
                <a:solidFill>
                  <a:srgbClr val="D4DFDB"/>
                </a:solidFill>
              </a:defRPr>
            </a:lvl8pPr>
            <a:lvl9pPr>
              <a:defRPr sz="1275" b="0">
                <a:solidFill>
                  <a:srgbClr val="D4DFD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4DFDB"/>
                </a:solidFill>
              </a:defRPr>
            </a:pPr>
            <a:r>
              <a:rPr sz="1275" b="0">
                <a:solidFill>
                  <a:srgbClr val="D4DFDB"/>
                </a:solidFill>
              </a:rPr>
              <a:t>ограниченный import script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4109F-F7CB-4A5C-911D-42C11185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19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4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BE506-2725-41AA-8780-919E5F7B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4DFDB"/>
                </a:solidFill>
              </a:defRPr>
            </a:defPPr>
            <a:lvl1pPr>
              <a:defRPr sz="1275" b="0">
                <a:solidFill>
                  <a:srgbClr val="D4DFDB"/>
                </a:solidFill>
              </a:defRPr>
            </a:lvl1pPr>
            <a:lvl2pPr>
              <a:defRPr sz="1275" b="0">
                <a:solidFill>
                  <a:srgbClr val="D4DFDB"/>
                </a:solidFill>
              </a:defRPr>
            </a:lvl2pPr>
            <a:lvl3pPr>
              <a:defRPr sz="1275" b="0">
                <a:solidFill>
                  <a:srgbClr val="D4DFDB"/>
                </a:solidFill>
              </a:defRPr>
            </a:lvl3pPr>
            <a:lvl4pPr>
              <a:defRPr sz="1275" b="0">
                <a:solidFill>
                  <a:srgbClr val="D4DFDB"/>
                </a:solidFill>
              </a:defRPr>
            </a:lvl4pPr>
            <a:lvl5pPr>
              <a:defRPr sz="1275" b="0">
                <a:solidFill>
                  <a:srgbClr val="D4DFDB"/>
                </a:solidFill>
              </a:defRPr>
            </a:lvl5pPr>
            <a:lvl6pPr>
              <a:defRPr sz="1275" b="0">
                <a:solidFill>
                  <a:srgbClr val="D4DFDB"/>
                </a:solidFill>
              </a:defRPr>
            </a:lvl6pPr>
            <a:lvl7pPr>
              <a:defRPr sz="1275" b="0">
                <a:solidFill>
                  <a:srgbClr val="D4DFDB"/>
                </a:solidFill>
              </a:defRPr>
            </a:lvl7pPr>
            <a:lvl8pPr>
              <a:defRPr sz="1275" b="0">
                <a:solidFill>
                  <a:srgbClr val="D4DFDB"/>
                </a:solidFill>
              </a:defRPr>
            </a:lvl8pPr>
            <a:lvl9pPr>
              <a:defRPr sz="1275" b="0">
                <a:solidFill>
                  <a:srgbClr val="D4DFD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D4DFDB"/>
                </a:solidFill>
              </a:defRPr>
            </a:pPr>
            <a:r>
              <a:rPr sz="1275" b="0">
                <a:solidFill>
                  <a:srgbClr val="D4DFDB"/>
                </a:solidFill>
              </a:rPr>
              <a:t>data validation в репозитории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EBE0F-13B2-4E14-84A4-526E36D0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267325"/>
            <a:ext cx="45148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0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228A2-892A-47F6-B1A7-A3B52BE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E8D8B6"/>
                </a:solidFill>
              </a:defRPr>
            </a:defPPr>
            <a:lvl1pPr>
              <a:defRPr sz="975" b="1">
                <a:solidFill>
                  <a:srgbClr val="E8D8B6"/>
                </a:solidFill>
              </a:defRPr>
            </a:lvl1pPr>
            <a:lvl2pPr>
              <a:defRPr sz="975" b="1">
                <a:solidFill>
                  <a:srgbClr val="E8D8B6"/>
                </a:solidFill>
              </a:defRPr>
            </a:lvl2pPr>
            <a:lvl3pPr>
              <a:defRPr sz="975" b="1">
                <a:solidFill>
                  <a:srgbClr val="E8D8B6"/>
                </a:solidFill>
              </a:defRPr>
            </a:lvl3pPr>
            <a:lvl4pPr>
              <a:defRPr sz="975" b="1">
                <a:solidFill>
                  <a:srgbClr val="E8D8B6"/>
                </a:solidFill>
              </a:defRPr>
            </a:lvl4pPr>
            <a:lvl5pPr>
              <a:defRPr sz="975" b="1">
                <a:solidFill>
                  <a:srgbClr val="E8D8B6"/>
                </a:solidFill>
              </a:defRPr>
            </a:lvl5pPr>
            <a:lvl6pPr>
              <a:defRPr sz="975" b="1">
                <a:solidFill>
                  <a:srgbClr val="E8D8B6"/>
                </a:solidFill>
              </a:defRPr>
            </a:lvl6pPr>
            <a:lvl7pPr>
              <a:defRPr sz="975" b="1">
                <a:solidFill>
                  <a:srgbClr val="E8D8B6"/>
                </a:solidFill>
              </a:defRPr>
            </a:lvl7pPr>
            <a:lvl8pPr>
              <a:defRPr sz="975" b="1">
                <a:solidFill>
                  <a:srgbClr val="E8D8B6"/>
                </a:solidFill>
              </a:defRPr>
            </a:lvl8pPr>
            <a:lvl9pPr>
              <a:defRPr sz="975" b="1">
                <a:solidFill>
                  <a:srgbClr val="E8D8B6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E8D8B6"/>
                </a:solidFill>
              </a:defRPr>
            </a:pPr>
            <a:r>
              <a:rPr sz="975" b="1">
                <a:solidFill>
                  <a:srgbClr val="E8D8B6"/>
                </a:solidFill>
              </a:rPr>
              <a:t>4 события · static snapshot · не live feed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F0E03-948F-4A41-B4A9-96AE3F75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57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9EB0AA"/>
                </a:solidFill>
              </a:defRPr>
            </a:defPPr>
            <a:lvl1pPr>
              <a:defRPr sz="675" b="1">
                <a:solidFill>
                  <a:srgbClr val="9EB0AA"/>
                </a:solidFill>
              </a:defRPr>
            </a:lvl1pPr>
            <a:lvl2pPr>
              <a:defRPr sz="675" b="1">
                <a:solidFill>
                  <a:srgbClr val="9EB0AA"/>
                </a:solidFill>
              </a:defRPr>
            </a:lvl2pPr>
            <a:lvl3pPr>
              <a:defRPr sz="675" b="1">
                <a:solidFill>
                  <a:srgbClr val="9EB0AA"/>
                </a:solidFill>
              </a:defRPr>
            </a:lvl3pPr>
            <a:lvl4pPr>
              <a:defRPr sz="675" b="1">
                <a:solidFill>
                  <a:srgbClr val="9EB0AA"/>
                </a:solidFill>
              </a:defRPr>
            </a:lvl4pPr>
            <a:lvl5pPr>
              <a:defRPr sz="675" b="1">
                <a:solidFill>
                  <a:srgbClr val="9EB0AA"/>
                </a:solidFill>
              </a:defRPr>
            </a:lvl5pPr>
            <a:lvl6pPr>
              <a:defRPr sz="675" b="1">
                <a:solidFill>
                  <a:srgbClr val="9EB0AA"/>
                </a:solidFill>
              </a:defRPr>
            </a:lvl6pPr>
            <a:lvl7pPr>
              <a:defRPr sz="675" b="1">
                <a:solidFill>
                  <a:srgbClr val="9EB0AA"/>
                </a:solidFill>
              </a:defRPr>
            </a:lvl7pPr>
            <a:lvl8pPr>
              <a:defRPr sz="675" b="1">
                <a:solidFill>
                  <a:srgbClr val="9EB0AA"/>
                </a:solidFill>
              </a:defRPr>
            </a:lvl8pPr>
            <a:lvl9pPr>
              <a:defRPr sz="675" b="1">
                <a:solidFill>
                  <a:srgbClr val="9EB0AA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9EB0AA"/>
                </a:solidFill>
              </a:defRPr>
            </a:pPr>
            <a:r>
              <a:rPr sz="675" b="1">
                <a:solidFill>
                  <a:srgbClr val="9EB0AA"/>
                </a:solidFill>
              </a:rPr>
              <a:t>QETTYQ · ASTANA PILOT · LOCAL PROTOTYPE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4FBAF-5A69-4EDA-9746-2B2C548A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  <a:lvl1pPr algn="r">
              <a:defRPr sz="825" b="1">
                <a:solidFill>
                  <a:srgbClr val="FFFFFF"/>
                </a:solidFill>
              </a:defRPr>
            </a:lvl1pPr>
            <a:lvl2pPr algn="r">
              <a:defRPr sz="825" b="1">
                <a:solidFill>
                  <a:srgbClr val="FFFFFF"/>
                </a:solidFill>
              </a:defRPr>
            </a:lvl2pPr>
            <a:lvl3pPr algn="r">
              <a:defRPr sz="825" b="1">
                <a:solidFill>
                  <a:srgbClr val="FFFFFF"/>
                </a:solidFill>
              </a:defRPr>
            </a:lvl3pPr>
            <a:lvl4pPr algn="r">
              <a:defRPr sz="825" b="1">
                <a:solidFill>
                  <a:srgbClr val="FFFFFF"/>
                </a:solidFill>
              </a:defRPr>
            </a:lvl4pPr>
            <a:lvl5pPr algn="r">
              <a:defRPr sz="825" b="1">
                <a:solidFill>
                  <a:srgbClr val="FFFFFF"/>
                </a:solidFill>
              </a:defRPr>
            </a:lvl5pPr>
            <a:lvl6pPr algn="r">
              <a:defRPr sz="825" b="1">
                <a:solidFill>
                  <a:srgbClr val="FFFFFF"/>
                </a:solidFill>
              </a:defRPr>
            </a:lvl6pPr>
            <a:lvl7pPr algn="r">
              <a:defRPr sz="825" b="1">
                <a:solidFill>
                  <a:srgbClr val="FFFFFF"/>
                </a:solidFill>
              </a:defRPr>
            </a:lvl7pPr>
            <a:lvl8pPr algn="r">
              <a:defRPr sz="825" b="1">
                <a:solidFill>
                  <a:srgbClr val="FFFFFF"/>
                </a:solidFill>
              </a:defRPr>
            </a:lvl8pPr>
            <a:lvl9pPr algn="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5266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430C0-A0F3-4F79-8586-87149601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RETRIEVAL И ОБЪЯСНЕНИЕ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44649-DE7A-499E-A8C8-9A068B2E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95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1412"/>
                </a:solidFill>
              </a:defRPr>
            </a:defPPr>
            <a:lvl1pPr>
              <a:defRPr sz="3450" b="1">
                <a:solidFill>
                  <a:srgbClr val="101412"/>
                </a:solidFill>
              </a:defRPr>
            </a:lvl1pPr>
            <a:lvl2pPr>
              <a:defRPr sz="3450" b="1">
                <a:solidFill>
                  <a:srgbClr val="101412"/>
                </a:solidFill>
              </a:defRPr>
            </a:lvl2pPr>
            <a:lvl3pPr>
              <a:defRPr sz="3450" b="1">
                <a:solidFill>
                  <a:srgbClr val="101412"/>
                </a:solidFill>
              </a:defRPr>
            </a:lvl3pPr>
            <a:lvl4pPr>
              <a:defRPr sz="3450" b="1">
                <a:solidFill>
                  <a:srgbClr val="101412"/>
                </a:solidFill>
              </a:defRPr>
            </a:lvl4pPr>
            <a:lvl5pPr>
              <a:defRPr sz="3450" b="1">
                <a:solidFill>
                  <a:srgbClr val="101412"/>
                </a:solidFill>
              </a:defRPr>
            </a:lvl5pPr>
            <a:lvl6pPr>
              <a:defRPr sz="3450" b="1">
                <a:solidFill>
                  <a:srgbClr val="101412"/>
                </a:solidFill>
              </a:defRPr>
            </a:lvl6pPr>
            <a:lvl7pPr>
              <a:defRPr sz="3450" b="1">
                <a:solidFill>
                  <a:srgbClr val="101412"/>
                </a:solidFill>
              </a:defRPr>
            </a:lvl7pPr>
            <a:lvl8pPr>
              <a:defRPr sz="3450" b="1">
                <a:solidFill>
                  <a:srgbClr val="101412"/>
                </a:solidFill>
              </a:defRPr>
            </a:lvl8pPr>
            <a:lvl9pPr>
              <a:defRPr sz="34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412"/>
                </a:solidFill>
              </a:defRPr>
            </a:pPr>
            <a:r>
              <a:rPr sz="3450" b="1">
                <a:solidFill>
                  <a:srgbClr val="101412"/>
                </a:solidFill>
              </a:rPr>
              <a:t>Код сначала проверяет допустимость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4D432-0420-4901-B827-9164925E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3812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E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AA9F4-7E6E-4D27-94E5-BAE1ED85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8CFBD-7AC0-445F-AA5D-221EA30A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74C8B-AD34-4266-BA91-D7BFEA33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80 POI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B5499-77C9-4F4E-B223-BF2E748A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23812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E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155EA-6FCB-4DC8-8F9E-A471373A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00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D6E4B-94F9-447D-8F4D-A5C56A17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76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FILTERS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2C4E51-5C3D-4FC9-86DE-DED504BC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05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время · расстояние · интерес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95D03-FE43-42C9-A418-B2E9AA25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3812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EE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A8E46-FB4B-4754-8151-975D9D57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00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739B1-7C46-4308-B147-1AAEE1E3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76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0833B-095E-462E-8864-436852FE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до трёх кандидатов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1B88E-3CF8-4707-BD66-619572B1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3812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DDF5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41DF9-FE0F-44FF-8DE0-C068A5F5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037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32E5F-095C-4F2E-983B-8F0FAAC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C8FDF-8D7D-414F-8F14-A35853C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только поля кандидата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64172-EEBB-44E9-91DB-A6C8B06F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108585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D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E753A-A70F-4273-BBCD-FF357A8D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defRPr sz="1500" b="1">
                <a:solidFill>
                  <a:srgbClr val="FFFFFF"/>
                </a:solidFill>
              </a:defRPr>
            </a:lvl1pPr>
            <a:lvl2pPr>
              <a:defRPr sz="1500" b="1">
                <a:solidFill>
                  <a:srgbClr val="FFFFFF"/>
                </a:solidFill>
              </a:defRPr>
            </a:lvl2pPr>
            <a:lvl3pPr>
              <a:defRPr sz="1500" b="1">
                <a:solidFill>
                  <a:srgbClr val="FFFFFF"/>
                </a:solidFill>
              </a:defRPr>
            </a:lvl3pPr>
            <a:lvl4pPr>
              <a:defRPr sz="1500" b="1">
                <a:solidFill>
                  <a:srgbClr val="FFFFFF"/>
                </a:solidFill>
              </a:defRPr>
            </a:lvl4pPr>
            <a:lvl5pPr>
              <a:defRPr sz="1500" b="1">
                <a:solidFill>
                  <a:srgbClr val="FFFFFF"/>
                </a:solidFill>
              </a:defRPr>
            </a:lvl5pPr>
            <a:lvl6pPr>
              <a:defRPr sz="1500" b="1">
                <a:solidFill>
                  <a:srgbClr val="FFFFFF"/>
                </a:solidFill>
              </a:defRPr>
            </a:lvl6pPr>
            <a:lvl7pPr>
              <a:defRPr sz="1500" b="1">
                <a:solidFill>
                  <a:srgbClr val="FFFFFF"/>
                </a:solidFill>
              </a:defRPr>
            </a:lvl7pPr>
            <a:lvl8pPr>
              <a:defRPr sz="1500" b="1">
                <a:solidFill>
                  <a:srgbClr val="FFFFFF"/>
                </a:solidFill>
              </a:defRPr>
            </a:lvl8pPr>
            <a:lvl9pPr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Детерминированный режим работает без ключа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46828-5A2F-4848-8BD7-AD3D7AE3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ED0CA"/>
                </a:solidFill>
              </a:defRPr>
            </a:defPPr>
            <a:lvl1pPr>
              <a:defRPr sz="1050" b="0">
                <a:solidFill>
                  <a:srgbClr val="BED0CA"/>
                </a:solidFill>
              </a:defRPr>
            </a:lvl1pPr>
            <a:lvl2pPr>
              <a:defRPr sz="1050" b="0">
                <a:solidFill>
                  <a:srgbClr val="BED0CA"/>
                </a:solidFill>
              </a:defRPr>
            </a:lvl2pPr>
            <a:lvl3pPr>
              <a:defRPr sz="1050" b="0">
                <a:solidFill>
                  <a:srgbClr val="BED0CA"/>
                </a:solidFill>
              </a:defRPr>
            </a:lvl3pPr>
            <a:lvl4pPr>
              <a:defRPr sz="1050" b="0">
                <a:solidFill>
                  <a:srgbClr val="BED0CA"/>
                </a:solidFill>
              </a:defRPr>
            </a:lvl4pPr>
            <a:lvl5pPr>
              <a:defRPr sz="1050" b="0">
                <a:solidFill>
                  <a:srgbClr val="BED0CA"/>
                </a:solidFill>
              </a:defRPr>
            </a:lvl5pPr>
            <a:lvl6pPr>
              <a:defRPr sz="1050" b="0">
                <a:solidFill>
                  <a:srgbClr val="BED0CA"/>
                </a:solidFill>
              </a:defRPr>
            </a:lvl6pPr>
            <a:lvl7pPr>
              <a:defRPr sz="1050" b="0">
                <a:solidFill>
                  <a:srgbClr val="BED0CA"/>
                </a:solidFill>
              </a:defRPr>
            </a:lvl7pPr>
            <a:lvl8pPr>
              <a:defRPr sz="1050" b="0">
                <a:solidFill>
                  <a:srgbClr val="BED0CA"/>
                </a:solidFill>
              </a:defRPr>
            </a:lvl8pPr>
            <a:lvl9pPr>
              <a:defRPr sz="1050" b="0">
                <a:solidFill>
                  <a:srgbClr val="BED0CA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ED0CA"/>
                </a:solidFill>
              </a:defRPr>
            </a:pPr>
            <a:r>
              <a:rPr sz="1050" b="0">
                <a:solidFill>
                  <a:srgbClr val="BED0CA"/>
                </a:solidFill>
              </a:rPr>
              <a:t>Адаптер OpenAI есть в коде. Live RAG-вызов в текущей среде не подтверждён.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143C6-53F7-4EAE-AAF6-87353A4D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57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LOCAL PROTOTYPE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8E45F-43E3-4EF1-B862-5CBAB94F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15165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1A8CC-15C3-4DFA-A861-F3A2A611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ОТВЕТ ПОЛЬЗОВАТЕЛЮ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44B18-B176-46B6-B13F-974E16DC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01412"/>
                </a:solidFill>
              </a:defRPr>
            </a:defPPr>
            <a:lvl1pPr>
              <a:defRPr sz="2925" b="1">
                <a:solidFill>
                  <a:srgbClr val="101412"/>
                </a:solidFill>
              </a:defRPr>
            </a:lvl1pPr>
            <a:lvl2pPr>
              <a:defRPr sz="2925" b="1">
                <a:solidFill>
                  <a:srgbClr val="101412"/>
                </a:solidFill>
              </a:defRPr>
            </a:lvl2pPr>
            <a:lvl3pPr>
              <a:defRPr sz="2925" b="1">
                <a:solidFill>
                  <a:srgbClr val="101412"/>
                </a:solidFill>
              </a:defRPr>
            </a:lvl3pPr>
            <a:lvl4pPr>
              <a:defRPr sz="2925" b="1">
                <a:solidFill>
                  <a:srgbClr val="101412"/>
                </a:solidFill>
              </a:defRPr>
            </a:lvl4pPr>
            <a:lvl5pPr>
              <a:defRPr sz="2925" b="1">
                <a:solidFill>
                  <a:srgbClr val="101412"/>
                </a:solidFill>
              </a:defRPr>
            </a:lvl5pPr>
            <a:lvl6pPr>
              <a:defRPr sz="2925" b="1">
                <a:solidFill>
                  <a:srgbClr val="101412"/>
                </a:solidFill>
              </a:defRPr>
            </a:lvl6pPr>
            <a:lvl7pPr>
              <a:defRPr sz="2925" b="1">
                <a:solidFill>
                  <a:srgbClr val="101412"/>
                </a:solidFill>
              </a:defRPr>
            </a:lvl7pPr>
            <a:lvl8pPr>
              <a:defRPr sz="2925" b="1">
                <a:solidFill>
                  <a:srgbClr val="101412"/>
                </a:solidFill>
              </a:defRPr>
            </a:lvl8pPr>
            <a:lvl9pPr>
              <a:defRPr sz="29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01412"/>
                </a:solidFill>
              </a:defRPr>
            </a:pPr>
            <a:r>
              <a:rPr sz="2925" b="1">
                <a:solidFill>
                  <a:srgbClr val="101412"/>
                </a:solidFill>
              </a:rPr>
              <a:t>Результат показывает</a:t>
            </a:r>
          </a:p>
          <a:p xmlns:a="http://schemas.openxmlformats.org/drawingml/2006/main">
            <a:pPr>
              <a:defRPr sz="2925" b="1">
                <a:solidFill>
                  <a:srgbClr val="101412"/>
                </a:solidFill>
              </a:defRPr>
            </a:pPr>
            <a:r>
              <a:rPr sz="2925" b="1">
                <a:solidFill>
                  <a:srgbClr val="101412"/>
                </a:solidFill>
              </a:rPr>
              <a:t>источник и неизвестные поля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81804-F30D-4A64-B7F3-F3B5C5CF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Пример текущей выдачи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42851-5327-40DC-9FF4-1E75CA57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601D6-A485-4F58-BC2B-DE57A099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01412"/>
                </a:solidFill>
              </a:defRPr>
            </a:defPPr>
            <a:lvl1pPr>
              <a:defRPr sz="1500" b="0">
                <a:solidFill>
                  <a:srgbClr val="101412"/>
                </a:solidFill>
              </a:defRPr>
            </a:lvl1pPr>
            <a:lvl2pPr>
              <a:defRPr sz="1500" b="0">
                <a:solidFill>
                  <a:srgbClr val="101412"/>
                </a:solidFill>
              </a:defRPr>
            </a:lvl2pPr>
            <a:lvl3pPr>
              <a:defRPr sz="1500" b="0">
                <a:solidFill>
                  <a:srgbClr val="101412"/>
                </a:solidFill>
              </a:defRPr>
            </a:lvl3pPr>
            <a:lvl4pPr>
              <a:defRPr sz="1500" b="0">
                <a:solidFill>
                  <a:srgbClr val="101412"/>
                </a:solidFill>
              </a:defRPr>
            </a:lvl4pPr>
            <a:lvl5pPr>
              <a:defRPr sz="1500" b="0">
                <a:solidFill>
                  <a:srgbClr val="101412"/>
                </a:solidFill>
              </a:defRPr>
            </a:lvl5pPr>
            <a:lvl6pPr>
              <a:defRPr sz="1500" b="0">
                <a:solidFill>
                  <a:srgbClr val="101412"/>
                </a:solidFill>
              </a:defRPr>
            </a:lvl6pPr>
            <a:lvl7pPr>
              <a:defRPr sz="1500" b="0">
                <a:solidFill>
                  <a:srgbClr val="101412"/>
                </a:solidFill>
              </a:defRPr>
            </a:lvl7pPr>
            <a:lvl8pPr>
              <a:defRPr sz="1500" b="0">
                <a:solidFill>
                  <a:srgbClr val="101412"/>
                </a:solidFill>
              </a:defRPr>
            </a:lvl8pPr>
            <a:lvl9pPr>
              <a:defRPr sz="1500" b="0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1412"/>
                </a:solidFill>
              </a:defRPr>
            </a:pPr>
            <a:r>
              <a:rPr sz="1500" b="0">
                <a:solidFill>
                  <a:srgbClr val="101412"/>
                </a:solidFill>
              </a:rPr>
              <a:t>1–3 конкретных места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053B2-3FA1-4EAC-944A-6555683D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FA250-4773-49AC-811E-50211049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01412"/>
                </a:solidFill>
              </a:defRPr>
            </a:defPPr>
            <a:lvl1pPr>
              <a:defRPr sz="1500" b="0">
                <a:solidFill>
                  <a:srgbClr val="101412"/>
                </a:solidFill>
              </a:defRPr>
            </a:lvl1pPr>
            <a:lvl2pPr>
              <a:defRPr sz="1500" b="0">
                <a:solidFill>
                  <a:srgbClr val="101412"/>
                </a:solidFill>
              </a:defRPr>
            </a:lvl2pPr>
            <a:lvl3pPr>
              <a:defRPr sz="1500" b="0">
                <a:solidFill>
                  <a:srgbClr val="101412"/>
                </a:solidFill>
              </a:defRPr>
            </a:lvl3pPr>
            <a:lvl4pPr>
              <a:defRPr sz="1500" b="0">
                <a:solidFill>
                  <a:srgbClr val="101412"/>
                </a:solidFill>
              </a:defRPr>
            </a:lvl4pPr>
            <a:lvl5pPr>
              <a:defRPr sz="1500" b="0">
                <a:solidFill>
                  <a:srgbClr val="101412"/>
                </a:solidFill>
              </a:defRPr>
            </a:lvl5pPr>
            <a:lvl6pPr>
              <a:defRPr sz="1500" b="0">
                <a:solidFill>
                  <a:srgbClr val="101412"/>
                </a:solidFill>
              </a:defRPr>
            </a:lvl6pPr>
            <a:lvl7pPr>
              <a:defRPr sz="1500" b="0">
                <a:solidFill>
                  <a:srgbClr val="101412"/>
                </a:solidFill>
              </a:defRPr>
            </a:lvl7pPr>
            <a:lvl8pPr>
              <a:defRPr sz="1500" b="0">
                <a:solidFill>
                  <a:srgbClr val="101412"/>
                </a:solidFill>
              </a:defRPr>
            </a:lvl8pPr>
            <a:lvl9pPr>
              <a:defRPr sz="1500" b="0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1412"/>
                </a:solidFill>
              </a:defRPr>
            </a:pPr>
            <a:r>
              <a:rPr sz="1500" b="0">
                <a:solidFill>
                  <a:srgbClr val="101412"/>
                </a:solidFill>
              </a:rPr>
              <a:t>расстояние от старта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D09CB-72F4-417F-8BFA-705F5F18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98A58-63C2-4B2A-B225-4B0B5AED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01412"/>
                </a:solidFill>
              </a:defRPr>
            </a:defPPr>
            <a:lvl1pPr>
              <a:defRPr sz="1500" b="0">
                <a:solidFill>
                  <a:srgbClr val="101412"/>
                </a:solidFill>
              </a:defRPr>
            </a:lvl1pPr>
            <a:lvl2pPr>
              <a:defRPr sz="1500" b="0">
                <a:solidFill>
                  <a:srgbClr val="101412"/>
                </a:solidFill>
              </a:defRPr>
            </a:lvl2pPr>
            <a:lvl3pPr>
              <a:defRPr sz="1500" b="0">
                <a:solidFill>
                  <a:srgbClr val="101412"/>
                </a:solidFill>
              </a:defRPr>
            </a:lvl3pPr>
            <a:lvl4pPr>
              <a:defRPr sz="1500" b="0">
                <a:solidFill>
                  <a:srgbClr val="101412"/>
                </a:solidFill>
              </a:defRPr>
            </a:lvl4pPr>
            <a:lvl5pPr>
              <a:defRPr sz="1500" b="0">
                <a:solidFill>
                  <a:srgbClr val="101412"/>
                </a:solidFill>
              </a:defRPr>
            </a:lvl5pPr>
            <a:lvl6pPr>
              <a:defRPr sz="1500" b="0">
                <a:solidFill>
                  <a:srgbClr val="101412"/>
                </a:solidFill>
              </a:defRPr>
            </a:lvl6pPr>
            <a:lvl7pPr>
              <a:defRPr sz="1500" b="0">
                <a:solidFill>
                  <a:srgbClr val="101412"/>
                </a:solidFill>
              </a:defRPr>
            </a:lvl7pPr>
            <a:lvl8pPr>
              <a:defRPr sz="1500" b="0">
                <a:solidFill>
                  <a:srgbClr val="101412"/>
                </a:solidFill>
              </a:defRPr>
            </a:lvl8pPr>
            <a:lvl9pPr>
              <a:defRPr sz="1500" b="0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1412"/>
                </a:solidFill>
              </a:defRPr>
            </a:pPr>
            <a:r>
              <a:rPr sz="1500" b="0">
                <a:solidFill>
                  <a:srgbClr val="101412"/>
                </a:solidFill>
              </a:rPr>
              <a:t>приблизительное время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60A76-7CCD-4466-A418-AD2ACE41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B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43B1E-3734-4F38-863B-E1FB66D0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8B5A14"/>
                </a:solidFill>
              </a:defRPr>
            </a:defPPr>
            <a:lvl1pPr>
              <a:defRPr sz="1500" b="1">
                <a:solidFill>
                  <a:srgbClr val="8B5A14"/>
                </a:solidFill>
              </a:defRPr>
            </a:lvl1pPr>
            <a:lvl2pPr>
              <a:defRPr sz="1500" b="1">
                <a:solidFill>
                  <a:srgbClr val="8B5A14"/>
                </a:solidFill>
              </a:defRPr>
            </a:lvl2pPr>
            <a:lvl3pPr>
              <a:defRPr sz="1500" b="1">
                <a:solidFill>
                  <a:srgbClr val="8B5A14"/>
                </a:solidFill>
              </a:defRPr>
            </a:lvl3pPr>
            <a:lvl4pPr>
              <a:defRPr sz="1500" b="1">
                <a:solidFill>
                  <a:srgbClr val="8B5A14"/>
                </a:solidFill>
              </a:defRPr>
            </a:lvl4pPr>
            <a:lvl5pPr>
              <a:defRPr sz="1500" b="1">
                <a:solidFill>
                  <a:srgbClr val="8B5A14"/>
                </a:solidFill>
              </a:defRPr>
            </a:lvl5pPr>
            <a:lvl6pPr>
              <a:defRPr sz="1500" b="1">
                <a:solidFill>
                  <a:srgbClr val="8B5A14"/>
                </a:solidFill>
              </a:defRPr>
            </a:lvl6pPr>
            <a:lvl7pPr>
              <a:defRPr sz="1500" b="1">
                <a:solidFill>
                  <a:srgbClr val="8B5A14"/>
                </a:solidFill>
              </a:defRPr>
            </a:lvl7pPr>
            <a:lvl8pPr>
              <a:defRPr sz="1500" b="1">
                <a:solidFill>
                  <a:srgbClr val="8B5A14"/>
                </a:solidFill>
              </a:defRPr>
            </a:lvl8pPr>
            <a:lvl9pPr>
              <a:defRPr sz="1500" b="1">
                <a:solidFill>
                  <a:srgbClr val="8B5A14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8B5A14"/>
                </a:solidFill>
              </a:defRPr>
            </a:pPr>
            <a:r>
              <a:rPr sz="1500" b="1">
                <a:solidFill>
                  <a:srgbClr val="8B5A14"/>
                </a:solidFill>
              </a:rPr>
              <a:t>цена: нужно уточнить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B76CE-8A54-4F24-9D6A-E3045A7B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4350"/>
            <a:ext cx="4143375" cy="58293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99E3E-6607-4FC4-B59D-D01F34DB92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cbdb368ab4bd8"/>
          <a:stretch xmlns:a="http://schemas.openxmlformats.org/drawingml/2006/main"/>
        </p:blipFill>
        <p:spPr>
          <a:xfrm xmlns:a="http://schemas.openxmlformats.org/drawingml/2006/main">
            <a:off x="7628177" y="781050"/>
            <a:ext cx="1555272" cy="52959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3586E-08D0-4F0C-8B0E-3B4AB5CB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57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LOCAL 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F3959-B9B2-4833-8202-4FA28EE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90167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AEF5C-3473-480A-8DC9-B323B08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MAP-FIRST ASTANA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3EB0F-6CC2-49D9-9CAB-BF2DE5C3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01412"/>
                </a:solidFill>
              </a:defRPr>
            </a:defPPr>
            <a:lvl1pPr>
              <a:defRPr sz="3225" b="1">
                <a:solidFill>
                  <a:srgbClr val="101412"/>
                </a:solidFill>
              </a:defRPr>
            </a:lvl1pPr>
            <a:lvl2pPr>
              <a:defRPr sz="3225" b="1">
                <a:solidFill>
                  <a:srgbClr val="101412"/>
                </a:solidFill>
              </a:defRPr>
            </a:lvl2pPr>
            <a:lvl3pPr>
              <a:defRPr sz="3225" b="1">
                <a:solidFill>
                  <a:srgbClr val="101412"/>
                </a:solidFill>
              </a:defRPr>
            </a:lvl3pPr>
            <a:lvl4pPr>
              <a:defRPr sz="3225" b="1">
                <a:solidFill>
                  <a:srgbClr val="101412"/>
                </a:solidFill>
              </a:defRPr>
            </a:lvl4pPr>
            <a:lvl5pPr>
              <a:defRPr sz="3225" b="1">
                <a:solidFill>
                  <a:srgbClr val="101412"/>
                </a:solidFill>
              </a:defRPr>
            </a:lvl5pPr>
            <a:lvl6pPr>
              <a:defRPr sz="3225" b="1">
                <a:solidFill>
                  <a:srgbClr val="101412"/>
                </a:solidFill>
              </a:defRPr>
            </a:lvl6pPr>
            <a:lvl7pPr>
              <a:defRPr sz="3225" b="1">
                <a:solidFill>
                  <a:srgbClr val="101412"/>
                </a:solidFill>
              </a:defRPr>
            </a:lvl7pPr>
            <a:lvl8pPr>
              <a:defRPr sz="3225" b="1">
                <a:solidFill>
                  <a:srgbClr val="101412"/>
                </a:solidFill>
              </a:defRPr>
            </a:lvl8pPr>
            <a:lvl9pPr>
              <a:defRPr sz="32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01412"/>
                </a:solidFill>
              </a:defRPr>
            </a:pPr>
            <a:r>
              <a:rPr sz="3225" b="1">
                <a:solidFill>
                  <a:srgbClr val="101412"/>
                </a:solidFill>
              </a:rPr>
              <a:t>Карта даёт контекст без закрытых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2F3D7-4AC0-489A-BB8F-1A359A22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7429500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39A10-AB56-4E29-A427-055380A64C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3f0e9f26f44a3"/>
          <a:srcRect xmlns:a="http://schemas.openxmlformats.org/drawingml/2006/main" l="0" t="9785" r="0" b="97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076450"/>
            <a:ext cx="7086600" cy="35623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D8EAE-131C-4FDC-9104-76B4B081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Leaflet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AC5EC-596C-4043-B8D8-6B99BBFC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интерактивная карта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9FBE8-D74F-4153-A914-EDC5E9B4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OpenStreetMap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23215-B57B-4F7E-BC64-DB075739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28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tiles и атрибуция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3C9B8-373C-4DC7-B420-F1226119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6D"/>
                </a:solidFill>
              </a:defRPr>
            </a:defPPr>
            <a:lvl1pPr>
              <a:defRPr sz="1350" b="1">
                <a:solidFill>
                  <a:srgbClr val="087F6D"/>
                </a:solidFill>
              </a:defRPr>
            </a:lvl1pPr>
            <a:lvl2pPr>
              <a:defRPr sz="1350" b="1">
                <a:solidFill>
                  <a:srgbClr val="087F6D"/>
                </a:solidFill>
              </a:defRPr>
            </a:lvl2pPr>
            <a:lvl3pPr>
              <a:defRPr sz="1350" b="1">
                <a:solidFill>
                  <a:srgbClr val="087F6D"/>
                </a:solidFill>
              </a:defRPr>
            </a:lvl3pPr>
            <a:lvl4pPr>
              <a:defRPr sz="1350" b="1">
                <a:solidFill>
                  <a:srgbClr val="087F6D"/>
                </a:solidFill>
              </a:defRPr>
            </a:lvl4pPr>
            <a:lvl5pPr>
              <a:defRPr sz="1350" b="1">
                <a:solidFill>
                  <a:srgbClr val="087F6D"/>
                </a:solidFill>
              </a:defRPr>
            </a:lvl5pPr>
            <a:lvl6pPr>
              <a:defRPr sz="1350" b="1">
                <a:solidFill>
                  <a:srgbClr val="087F6D"/>
                </a:solidFill>
              </a:defRPr>
            </a:lvl6pPr>
            <a:lvl7pPr>
              <a:defRPr sz="1350" b="1">
                <a:solidFill>
                  <a:srgbClr val="087F6D"/>
                </a:solidFill>
              </a:defRPr>
            </a:lvl7pPr>
            <a:lvl8pPr>
              <a:defRPr sz="1350" b="1">
                <a:solidFill>
                  <a:srgbClr val="087F6D"/>
                </a:solidFill>
              </a:defRPr>
            </a:lvl8pPr>
            <a:lvl9pPr>
              <a:defRPr sz="135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6D"/>
                </a:solidFill>
              </a:defRPr>
            </a:pPr>
            <a:r>
              <a:rPr sz="1350" b="1">
                <a:solidFill>
                  <a:srgbClr val="087F6D"/>
                </a:solidFill>
              </a:rPr>
              <a:t>Google Maps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2E36E-0D37-4057-99B1-B65131D9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внешний переход без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1D6A5-1125-4BFF-A9C9-02695729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624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B6520"/>
                </a:solidFill>
              </a:defRPr>
            </a:defPPr>
            <a:lvl1pPr>
              <a:defRPr sz="1350" b="1">
                <a:solidFill>
                  <a:srgbClr val="9B6520"/>
                </a:solidFill>
              </a:defRPr>
            </a:lvl1pPr>
            <a:lvl2pPr>
              <a:defRPr sz="1350" b="1">
                <a:solidFill>
                  <a:srgbClr val="9B6520"/>
                </a:solidFill>
              </a:defRPr>
            </a:lvl2pPr>
            <a:lvl3pPr>
              <a:defRPr sz="1350" b="1">
                <a:solidFill>
                  <a:srgbClr val="9B6520"/>
                </a:solidFill>
              </a:defRPr>
            </a:lvl3pPr>
            <a:lvl4pPr>
              <a:defRPr sz="1350" b="1">
                <a:solidFill>
                  <a:srgbClr val="9B6520"/>
                </a:solidFill>
              </a:defRPr>
            </a:lvl4pPr>
            <a:lvl5pPr>
              <a:defRPr sz="1350" b="1">
                <a:solidFill>
                  <a:srgbClr val="9B6520"/>
                </a:solidFill>
              </a:defRPr>
            </a:lvl5pPr>
            <a:lvl6pPr>
              <a:defRPr sz="1350" b="1">
                <a:solidFill>
                  <a:srgbClr val="9B6520"/>
                </a:solidFill>
              </a:defRPr>
            </a:lvl6pPr>
            <a:lvl7pPr>
              <a:defRPr sz="1350" b="1">
                <a:solidFill>
                  <a:srgbClr val="9B6520"/>
                </a:solidFill>
              </a:defRPr>
            </a:lvl7pPr>
            <a:lvl8pPr>
              <a:defRPr sz="1350" b="1">
                <a:solidFill>
                  <a:srgbClr val="9B6520"/>
                </a:solidFill>
              </a:defRPr>
            </a:lvl8pPr>
            <a:lvl9pPr>
              <a:defRPr sz="1350" b="1">
                <a:solidFill>
                  <a:srgbClr val="9B652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9B6520"/>
                </a:solidFill>
              </a:defRPr>
            </a:pPr>
            <a:r>
              <a:rPr sz="1350" b="1">
                <a:solidFill>
                  <a:srgbClr val="9B6520"/>
                </a:solidFill>
              </a:rPr>
              <a:t>Places / Routes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F4C0A-7E9E-4C73-A029-3EB541FD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86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8716D"/>
                </a:solidFill>
              </a:defRPr>
            </a:defPPr>
            <a:lvl1pPr>
              <a:defRPr sz="1050" b="0">
                <a:solidFill>
                  <a:srgbClr val="68716D"/>
                </a:solidFill>
              </a:defRPr>
            </a:lvl1pPr>
            <a:lvl2pPr>
              <a:defRPr sz="1050" b="0">
                <a:solidFill>
                  <a:srgbClr val="68716D"/>
                </a:solidFill>
              </a:defRPr>
            </a:lvl2pPr>
            <a:lvl3pPr>
              <a:defRPr sz="1050" b="0">
                <a:solidFill>
                  <a:srgbClr val="68716D"/>
                </a:solidFill>
              </a:defRPr>
            </a:lvl3pPr>
            <a:lvl4pPr>
              <a:defRPr sz="1050" b="0">
                <a:solidFill>
                  <a:srgbClr val="68716D"/>
                </a:solidFill>
              </a:defRPr>
            </a:lvl4pPr>
            <a:lvl5pPr>
              <a:defRPr sz="1050" b="0">
                <a:solidFill>
                  <a:srgbClr val="68716D"/>
                </a:solidFill>
              </a:defRPr>
            </a:lvl5pPr>
            <a:lvl6pPr>
              <a:defRPr sz="1050" b="0">
                <a:solidFill>
                  <a:srgbClr val="68716D"/>
                </a:solidFill>
              </a:defRPr>
            </a:lvl6pPr>
            <a:lvl7pPr>
              <a:defRPr sz="1050" b="0">
                <a:solidFill>
                  <a:srgbClr val="68716D"/>
                </a:solidFill>
              </a:defRPr>
            </a:lvl7pPr>
            <a:lvl8pPr>
              <a:defRPr sz="1050" b="0">
                <a:solidFill>
                  <a:srgbClr val="68716D"/>
                </a:solidFill>
              </a:defRPr>
            </a:lvl8pPr>
            <a:lvl9pPr>
              <a:defRPr sz="1050" b="0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8716D"/>
                </a:solidFill>
              </a:defRPr>
            </a:pPr>
            <a:r>
              <a:rPr sz="1050" b="0">
                <a:solidFill>
                  <a:srgbClr val="68716D"/>
                </a:solidFill>
              </a:rPr>
              <a:t>не подключены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9D259-BA2A-4522-B52E-4062B02F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7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01412"/>
                </a:solidFill>
              </a:defRPr>
            </a:defPPr>
            <a:lvl1pPr>
              <a:defRPr sz="900" b="1">
                <a:solidFill>
                  <a:srgbClr val="101412"/>
                </a:solidFill>
              </a:defRPr>
            </a:lvl1pPr>
            <a:lvl2pPr>
              <a:defRPr sz="900" b="1">
                <a:solidFill>
                  <a:srgbClr val="101412"/>
                </a:solidFill>
              </a:defRPr>
            </a:lvl2pPr>
            <a:lvl3pPr>
              <a:defRPr sz="900" b="1">
                <a:solidFill>
                  <a:srgbClr val="101412"/>
                </a:solidFill>
              </a:defRPr>
            </a:lvl3pPr>
            <a:lvl4pPr>
              <a:defRPr sz="900" b="1">
                <a:solidFill>
                  <a:srgbClr val="101412"/>
                </a:solidFill>
              </a:defRPr>
            </a:lvl4pPr>
            <a:lvl5pPr>
              <a:defRPr sz="900" b="1">
                <a:solidFill>
                  <a:srgbClr val="101412"/>
                </a:solidFill>
              </a:defRPr>
            </a:lvl5pPr>
            <a:lvl6pPr>
              <a:defRPr sz="900" b="1">
                <a:solidFill>
                  <a:srgbClr val="101412"/>
                </a:solidFill>
              </a:defRPr>
            </a:lvl6pPr>
            <a:lvl7pPr>
              <a:defRPr sz="900" b="1">
                <a:solidFill>
                  <a:srgbClr val="101412"/>
                </a:solidFill>
              </a:defRPr>
            </a:lvl7pPr>
            <a:lvl8pPr>
              <a:defRPr sz="900" b="1">
                <a:solidFill>
                  <a:srgbClr val="101412"/>
                </a:solidFill>
              </a:defRPr>
            </a:lvl8pPr>
            <a:lvl9pPr>
              <a:defRPr sz="90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01412"/>
                </a:solidFill>
              </a:defRPr>
            </a:pPr>
            <a:r>
              <a:rPr sz="900" b="1">
                <a:solidFill>
                  <a:srgbClr val="101412"/>
                </a:solidFill>
              </a:rPr>
              <a:t>Внешняя ссылка не возвращает ETA или geometry в QETTYQ.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B64AA-7496-441E-B2CD-BD61581D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57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LOCAL PROTOTYPE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6361F-0427-4E78-86D0-C37A1EF5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71255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4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CC07B-31C9-47F4-8178-84868713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9F46B"/>
                </a:solidFill>
              </a:defRPr>
            </a:defPPr>
            <a:lvl1pPr>
              <a:defRPr sz="900" b="1">
                <a:solidFill>
                  <a:srgbClr val="C9F46B"/>
                </a:solidFill>
              </a:defRPr>
            </a:lvl1pPr>
            <a:lvl2pPr>
              <a:defRPr sz="900" b="1">
                <a:solidFill>
                  <a:srgbClr val="C9F46B"/>
                </a:solidFill>
              </a:defRPr>
            </a:lvl2pPr>
            <a:lvl3pPr>
              <a:defRPr sz="900" b="1">
                <a:solidFill>
                  <a:srgbClr val="C9F46B"/>
                </a:solidFill>
              </a:defRPr>
            </a:lvl3pPr>
            <a:lvl4pPr>
              <a:defRPr sz="900" b="1">
                <a:solidFill>
                  <a:srgbClr val="C9F46B"/>
                </a:solidFill>
              </a:defRPr>
            </a:lvl4pPr>
            <a:lvl5pPr>
              <a:defRPr sz="900" b="1">
                <a:solidFill>
                  <a:srgbClr val="C9F46B"/>
                </a:solidFill>
              </a:defRPr>
            </a:lvl5pPr>
            <a:lvl6pPr>
              <a:defRPr sz="900" b="1">
                <a:solidFill>
                  <a:srgbClr val="C9F46B"/>
                </a:solidFill>
              </a:defRPr>
            </a:lvl6pPr>
            <a:lvl7pPr>
              <a:defRPr sz="900" b="1">
                <a:solidFill>
                  <a:srgbClr val="C9F46B"/>
                </a:solidFill>
              </a:defRPr>
            </a:lvl7pPr>
            <a:lvl8pPr>
              <a:defRPr sz="900" b="1">
                <a:solidFill>
                  <a:srgbClr val="C9F46B"/>
                </a:solidFill>
              </a:defRPr>
            </a:lvl8pPr>
            <a:lvl9pPr>
              <a:defRPr sz="9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9F46B"/>
                </a:solidFill>
              </a:defRPr>
            </a:pPr>
            <a:r>
              <a:rPr sz="900" b="1">
                <a:solidFill>
                  <a:srgbClr val="C9F46B"/>
                </a:solidFill>
              </a:rPr>
              <a:t>ПРОВЕРЯЕМАЯ ЗАВЕРШЁННОСТЬ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BA0D9-B9D2-4795-9370-6D009E43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Рабочая вертикаль проходит локальные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F35CB-350E-4927-B889-46D4D1B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C9F46B"/>
                </a:solidFill>
              </a:defRPr>
            </a:defPPr>
            <a:lvl1pPr>
              <a:defRPr sz="4650" b="1">
                <a:solidFill>
                  <a:srgbClr val="C9F46B"/>
                </a:solidFill>
              </a:defRPr>
            </a:lvl1pPr>
            <a:lvl2pPr>
              <a:defRPr sz="4650" b="1">
                <a:solidFill>
                  <a:srgbClr val="C9F46B"/>
                </a:solidFill>
              </a:defRPr>
            </a:lvl2pPr>
            <a:lvl3pPr>
              <a:defRPr sz="4650" b="1">
                <a:solidFill>
                  <a:srgbClr val="C9F46B"/>
                </a:solidFill>
              </a:defRPr>
            </a:lvl3pPr>
            <a:lvl4pPr>
              <a:defRPr sz="4650" b="1">
                <a:solidFill>
                  <a:srgbClr val="C9F46B"/>
                </a:solidFill>
              </a:defRPr>
            </a:lvl4pPr>
            <a:lvl5pPr>
              <a:defRPr sz="4650" b="1">
                <a:solidFill>
                  <a:srgbClr val="C9F46B"/>
                </a:solidFill>
              </a:defRPr>
            </a:lvl5pPr>
            <a:lvl6pPr>
              <a:defRPr sz="4650" b="1">
                <a:solidFill>
                  <a:srgbClr val="C9F46B"/>
                </a:solidFill>
              </a:defRPr>
            </a:lvl6pPr>
            <a:lvl7pPr>
              <a:defRPr sz="4650" b="1">
                <a:solidFill>
                  <a:srgbClr val="C9F46B"/>
                </a:solidFill>
              </a:defRPr>
            </a:lvl7pPr>
            <a:lvl8pPr>
              <a:defRPr sz="4650" b="1">
                <a:solidFill>
                  <a:srgbClr val="C9F46B"/>
                </a:solidFill>
              </a:defRPr>
            </a:lvl8pPr>
            <a:lvl9pPr>
              <a:defRPr sz="46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C9F46B"/>
                </a:solidFill>
              </a:defRPr>
            </a:pPr>
            <a:r>
              <a:rPr sz="4650" b="1">
                <a:solidFill>
                  <a:srgbClr val="C9F46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5CD79-7EBD-4089-8004-FF035BAB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unit + 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4B073-DBC8-4F57-A4FB-DE62975A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670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C9F46B"/>
                </a:solidFill>
              </a:defRPr>
            </a:defPPr>
            <a:lvl1pPr>
              <a:defRPr sz="4650" b="1">
                <a:solidFill>
                  <a:srgbClr val="C9F46B"/>
                </a:solidFill>
              </a:defRPr>
            </a:lvl1pPr>
            <a:lvl2pPr>
              <a:defRPr sz="4650" b="1">
                <a:solidFill>
                  <a:srgbClr val="C9F46B"/>
                </a:solidFill>
              </a:defRPr>
            </a:lvl2pPr>
            <a:lvl3pPr>
              <a:defRPr sz="4650" b="1">
                <a:solidFill>
                  <a:srgbClr val="C9F46B"/>
                </a:solidFill>
              </a:defRPr>
            </a:lvl3pPr>
            <a:lvl4pPr>
              <a:defRPr sz="4650" b="1">
                <a:solidFill>
                  <a:srgbClr val="C9F46B"/>
                </a:solidFill>
              </a:defRPr>
            </a:lvl4pPr>
            <a:lvl5pPr>
              <a:defRPr sz="4650" b="1">
                <a:solidFill>
                  <a:srgbClr val="C9F46B"/>
                </a:solidFill>
              </a:defRPr>
            </a:lvl5pPr>
            <a:lvl6pPr>
              <a:defRPr sz="4650" b="1">
                <a:solidFill>
                  <a:srgbClr val="C9F46B"/>
                </a:solidFill>
              </a:defRPr>
            </a:lvl6pPr>
            <a:lvl7pPr>
              <a:defRPr sz="4650" b="1">
                <a:solidFill>
                  <a:srgbClr val="C9F46B"/>
                </a:solidFill>
              </a:defRPr>
            </a:lvl7pPr>
            <a:lvl8pPr>
              <a:defRPr sz="4650" b="1">
                <a:solidFill>
                  <a:srgbClr val="C9F46B"/>
                </a:solidFill>
              </a:defRPr>
            </a:lvl8pPr>
            <a:lvl9pPr>
              <a:defRPr sz="46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C9F46B"/>
                </a:solidFill>
              </a:defRPr>
            </a:pPr>
            <a:r>
              <a:rPr sz="4650" b="1">
                <a:solidFill>
                  <a:srgbClr val="C9F46B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453C9-D49A-4AA1-B868-CFA565EC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718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mobile E2E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46BD6-D32F-449E-AE1F-47E18F5F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E8D8B6"/>
                </a:solidFill>
              </a:defRPr>
            </a:defPPr>
            <a:lvl1pPr>
              <a:defRPr sz="4650" b="1">
                <a:solidFill>
                  <a:srgbClr val="E8D8B6"/>
                </a:solidFill>
              </a:defRPr>
            </a:lvl1pPr>
            <a:lvl2pPr>
              <a:defRPr sz="4650" b="1">
                <a:solidFill>
                  <a:srgbClr val="E8D8B6"/>
                </a:solidFill>
              </a:defRPr>
            </a:lvl2pPr>
            <a:lvl3pPr>
              <a:defRPr sz="4650" b="1">
                <a:solidFill>
                  <a:srgbClr val="E8D8B6"/>
                </a:solidFill>
              </a:defRPr>
            </a:lvl3pPr>
            <a:lvl4pPr>
              <a:defRPr sz="4650" b="1">
                <a:solidFill>
                  <a:srgbClr val="E8D8B6"/>
                </a:solidFill>
              </a:defRPr>
            </a:lvl4pPr>
            <a:lvl5pPr>
              <a:defRPr sz="4650" b="1">
                <a:solidFill>
                  <a:srgbClr val="E8D8B6"/>
                </a:solidFill>
              </a:defRPr>
            </a:lvl5pPr>
            <a:lvl6pPr>
              <a:defRPr sz="4650" b="1">
                <a:solidFill>
                  <a:srgbClr val="E8D8B6"/>
                </a:solidFill>
              </a:defRPr>
            </a:lvl6pPr>
            <a:lvl7pPr>
              <a:defRPr sz="4650" b="1">
                <a:solidFill>
                  <a:srgbClr val="E8D8B6"/>
                </a:solidFill>
              </a:defRPr>
            </a:lvl7pPr>
            <a:lvl8pPr>
              <a:defRPr sz="4650" b="1">
                <a:solidFill>
                  <a:srgbClr val="E8D8B6"/>
                </a:solidFill>
              </a:defRPr>
            </a:lvl8pPr>
            <a:lvl9pPr>
              <a:defRPr sz="4650" b="1">
                <a:solidFill>
                  <a:srgbClr val="E8D8B6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E8D8B6"/>
                </a:solidFill>
              </a:defRPr>
            </a:pPr>
            <a:r>
              <a:rPr sz="4650" b="1">
                <a:solidFill>
                  <a:srgbClr val="E8D8B6"/>
                </a:solidFill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DE640-8607-4A80-A91F-E08659C1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718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Given / When / Then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12D80-833C-4D81-9A0E-56AE36C8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C9F46B"/>
                </a:solidFill>
              </a:defRPr>
            </a:defPPr>
            <a:lvl1pPr>
              <a:defRPr sz="4650" b="1">
                <a:solidFill>
                  <a:srgbClr val="C9F46B"/>
                </a:solidFill>
              </a:defRPr>
            </a:lvl1pPr>
            <a:lvl2pPr>
              <a:defRPr sz="4650" b="1">
                <a:solidFill>
                  <a:srgbClr val="C9F46B"/>
                </a:solidFill>
              </a:defRPr>
            </a:lvl2pPr>
            <a:lvl3pPr>
              <a:defRPr sz="4650" b="1">
                <a:solidFill>
                  <a:srgbClr val="C9F46B"/>
                </a:solidFill>
              </a:defRPr>
            </a:lvl3pPr>
            <a:lvl4pPr>
              <a:defRPr sz="4650" b="1">
                <a:solidFill>
                  <a:srgbClr val="C9F46B"/>
                </a:solidFill>
              </a:defRPr>
            </a:lvl4pPr>
            <a:lvl5pPr>
              <a:defRPr sz="4650" b="1">
                <a:solidFill>
                  <a:srgbClr val="C9F46B"/>
                </a:solidFill>
              </a:defRPr>
            </a:lvl5pPr>
            <a:lvl6pPr>
              <a:defRPr sz="4650" b="1">
                <a:solidFill>
                  <a:srgbClr val="C9F46B"/>
                </a:solidFill>
              </a:defRPr>
            </a:lvl6pPr>
            <a:lvl7pPr>
              <a:defRPr sz="4650" b="1">
                <a:solidFill>
                  <a:srgbClr val="C9F46B"/>
                </a:solidFill>
              </a:defRPr>
            </a:lvl7pPr>
            <a:lvl8pPr>
              <a:defRPr sz="4650" b="1">
                <a:solidFill>
                  <a:srgbClr val="C9F46B"/>
                </a:solidFill>
              </a:defRPr>
            </a:lvl8pPr>
            <a:lvl9pPr>
              <a:defRPr sz="465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C9F46B"/>
                </a:solidFill>
              </a:defRPr>
            </a:pPr>
            <a:r>
              <a:rPr sz="4650" b="1">
                <a:solidFill>
                  <a:srgbClr val="C9F46B"/>
                </a:solidFill>
              </a:rPr>
              <a:t>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D6B8B-967A-4882-ADE8-84DC840B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718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validated POI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12A0D-AD1B-4335-8E20-C2736D27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0858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D2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B702E-D168-477B-B8B7-C17150DE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C9F46B"/>
                </a:solidFill>
              </a:defRPr>
            </a:defPPr>
            <a:lvl1pPr>
              <a:defRPr sz="1800" b="1">
                <a:solidFill>
                  <a:srgbClr val="C9F46B"/>
                </a:solidFill>
              </a:defRPr>
            </a:lvl1pPr>
            <a:lvl2pPr>
              <a:defRPr sz="1800" b="1">
                <a:solidFill>
                  <a:srgbClr val="C9F46B"/>
                </a:solidFill>
              </a:defRPr>
            </a:lvl2pPr>
            <a:lvl3pPr>
              <a:defRPr sz="1800" b="1">
                <a:solidFill>
                  <a:srgbClr val="C9F46B"/>
                </a:solidFill>
              </a:defRPr>
            </a:lvl3pPr>
            <a:lvl4pPr>
              <a:defRPr sz="1800" b="1">
                <a:solidFill>
                  <a:srgbClr val="C9F46B"/>
                </a:solidFill>
              </a:defRPr>
            </a:lvl4pPr>
            <a:lvl5pPr>
              <a:defRPr sz="1800" b="1">
                <a:solidFill>
                  <a:srgbClr val="C9F46B"/>
                </a:solidFill>
              </a:defRPr>
            </a:lvl5pPr>
            <a:lvl6pPr>
              <a:defRPr sz="1800" b="1">
                <a:solidFill>
                  <a:srgbClr val="C9F46B"/>
                </a:solidFill>
              </a:defRPr>
            </a:lvl6pPr>
            <a:lvl7pPr>
              <a:defRPr sz="1800" b="1">
                <a:solidFill>
                  <a:srgbClr val="C9F46B"/>
                </a:solidFill>
              </a:defRPr>
            </a:lvl7pPr>
            <a:lvl8pPr>
              <a:defRPr sz="1800" b="1">
                <a:solidFill>
                  <a:srgbClr val="C9F46B"/>
                </a:solidFill>
              </a:defRPr>
            </a:lvl8pPr>
            <a:lvl9pPr>
              <a:defRPr sz="1800" b="1">
                <a:solidFill>
                  <a:srgbClr val="C9F46B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9F46B"/>
                </a:solidFill>
              </a:defRPr>
            </a:pPr>
            <a:r>
              <a:rPr sz="1800" b="1">
                <a:solidFill>
                  <a:srgbClr val="C9F46B"/>
                </a:solidFill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A157E-22B7-42E3-BD0E-4C07C2F4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build · typecheck · data validation · зафиксированный локальный прогон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F6D16-AB89-4B0C-9FB8-1F915D7F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244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AEBBB6"/>
                </a:solidFill>
              </a:defRPr>
            </a:defPPr>
            <a:lvl1pPr>
              <a:defRPr sz="900" b="0">
                <a:solidFill>
                  <a:srgbClr val="AEBBB6"/>
                </a:solidFill>
              </a:defRPr>
            </a:lvl1pPr>
            <a:lvl2pPr>
              <a:defRPr sz="900" b="0">
                <a:solidFill>
                  <a:srgbClr val="AEBBB6"/>
                </a:solidFill>
              </a:defRPr>
            </a:lvl2pPr>
            <a:lvl3pPr>
              <a:defRPr sz="900" b="0">
                <a:solidFill>
                  <a:srgbClr val="AEBBB6"/>
                </a:solidFill>
              </a:defRPr>
            </a:lvl3pPr>
            <a:lvl4pPr>
              <a:defRPr sz="900" b="0">
                <a:solidFill>
                  <a:srgbClr val="AEBBB6"/>
                </a:solidFill>
              </a:defRPr>
            </a:lvl4pPr>
            <a:lvl5pPr>
              <a:defRPr sz="900" b="0">
                <a:solidFill>
                  <a:srgbClr val="AEBBB6"/>
                </a:solidFill>
              </a:defRPr>
            </a:lvl5pPr>
            <a:lvl6pPr>
              <a:defRPr sz="900" b="0">
                <a:solidFill>
                  <a:srgbClr val="AEBBB6"/>
                </a:solidFill>
              </a:defRPr>
            </a:lvl6pPr>
            <a:lvl7pPr>
              <a:defRPr sz="900" b="0">
                <a:solidFill>
                  <a:srgbClr val="AEBBB6"/>
                </a:solidFill>
              </a:defRPr>
            </a:lvl7pPr>
            <a:lvl8pPr>
              <a:defRPr sz="900" b="0">
                <a:solidFill>
                  <a:srgbClr val="AEBBB6"/>
                </a:solidFill>
              </a:defRPr>
            </a:lvl8pPr>
            <a:lvl9pPr>
              <a:defRPr sz="900" b="0">
                <a:solidFill>
                  <a:srgbClr val="AEBBB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AEBBB6"/>
                </a:solidFill>
              </a:defRPr>
            </a:pPr>
            <a:r>
              <a:rPr sz="900" b="0">
                <a:solidFill>
                  <a:srgbClr val="AEBBB6"/>
                </a:solidFill>
              </a:rPr>
              <a:t>30 сценариев являются матрицей требований, а не заявлением о 30 автотестах.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7A1B2-E0AE-4760-83BF-93DBFF08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57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9EB0AA"/>
                </a:solidFill>
              </a:defRPr>
            </a:defPPr>
            <a:lvl1pPr>
              <a:defRPr sz="675" b="1">
                <a:solidFill>
                  <a:srgbClr val="9EB0AA"/>
                </a:solidFill>
              </a:defRPr>
            </a:lvl1pPr>
            <a:lvl2pPr>
              <a:defRPr sz="675" b="1">
                <a:solidFill>
                  <a:srgbClr val="9EB0AA"/>
                </a:solidFill>
              </a:defRPr>
            </a:lvl2pPr>
            <a:lvl3pPr>
              <a:defRPr sz="675" b="1">
                <a:solidFill>
                  <a:srgbClr val="9EB0AA"/>
                </a:solidFill>
              </a:defRPr>
            </a:lvl3pPr>
            <a:lvl4pPr>
              <a:defRPr sz="675" b="1">
                <a:solidFill>
                  <a:srgbClr val="9EB0AA"/>
                </a:solidFill>
              </a:defRPr>
            </a:lvl4pPr>
            <a:lvl5pPr>
              <a:defRPr sz="675" b="1">
                <a:solidFill>
                  <a:srgbClr val="9EB0AA"/>
                </a:solidFill>
              </a:defRPr>
            </a:lvl5pPr>
            <a:lvl6pPr>
              <a:defRPr sz="675" b="1">
                <a:solidFill>
                  <a:srgbClr val="9EB0AA"/>
                </a:solidFill>
              </a:defRPr>
            </a:lvl6pPr>
            <a:lvl7pPr>
              <a:defRPr sz="675" b="1">
                <a:solidFill>
                  <a:srgbClr val="9EB0AA"/>
                </a:solidFill>
              </a:defRPr>
            </a:lvl7pPr>
            <a:lvl8pPr>
              <a:defRPr sz="675" b="1">
                <a:solidFill>
                  <a:srgbClr val="9EB0AA"/>
                </a:solidFill>
              </a:defRPr>
            </a:lvl8pPr>
            <a:lvl9pPr>
              <a:defRPr sz="675" b="1">
                <a:solidFill>
                  <a:srgbClr val="9EB0AA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9EB0AA"/>
                </a:solidFill>
              </a:defRPr>
            </a:pPr>
            <a:r>
              <a:rPr sz="675" b="1">
                <a:solidFill>
                  <a:srgbClr val="9EB0AA"/>
                </a:solidFill>
              </a:rPr>
              <a:t>QETTYQ · ASTANA PILOT · LOCAL PROTOTYPE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94D1F-FD19-4F96-9082-111F9768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FFFFFF"/>
                </a:solidFill>
              </a:defRPr>
            </a:defPPr>
            <a:lvl1pPr algn="r">
              <a:defRPr sz="825" b="1">
                <a:solidFill>
                  <a:srgbClr val="FFFFFF"/>
                </a:solidFill>
              </a:defRPr>
            </a:lvl1pPr>
            <a:lvl2pPr algn="r">
              <a:defRPr sz="825" b="1">
                <a:solidFill>
                  <a:srgbClr val="FFFFFF"/>
                </a:solidFill>
              </a:defRPr>
            </a:lvl2pPr>
            <a:lvl3pPr algn="r">
              <a:defRPr sz="825" b="1">
                <a:solidFill>
                  <a:srgbClr val="FFFFFF"/>
                </a:solidFill>
              </a:defRPr>
            </a:lvl3pPr>
            <a:lvl4pPr algn="r">
              <a:defRPr sz="825" b="1">
                <a:solidFill>
                  <a:srgbClr val="FFFFFF"/>
                </a:solidFill>
              </a:defRPr>
            </a:lvl4pPr>
            <a:lvl5pPr algn="r">
              <a:defRPr sz="825" b="1">
                <a:solidFill>
                  <a:srgbClr val="FFFFFF"/>
                </a:solidFill>
              </a:defRPr>
            </a:lvl5pPr>
            <a:lvl6pPr algn="r">
              <a:defRPr sz="825" b="1">
                <a:solidFill>
                  <a:srgbClr val="FFFFFF"/>
                </a:solidFill>
              </a:defRPr>
            </a:lvl6pPr>
            <a:lvl7pPr algn="r">
              <a:defRPr sz="825" b="1">
                <a:solidFill>
                  <a:srgbClr val="FFFFFF"/>
                </a:solidFill>
              </a:defRPr>
            </a:lvl7pPr>
            <a:lvl8pPr algn="r">
              <a:defRPr sz="825" b="1">
                <a:solidFill>
                  <a:srgbClr val="FFFFFF"/>
                </a:solidFill>
              </a:defRPr>
            </a:lvl8pPr>
            <a:lvl9pPr algn="r">
              <a:defRPr sz="8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86902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0B0A2-A309-4A22-A8E2-8289E720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PRIVACY И НЕОПРЕДЕЛЁННОСТЬ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B3845-0272-4614-B6D5-DA705B5D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01412"/>
                </a:solidFill>
              </a:defRPr>
            </a:defPPr>
            <a:lvl1pPr>
              <a:defRPr sz="3450" b="1">
                <a:solidFill>
                  <a:srgbClr val="101412"/>
                </a:solidFill>
              </a:defRPr>
            </a:lvl1pPr>
            <a:lvl2pPr>
              <a:defRPr sz="3450" b="1">
                <a:solidFill>
                  <a:srgbClr val="101412"/>
                </a:solidFill>
              </a:defRPr>
            </a:lvl2pPr>
            <a:lvl3pPr>
              <a:defRPr sz="3450" b="1">
                <a:solidFill>
                  <a:srgbClr val="101412"/>
                </a:solidFill>
              </a:defRPr>
            </a:lvl3pPr>
            <a:lvl4pPr>
              <a:defRPr sz="3450" b="1">
                <a:solidFill>
                  <a:srgbClr val="101412"/>
                </a:solidFill>
              </a:defRPr>
            </a:lvl4pPr>
            <a:lvl5pPr>
              <a:defRPr sz="3450" b="1">
                <a:solidFill>
                  <a:srgbClr val="101412"/>
                </a:solidFill>
              </a:defRPr>
            </a:lvl5pPr>
            <a:lvl6pPr>
              <a:defRPr sz="3450" b="1">
                <a:solidFill>
                  <a:srgbClr val="101412"/>
                </a:solidFill>
              </a:defRPr>
            </a:lvl6pPr>
            <a:lvl7pPr>
              <a:defRPr sz="3450" b="1">
                <a:solidFill>
                  <a:srgbClr val="101412"/>
                </a:solidFill>
              </a:defRPr>
            </a:lvl7pPr>
            <a:lvl8pPr>
              <a:defRPr sz="3450" b="1">
                <a:solidFill>
                  <a:srgbClr val="101412"/>
                </a:solidFill>
              </a:defRPr>
            </a:lvl8pPr>
            <a:lvl9pPr>
              <a:defRPr sz="34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01412"/>
                </a:solidFill>
              </a:defRPr>
            </a:pPr>
            <a:r>
              <a:rPr sz="3450" b="1">
                <a:solidFill>
                  <a:srgbClr val="101412"/>
                </a:solidFill>
              </a:rPr>
              <a:t>Граница данных видна пользователю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A0F77-3352-4BE8-B53E-54820177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048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0E7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DD54D-F9C1-4E19-ACD9-A33C74C3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8B5A14"/>
                </a:solidFill>
              </a:defRPr>
            </a:defPPr>
            <a:lvl1pPr>
              <a:defRPr sz="1125" b="1">
                <a:solidFill>
                  <a:srgbClr val="8B5A14"/>
                </a:solidFill>
              </a:defRPr>
            </a:lvl1pPr>
            <a:lvl2pPr>
              <a:defRPr sz="1125" b="1">
                <a:solidFill>
                  <a:srgbClr val="8B5A14"/>
                </a:solidFill>
              </a:defRPr>
            </a:lvl2pPr>
            <a:lvl3pPr>
              <a:defRPr sz="1125" b="1">
                <a:solidFill>
                  <a:srgbClr val="8B5A14"/>
                </a:solidFill>
              </a:defRPr>
            </a:lvl3pPr>
            <a:lvl4pPr>
              <a:defRPr sz="1125" b="1">
                <a:solidFill>
                  <a:srgbClr val="8B5A14"/>
                </a:solidFill>
              </a:defRPr>
            </a:lvl4pPr>
            <a:lvl5pPr>
              <a:defRPr sz="1125" b="1">
                <a:solidFill>
                  <a:srgbClr val="8B5A14"/>
                </a:solidFill>
              </a:defRPr>
            </a:lvl5pPr>
            <a:lvl6pPr>
              <a:defRPr sz="1125" b="1">
                <a:solidFill>
                  <a:srgbClr val="8B5A14"/>
                </a:solidFill>
              </a:defRPr>
            </a:lvl6pPr>
            <a:lvl7pPr>
              <a:defRPr sz="1125" b="1">
                <a:solidFill>
                  <a:srgbClr val="8B5A14"/>
                </a:solidFill>
              </a:defRPr>
            </a:lvl7pPr>
            <a:lvl8pPr>
              <a:defRPr sz="1125" b="1">
                <a:solidFill>
                  <a:srgbClr val="8B5A14"/>
                </a:solidFill>
              </a:defRPr>
            </a:lvl8pPr>
            <a:lvl9pPr>
              <a:defRPr sz="1125" b="1">
                <a:solidFill>
                  <a:srgbClr val="8B5A14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B5A14"/>
                </a:solidFill>
              </a:defRPr>
            </a:pPr>
            <a:r>
              <a:rPr sz="1125" b="1">
                <a:solidFill>
                  <a:srgbClr val="8B5A14"/>
                </a:solidFill>
              </a:rPr>
              <a:t>UNKNOWN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9E4D3-64F5-4C19-8047-1845B365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57525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1412"/>
                </a:solidFill>
              </a:defRPr>
            </a:defPPr>
            <a:lvl1pPr>
              <a:defRPr sz="1275" b="1">
                <a:solidFill>
                  <a:srgbClr val="101412"/>
                </a:solidFill>
              </a:defRPr>
            </a:lvl1pPr>
            <a:lvl2pPr>
              <a:defRPr sz="1275" b="1">
                <a:solidFill>
                  <a:srgbClr val="101412"/>
                </a:solidFill>
              </a:defRPr>
            </a:lvl2pPr>
            <a:lvl3pPr>
              <a:defRPr sz="1275" b="1">
                <a:solidFill>
                  <a:srgbClr val="101412"/>
                </a:solidFill>
              </a:defRPr>
            </a:lvl3pPr>
            <a:lvl4pPr>
              <a:defRPr sz="1275" b="1">
                <a:solidFill>
                  <a:srgbClr val="101412"/>
                </a:solidFill>
              </a:defRPr>
            </a:lvl4pPr>
            <a:lvl5pPr>
              <a:defRPr sz="1275" b="1">
                <a:solidFill>
                  <a:srgbClr val="101412"/>
                </a:solidFill>
              </a:defRPr>
            </a:lvl5pPr>
            <a:lvl6pPr>
              <a:defRPr sz="1275" b="1">
                <a:solidFill>
                  <a:srgbClr val="101412"/>
                </a:solidFill>
              </a:defRPr>
            </a:lvl6pPr>
            <a:lvl7pPr>
              <a:defRPr sz="1275" b="1">
                <a:solidFill>
                  <a:srgbClr val="101412"/>
                </a:solidFill>
              </a:defRPr>
            </a:lvl7pPr>
            <a:lvl8pPr>
              <a:defRPr sz="1275" b="1">
                <a:solidFill>
                  <a:srgbClr val="101412"/>
                </a:solidFill>
              </a:defRPr>
            </a:lvl8pPr>
            <a:lvl9pPr>
              <a:defRPr sz="127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1412"/>
                </a:solidFill>
              </a:defRPr>
            </a:pPr>
            <a:r>
              <a:rPr sz="1275" b="1">
                <a:solidFill>
                  <a:srgbClr val="101412"/>
                </a:solidFill>
              </a:rPr>
              <a:t>Неизвестная цена не считается бесплатной.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7B234-52B9-4893-96D3-E548C879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5048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71D21-4391-4EEB-8FB0-0D55A385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6D"/>
                </a:solidFill>
              </a:defRPr>
            </a:defPPr>
            <a:lvl1pPr>
              <a:defRPr sz="1125" b="1">
                <a:solidFill>
                  <a:srgbClr val="087F6D"/>
                </a:solidFill>
              </a:defRPr>
            </a:lvl1pPr>
            <a:lvl2pPr>
              <a:defRPr sz="1125" b="1">
                <a:solidFill>
                  <a:srgbClr val="087F6D"/>
                </a:solidFill>
              </a:defRPr>
            </a:lvl2pPr>
            <a:lvl3pPr>
              <a:defRPr sz="1125" b="1">
                <a:solidFill>
                  <a:srgbClr val="087F6D"/>
                </a:solidFill>
              </a:defRPr>
            </a:lvl3pPr>
            <a:lvl4pPr>
              <a:defRPr sz="1125" b="1">
                <a:solidFill>
                  <a:srgbClr val="087F6D"/>
                </a:solidFill>
              </a:defRPr>
            </a:lvl4pPr>
            <a:lvl5pPr>
              <a:defRPr sz="1125" b="1">
                <a:solidFill>
                  <a:srgbClr val="087F6D"/>
                </a:solidFill>
              </a:defRPr>
            </a:lvl5pPr>
            <a:lvl6pPr>
              <a:defRPr sz="1125" b="1">
                <a:solidFill>
                  <a:srgbClr val="087F6D"/>
                </a:solidFill>
              </a:defRPr>
            </a:lvl6pPr>
            <a:lvl7pPr>
              <a:defRPr sz="1125" b="1">
                <a:solidFill>
                  <a:srgbClr val="087F6D"/>
                </a:solidFill>
              </a:defRPr>
            </a:lvl7pPr>
            <a:lvl8pPr>
              <a:defRPr sz="1125" b="1">
                <a:solidFill>
                  <a:srgbClr val="087F6D"/>
                </a:solidFill>
              </a:defRPr>
            </a:lvl8pPr>
            <a:lvl9pPr>
              <a:defRPr sz="1125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</a:defRPr>
            </a:pPr>
            <a:r>
              <a:rPr sz="1125" b="1">
                <a:solidFill>
                  <a:srgbClr val="087F6D"/>
                </a:solidFill>
              </a:rPr>
              <a:t>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1DF27-042D-44A2-8E31-6BB25A33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57525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1412"/>
                </a:solidFill>
              </a:defRPr>
            </a:defPPr>
            <a:lvl1pPr>
              <a:defRPr sz="1275" b="1">
                <a:solidFill>
                  <a:srgbClr val="101412"/>
                </a:solidFill>
              </a:defRPr>
            </a:lvl1pPr>
            <a:lvl2pPr>
              <a:defRPr sz="1275" b="1">
                <a:solidFill>
                  <a:srgbClr val="101412"/>
                </a:solidFill>
              </a:defRPr>
            </a:lvl2pPr>
            <a:lvl3pPr>
              <a:defRPr sz="1275" b="1">
                <a:solidFill>
                  <a:srgbClr val="101412"/>
                </a:solidFill>
              </a:defRPr>
            </a:lvl3pPr>
            <a:lvl4pPr>
              <a:defRPr sz="1275" b="1">
                <a:solidFill>
                  <a:srgbClr val="101412"/>
                </a:solidFill>
              </a:defRPr>
            </a:lvl4pPr>
            <a:lvl5pPr>
              <a:defRPr sz="1275" b="1">
                <a:solidFill>
                  <a:srgbClr val="101412"/>
                </a:solidFill>
              </a:defRPr>
            </a:lvl5pPr>
            <a:lvl6pPr>
              <a:defRPr sz="1275" b="1">
                <a:solidFill>
                  <a:srgbClr val="101412"/>
                </a:solidFill>
              </a:defRPr>
            </a:lvl6pPr>
            <a:lvl7pPr>
              <a:defRPr sz="1275" b="1">
                <a:solidFill>
                  <a:srgbClr val="101412"/>
                </a:solidFill>
              </a:defRPr>
            </a:lvl7pPr>
            <a:lvl8pPr>
              <a:defRPr sz="1275" b="1">
                <a:solidFill>
                  <a:srgbClr val="101412"/>
                </a:solidFill>
              </a:defRPr>
            </a:lvl8pPr>
            <a:lvl9pPr>
              <a:defRPr sz="127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1412"/>
                </a:solidFill>
              </a:defRPr>
            </a:pPr>
            <a:r>
              <a:rPr sz="1275" b="1">
                <a:solidFill>
                  <a:srgbClr val="101412"/>
                </a:solidFill>
              </a:rPr>
              <a:t>Точные координаты не нужны модели и не должны попадать в URL.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98C82-57E0-435A-8670-2A4DED93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5048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F1CAA-EAC6-496D-8708-C9D6122F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6D"/>
                </a:solidFill>
              </a:defRPr>
            </a:defPPr>
            <a:lvl1pPr>
              <a:defRPr sz="1125" b="1">
                <a:solidFill>
                  <a:srgbClr val="087F6D"/>
                </a:solidFill>
              </a:defRPr>
            </a:lvl1pPr>
            <a:lvl2pPr>
              <a:defRPr sz="1125" b="1">
                <a:solidFill>
                  <a:srgbClr val="087F6D"/>
                </a:solidFill>
              </a:defRPr>
            </a:lvl2pPr>
            <a:lvl3pPr>
              <a:defRPr sz="1125" b="1">
                <a:solidFill>
                  <a:srgbClr val="087F6D"/>
                </a:solidFill>
              </a:defRPr>
            </a:lvl3pPr>
            <a:lvl4pPr>
              <a:defRPr sz="1125" b="1">
                <a:solidFill>
                  <a:srgbClr val="087F6D"/>
                </a:solidFill>
              </a:defRPr>
            </a:lvl4pPr>
            <a:lvl5pPr>
              <a:defRPr sz="1125" b="1">
                <a:solidFill>
                  <a:srgbClr val="087F6D"/>
                </a:solidFill>
              </a:defRPr>
            </a:lvl5pPr>
            <a:lvl6pPr>
              <a:defRPr sz="1125" b="1">
                <a:solidFill>
                  <a:srgbClr val="087F6D"/>
                </a:solidFill>
              </a:defRPr>
            </a:lvl6pPr>
            <a:lvl7pPr>
              <a:defRPr sz="1125" b="1">
                <a:solidFill>
                  <a:srgbClr val="087F6D"/>
                </a:solidFill>
              </a:defRPr>
            </a:lvl7pPr>
            <a:lvl8pPr>
              <a:defRPr sz="1125" b="1">
                <a:solidFill>
                  <a:srgbClr val="087F6D"/>
                </a:solidFill>
              </a:defRPr>
            </a:lvl8pPr>
            <a:lvl9pPr>
              <a:defRPr sz="1125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</a:defRPr>
            </a:pPr>
            <a:r>
              <a:rPr sz="1125" b="1">
                <a:solidFill>
                  <a:srgbClr val="087F6D"/>
                </a:solidFill>
              </a:rPr>
              <a:t>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37432-E68E-4694-B699-3D8DE0C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76775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1412"/>
                </a:solidFill>
              </a:defRPr>
            </a:defPPr>
            <a:lvl1pPr>
              <a:defRPr sz="1275" b="1">
                <a:solidFill>
                  <a:srgbClr val="101412"/>
                </a:solidFill>
              </a:defRPr>
            </a:lvl1pPr>
            <a:lvl2pPr>
              <a:defRPr sz="1275" b="1">
                <a:solidFill>
                  <a:srgbClr val="101412"/>
                </a:solidFill>
              </a:defRPr>
            </a:lvl2pPr>
            <a:lvl3pPr>
              <a:defRPr sz="1275" b="1">
                <a:solidFill>
                  <a:srgbClr val="101412"/>
                </a:solidFill>
              </a:defRPr>
            </a:lvl3pPr>
            <a:lvl4pPr>
              <a:defRPr sz="1275" b="1">
                <a:solidFill>
                  <a:srgbClr val="101412"/>
                </a:solidFill>
              </a:defRPr>
            </a:lvl4pPr>
            <a:lvl5pPr>
              <a:defRPr sz="1275" b="1">
                <a:solidFill>
                  <a:srgbClr val="101412"/>
                </a:solidFill>
              </a:defRPr>
            </a:lvl5pPr>
            <a:lvl6pPr>
              <a:defRPr sz="1275" b="1">
                <a:solidFill>
                  <a:srgbClr val="101412"/>
                </a:solidFill>
              </a:defRPr>
            </a:lvl6pPr>
            <a:lvl7pPr>
              <a:defRPr sz="1275" b="1">
                <a:solidFill>
                  <a:srgbClr val="101412"/>
                </a:solidFill>
              </a:defRPr>
            </a:lvl7pPr>
            <a:lvl8pPr>
              <a:defRPr sz="1275" b="1">
                <a:solidFill>
                  <a:srgbClr val="101412"/>
                </a:solidFill>
              </a:defRPr>
            </a:lvl8pPr>
            <a:lvl9pPr>
              <a:defRPr sz="127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1412"/>
                </a:solidFill>
              </a:defRPr>
            </a:pPr>
            <a:r>
              <a:rPr sz="1275" b="1">
                <a:solidFill>
                  <a:srgbClr val="101412"/>
                </a:solidFill>
              </a:rPr>
              <a:t>Гостевая сессия живёт 24 часа.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5B4CA-3EC9-4854-B74F-FE1AE3D2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048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44E3F-16C4-4FC9-B8C2-7EF51E44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F6D"/>
                </a:solidFill>
              </a:defRPr>
            </a:defPPr>
            <a:lvl1pPr>
              <a:defRPr sz="1125" b="1">
                <a:solidFill>
                  <a:srgbClr val="087F6D"/>
                </a:solidFill>
              </a:defRPr>
            </a:lvl1pPr>
            <a:lvl2pPr>
              <a:defRPr sz="1125" b="1">
                <a:solidFill>
                  <a:srgbClr val="087F6D"/>
                </a:solidFill>
              </a:defRPr>
            </a:lvl2pPr>
            <a:lvl3pPr>
              <a:defRPr sz="1125" b="1">
                <a:solidFill>
                  <a:srgbClr val="087F6D"/>
                </a:solidFill>
              </a:defRPr>
            </a:lvl3pPr>
            <a:lvl4pPr>
              <a:defRPr sz="1125" b="1">
                <a:solidFill>
                  <a:srgbClr val="087F6D"/>
                </a:solidFill>
              </a:defRPr>
            </a:lvl4pPr>
            <a:lvl5pPr>
              <a:defRPr sz="1125" b="1">
                <a:solidFill>
                  <a:srgbClr val="087F6D"/>
                </a:solidFill>
              </a:defRPr>
            </a:lvl5pPr>
            <a:lvl6pPr>
              <a:defRPr sz="1125" b="1">
                <a:solidFill>
                  <a:srgbClr val="087F6D"/>
                </a:solidFill>
              </a:defRPr>
            </a:lvl6pPr>
            <a:lvl7pPr>
              <a:defRPr sz="1125" b="1">
                <a:solidFill>
                  <a:srgbClr val="087F6D"/>
                </a:solidFill>
              </a:defRPr>
            </a:lvl7pPr>
            <a:lvl8pPr>
              <a:defRPr sz="1125" b="1">
                <a:solidFill>
                  <a:srgbClr val="087F6D"/>
                </a:solidFill>
              </a:defRPr>
            </a:lvl8pPr>
            <a:lvl9pPr>
              <a:defRPr sz="1125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F6D"/>
                </a:solidFill>
              </a:defRPr>
            </a:pPr>
            <a:r>
              <a:rPr sz="1125" b="1">
                <a:solidFill>
                  <a:srgbClr val="087F6D"/>
                </a:solidFill>
              </a:rPr>
              <a:t>DELETE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A19E0-DF19-4231-825F-7E0C91DE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76775"/>
            <a:ext cx="4333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01412"/>
                </a:solidFill>
              </a:defRPr>
            </a:defPPr>
            <a:lvl1pPr>
              <a:defRPr sz="1275" b="1">
                <a:solidFill>
                  <a:srgbClr val="101412"/>
                </a:solidFill>
              </a:defRPr>
            </a:lvl1pPr>
            <a:lvl2pPr>
              <a:defRPr sz="1275" b="1">
                <a:solidFill>
                  <a:srgbClr val="101412"/>
                </a:solidFill>
              </a:defRPr>
            </a:lvl2pPr>
            <a:lvl3pPr>
              <a:defRPr sz="1275" b="1">
                <a:solidFill>
                  <a:srgbClr val="101412"/>
                </a:solidFill>
              </a:defRPr>
            </a:lvl3pPr>
            <a:lvl4pPr>
              <a:defRPr sz="1275" b="1">
                <a:solidFill>
                  <a:srgbClr val="101412"/>
                </a:solidFill>
              </a:defRPr>
            </a:lvl4pPr>
            <a:lvl5pPr>
              <a:defRPr sz="1275" b="1">
                <a:solidFill>
                  <a:srgbClr val="101412"/>
                </a:solidFill>
              </a:defRPr>
            </a:lvl5pPr>
            <a:lvl6pPr>
              <a:defRPr sz="1275" b="1">
                <a:solidFill>
                  <a:srgbClr val="101412"/>
                </a:solidFill>
              </a:defRPr>
            </a:lvl6pPr>
            <a:lvl7pPr>
              <a:defRPr sz="1275" b="1">
                <a:solidFill>
                  <a:srgbClr val="101412"/>
                </a:solidFill>
              </a:defRPr>
            </a:lvl7pPr>
            <a:lvl8pPr>
              <a:defRPr sz="1275" b="1">
                <a:solidFill>
                  <a:srgbClr val="101412"/>
                </a:solidFill>
              </a:defRPr>
            </a:lvl8pPr>
            <a:lvl9pPr>
              <a:defRPr sz="127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01412"/>
                </a:solidFill>
              </a:defRPr>
            </a:pPr>
            <a:r>
              <a:rPr sz="1275" b="1">
                <a:solidFill>
                  <a:srgbClr val="101412"/>
                </a:solidFill>
              </a:rPr>
              <a:t>Backend умеет удалить данные. Кнопка в UI пока отсутствует.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4A223-F5DE-44EA-9C31-5CE723F3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57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LOCAL PROTOTYPE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EF543-999C-4B22-82A2-1BE73849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612265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49BC7-69E4-4158-8A36-0DC13BB9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856A5-415B-411E-B9F5-A909F14E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7200"/>
            <a:ext cx="2857500" cy="5943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69F70-081C-49A4-A058-44F9804DCC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026e0c8104db0"/>
          <a:stretch xmlns:a="http://schemas.openxmlformats.org/drawingml/2006/main"/>
        </p:blipFill>
        <p:spPr>
          <a:xfrm xmlns:a="http://schemas.openxmlformats.org/drawingml/2006/main">
            <a:off x="8810625" y="724144"/>
            <a:ext cx="2381250" cy="540971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B564F-4933-4A22-BB01-3691AD04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77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6FCC8-E585-46C8-B90C-058C60A6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87F6D"/>
                </a:solidFill>
              </a:defRPr>
            </a:defPPr>
            <a:lvl1pPr>
              <a:defRPr sz="900" b="1">
                <a:solidFill>
                  <a:srgbClr val="087F6D"/>
                </a:solidFill>
              </a:defRPr>
            </a:lvl1pPr>
            <a:lvl2pPr>
              <a:defRPr sz="900" b="1">
                <a:solidFill>
                  <a:srgbClr val="087F6D"/>
                </a:solidFill>
              </a:defRPr>
            </a:lvl2pPr>
            <a:lvl3pPr>
              <a:defRPr sz="900" b="1">
                <a:solidFill>
                  <a:srgbClr val="087F6D"/>
                </a:solidFill>
              </a:defRPr>
            </a:lvl3pPr>
            <a:lvl4pPr>
              <a:defRPr sz="900" b="1">
                <a:solidFill>
                  <a:srgbClr val="087F6D"/>
                </a:solidFill>
              </a:defRPr>
            </a:lvl4pPr>
            <a:lvl5pPr>
              <a:defRPr sz="900" b="1">
                <a:solidFill>
                  <a:srgbClr val="087F6D"/>
                </a:solidFill>
              </a:defRPr>
            </a:lvl5pPr>
            <a:lvl6pPr>
              <a:defRPr sz="900" b="1">
                <a:solidFill>
                  <a:srgbClr val="087F6D"/>
                </a:solidFill>
              </a:defRPr>
            </a:lvl6pPr>
            <a:lvl7pPr>
              <a:defRPr sz="900" b="1">
                <a:solidFill>
                  <a:srgbClr val="087F6D"/>
                </a:solidFill>
              </a:defRPr>
            </a:lvl7pPr>
            <a:lvl8pPr>
              <a:defRPr sz="900" b="1">
                <a:solidFill>
                  <a:srgbClr val="087F6D"/>
                </a:solidFill>
              </a:defRPr>
            </a:lvl8pPr>
            <a:lvl9pPr>
              <a:defRPr sz="900" b="1">
                <a:solidFill>
                  <a:srgbClr val="087F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87F6D"/>
                </a:solidFill>
              </a:defRPr>
            </a:pPr>
            <a:r>
              <a:rPr sz="900" b="1">
                <a:solidFill>
                  <a:srgbClr val="087F6D"/>
                </a:solidFill>
              </a:rPr>
              <a:t>СЛЕДУЮЩИЙ ПРОВЕРЯЕМЫЙ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9A9B7-E21D-4862-A076-D0A68F7B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609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101412"/>
                </a:solidFill>
              </a:defRPr>
            </a:defPPr>
            <a:lvl1pPr>
              <a:defRPr sz="3525" b="1">
                <a:solidFill>
                  <a:srgbClr val="101412"/>
                </a:solidFill>
              </a:defRPr>
            </a:lvl1pPr>
            <a:lvl2pPr>
              <a:defRPr sz="3525" b="1">
                <a:solidFill>
                  <a:srgbClr val="101412"/>
                </a:solidFill>
              </a:defRPr>
            </a:lvl2pPr>
            <a:lvl3pPr>
              <a:defRPr sz="3525" b="1">
                <a:solidFill>
                  <a:srgbClr val="101412"/>
                </a:solidFill>
              </a:defRPr>
            </a:lvl3pPr>
            <a:lvl4pPr>
              <a:defRPr sz="3525" b="1">
                <a:solidFill>
                  <a:srgbClr val="101412"/>
                </a:solidFill>
              </a:defRPr>
            </a:lvl4pPr>
            <a:lvl5pPr>
              <a:defRPr sz="3525" b="1">
                <a:solidFill>
                  <a:srgbClr val="101412"/>
                </a:solidFill>
              </a:defRPr>
            </a:lvl5pPr>
            <a:lvl6pPr>
              <a:defRPr sz="3525" b="1">
                <a:solidFill>
                  <a:srgbClr val="101412"/>
                </a:solidFill>
              </a:defRPr>
            </a:lvl6pPr>
            <a:lvl7pPr>
              <a:defRPr sz="3525" b="1">
                <a:solidFill>
                  <a:srgbClr val="101412"/>
                </a:solidFill>
              </a:defRPr>
            </a:lvl7pPr>
            <a:lvl8pPr>
              <a:defRPr sz="3525" b="1">
                <a:solidFill>
                  <a:srgbClr val="101412"/>
                </a:solidFill>
              </a:defRPr>
            </a:lvl8pPr>
            <a:lvl9pPr>
              <a:defRPr sz="35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01412"/>
                </a:solidFill>
              </a:defRPr>
            </a:pPr>
            <a:r>
              <a:rPr sz="3525" b="1">
                <a:solidFill>
                  <a:srgbClr val="101412"/>
                </a:solidFill>
              </a:rPr>
              <a:t>Объединить рекомендации и карту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FA4CF-831E-4640-8968-F691D72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4EC92-49CE-4570-A5A2-7586B190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384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одни кандидаты в списке и на карте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7482A-A370-4102-BA4C-243EB5C4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A60D8C-EF9A-4462-9970-FEF7DDA6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718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live RAG smoke с разрешённым ключом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E6CD2-9E1E-43CA-B2C4-80B3E9A1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381CE-8D34-47B6-B7C4-B92B8D54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052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точный walking route через провайдера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B6A6C-D894-435D-A771-19325295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62B875-2167-4397-A3F8-7F71D6F8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01412"/>
                </a:solidFill>
              </a:defRPr>
            </a:defPPr>
            <a:lvl1pPr>
              <a:defRPr sz="1350" b="1">
                <a:solidFill>
                  <a:srgbClr val="101412"/>
                </a:solidFill>
              </a:defRPr>
            </a:lvl1pPr>
            <a:lvl2pPr>
              <a:defRPr sz="1350" b="1">
                <a:solidFill>
                  <a:srgbClr val="101412"/>
                </a:solidFill>
              </a:defRPr>
            </a:lvl2pPr>
            <a:lvl3pPr>
              <a:defRPr sz="1350" b="1">
                <a:solidFill>
                  <a:srgbClr val="101412"/>
                </a:solidFill>
              </a:defRPr>
            </a:lvl3pPr>
            <a:lvl4pPr>
              <a:defRPr sz="1350" b="1">
                <a:solidFill>
                  <a:srgbClr val="101412"/>
                </a:solidFill>
              </a:defRPr>
            </a:lvl4pPr>
            <a:lvl5pPr>
              <a:defRPr sz="1350" b="1">
                <a:solidFill>
                  <a:srgbClr val="101412"/>
                </a:solidFill>
              </a:defRPr>
            </a:lvl5pPr>
            <a:lvl6pPr>
              <a:defRPr sz="1350" b="1">
                <a:solidFill>
                  <a:srgbClr val="101412"/>
                </a:solidFill>
              </a:defRPr>
            </a:lvl6pPr>
            <a:lvl7pPr>
              <a:defRPr sz="1350" b="1">
                <a:solidFill>
                  <a:srgbClr val="101412"/>
                </a:solidFill>
              </a:defRPr>
            </a:lvl7pPr>
            <a:lvl8pPr>
              <a:defRPr sz="1350" b="1">
                <a:solidFill>
                  <a:srgbClr val="101412"/>
                </a:solidFill>
              </a:defRPr>
            </a:lvl8pPr>
            <a:lvl9pPr>
              <a:defRPr sz="1350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01412"/>
                </a:solidFill>
              </a:defRPr>
            </a:pPr>
            <a:r>
              <a:rPr sz="1350" b="1">
                <a:solidFill>
                  <a:srgbClr val="101412"/>
                </a:solidFill>
              </a:rPr>
              <a:t>событийный feed с подтверждёнными правами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F6B8AB-B94C-4459-87FA-BE809E8A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5476875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D2E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3E856-936B-4B49-A5DD-71FBBBCB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244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Целевой URL: github.com/timyname/QETTYQ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8649A-F97F-4A2A-880C-255E593B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8716D"/>
                </a:solidFill>
              </a:defRPr>
            </a:defPPr>
            <a:lvl1pPr>
              <a:defRPr sz="900" b="1">
                <a:solidFill>
                  <a:srgbClr val="68716D"/>
                </a:solidFill>
              </a:defRPr>
            </a:lvl1pPr>
            <a:lvl2pPr>
              <a:defRPr sz="900" b="1">
                <a:solidFill>
                  <a:srgbClr val="68716D"/>
                </a:solidFill>
              </a:defRPr>
            </a:lvl2pPr>
            <a:lvl3pPr>
              <a:defRPr sz="900" b="1">
                <a:solidFill>
                  <a:srgbClr val="68716D"/>
                </a:solidFill>
              </a:defRPr>
            </a:lvl3pPr>
            <a:lvl4pPr>
              <a:defRPr sz="900" b="1">
                <a:solidFill>
                  <a:srgbClr val="68716D"/>
                </a:solidFill>
              </a:defRPr>
            </a:lvl4pPr>
            <a:lvl5pPr>
              <a:defRPr sz="900" b="1">
                <a:solidFill>
                  <a:srgbClr val="68716D"/>
                </a:solidFill>
              </a:defRPr>
            </a:lvl5pPr>
            <a:lvl6pPr>
              <a:defRPr sz="900" b="1">
                <a:solidFill>
                  <a:srgbClr val="68716D"/>
                </a:solidFill>
              </a:defRPr>
            </a:lvl6pPr>
            <a:lvl7pPr>
              <a:defRPr sz="900" b="1">
                <a:solidFill>
                  <a:srgbClr val="68716D"/>
                </a:solidFill>
              </a:defRPr>
            </a:lvl7pPr>
            <a:lvl8pPr>
              <a:defRPr sz="900" b="1">
                <a:solidFill>
                  <a:srgbClr val="68716D"/>
                </a:solidFill>
              </a:defRPr>
            </a:lvl8pPr>
            <a:lvl9pPr>
              <a:defRPr sz="900" b="1">
                <a:solidFill>
                  <a:srgbClr val="68716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68716D"/>
                </a:solidFill>
              </a:defRPr>
            </a:pPr>
            <a:r>
              <a:rPr sz="900" b="1">
                <a:solidFill>
                  <a:srgbClr val="68716D"/>
                </a:solidFill>
              </a:rPr>
              <a:t>GitHub URL · Deploy · YouTube · отправка: не подтверждены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88F34-78CE-4CF4-9EF3-C6319DD5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457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1">
                <a:solidFill>
                  <a:srgbClr val="7A837F"/>
                </a:solidFill>
              </a:defRPr>
            </a:defPPr>
            <a:lvl1pPr>
              <a:defRPr sz="675" b="1">
                <a:solidFill>
                  <a:srgbClr val="7A837F"/>
                </a:solidFill>
              </a:defRPr>
            </a:lvl1pPr>
            <a:lvl2pPr>
              <a:defRPr sz="675" b="1">
                <a:solidFill>
                  <a:srgbClr val="7A837F"/>
                </a:solidFill>
              </a:defRPr>
            </a:lvl2pPr>
            <a:lvl3pPr>
              <a:defRPr sz="675" b="1">
                <a:solidFill>
                  <a:srgbClr val="7A837F"/>
                </a:solidFill>
              </a:defRPr>
            </a:lvl3pPr>
            <a:lvl4pPr>
              <a:defRPr sz="675" b="1">
                <a:solidFill>
                  <a:srgbClr val="7A837F"/>
                </a:solidFill>
              </a:defRPr>
            </a:lvl4pPr>
            <a:lvl5pPr>
              <a:defRPr sz="675" b="1">
                <a:solidFill>
                  <a:srgbClr val="7A837F"/>
                </a:solidFill>
              </a:defRPr>
            </a:lvl5pPr>
            <a:lvl6pPr>
              <a:defRPr sz="675" b="1">
                <a:solidFill>
                  <a:srgbClr val="7A837F"/>
                </a:solidFill>
              </a:defRPr>
            </a:lvl6pPr>
            <a:lvl7pPr>
              <a:defRPr sz="675" b="1">
                <a:solidFill>
                  <a:srgbClr val="7A837F"/>
                </a:solidFill>
              </a:defRPr>
            </a:lvl7pPr>
            <a:lvl8pPr>
              <a:defRPr sz="675" b="1">
                <a:solidFill>
                  <a:srgbClr val="7A837F"/>
                </a:solidFill>
              </a:defRPr>
            </a:lvl8pPr>
            <a:lvl9pPr>
              <a:defRPr sz="675" b="1">
                <a:solidFill>
                  <a:srgbClr val="7A837F"/>
                </a:solidFill>
              </a:defRPr>
            </a:lvl9pPr>
          </a:lstStyle>
          <a:p xmlns:a="http://schemas.openxmlformats.org/drawingml/2006/main">
            <a:pPr>
              <a:defRPr sz="675" b="1">
                <a:solidFill>
                  <a:srgbClr val="7A837F"/>
                </a:solidFill>
              </a:defRPr>
            </a:pPr>
            <a:r>
              <a:rPr sz="675" b="1">
                <a:solidFill>
                  <a:srgbClr val="7A837F"/>
                </a:solidFill>
              </a:rPr>
              <a:t>QETTYQ · ASTANA PILOT · LOCAL 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B767C-0A96-419A-A5B9-413E86BA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825" b="1">
                <a:solidFill>
                  <a:srgbClr val="101412"/>
                </a:solidFill>
              </a:defRPr>
            </a:defPPr>
            <a:lvl1pPr algn="r">
              <a:defRPr sz="825" b="1">
                <a:solidFill>
                  <a:srgbClr val="101412"/>
                </a:solidFill>
              </a:defRPr>
            </a:lvl1pPr>
            <a:lvl2pPr algn="r">
              <a:defRPr sz="825" b="1">
                <a:solidFill>
                  <a:srgbClr val="101412"/>
                </a:solidFill>
              </a:defRPr>
            </a:lvl2pPr>
            <a:lvl3pPr algn="r">
              <a:defRPr sz="825" b="1">
                <a:solidFill>
                  <a:srgbClr val="101412"/>
                </a:solidFill>
              </a:defRPr>
            </a:lvl3pPr>
            <a:lvl4pPr algn="r">
              <a:defRPr sz="825" b="1">
                <a:solidFill>
                  <a:srgbClr val="101412"/>
                </a:solidFill>
              </a:defRPr>
            </a:lvl4pPr>
            <a:lvl5pPr algn="r">
              <a:defRPr sz="825" b="1">
                <a:solidFill>
                  <a:srgbClr val="101412"/>
                </a:solidFill>
              </a:defRPr>
            </a:lvl5pPr>
            <a:lvl6pPr algn="r">
              <a:defRPr sz="825" b="1">
                <a:solidFill>
                  <a:srgbClr val="101412"/>
                </a:solidFill>
              </a:defRPr>
            </a:lvl6pPr>
            <a:lvl7pPr algn="r">
              <a:defRPr sz="825" b="1">
                <a:solidFill>
                  <a:srgbClr val="101412"/>
                </a:solidFill>
              </a:defRPr>
            </a:lvl7pPr>
            <a:lvl8pPr algn="r">
              <a:defRPr sz="825" b="1">
                <a:solidFill>
                  <a:srgbClr val="101412"/>
                </a:solidFill>
              </a:defRPr>
            </a:lvl8pPr>
            <a:lvl9pPr algn="r">
              <a:defRPr sz="825" b="1">
                <a:solidFill>
                  <a:srgbClr val="10141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01412"/>
                </a:solidFill>
              </a:defRPr>
            </a:pPr>
            <a:r>
              <a:rPr sz="825" b="1">
                <a:solidFill>
                  <a:srgbClr val="10141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9511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2026-10-19T18:15:10.1310000Z</dcterms:created>
  <dcterms:modified xsi:type="dcterms:W3CDTF">2026-10-19T18:15:10.1310000Z</dcterms:modified>
</coreProperties>
</file>