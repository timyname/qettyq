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540eb467214865" /><Relationship Type="http://schemas.openxmlformats.org/officeDocument/2006/relationships/extended-properties" Target="/docProps/app.xml" Id="R4b4146ed12804ba6" /><Relationship Type="http://schemas.openxmlformats.org/officeDocument/2006/relationships/officeDocument" Target="/ppt/presentation.xml" Id="Rf1819c015c5242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032aac7e7e45d2"/>
  </p:sldMasterIdLst>
  <p:notesMasterIdLst>
    <p:notesMasterId xmlns:r="http://schemas.openxmlformats.org/officeDocument/2006/relationships" r:id="R2a4f75935a1346ee"/>
  </p:notesMasterIdLst>
  <p:sldIdLst>
    <p:sldId xmlns:r="http://schemas.openxmlformats.org/officeDocument/2006/relationships" id="256" r:id="Rfdd9dcb732b44f50"/>
    <p:sldId xmlns:r="http://schemas.openxmlformats.org/officeDocument/2006/relationships" id="257" r:id="R138dfa1bd4a4487e"/>
    <p:sldId xmlns:r="http://schemas.openxmlformats.org/officeDocument/2006/relationships" id="258" r:id="Rbd3656f5e4224c9e"/>
    <p:sldId xmlns:r="http://schemas.openxmlformats.org/officeDocument/2006/relationships" id="259" r:id="R0db95702f2df4bf5"/>
    <p:sldId xmlns:r="http://schemas.openxmlformats.org/officeDocument/2006/relationships" id="260" r:id="Rdc0311d0c945493b"/>
    <p:sldId xmlns:r="http://schemas.openxmlformats.org/officeDocument/2006/relationships" id="261" r:id="R4dcf22cf2193485e"/>
    <p:sldId xmlns:r="http://schemas.openxmlformats.org/officeDocument/2006/relationships" id="262" r:id="Rc757a20042a94826"/>
    <p:sldId xmlns:r="http://schemas.openxmlformats.org/officeDocument/2006/relationships" id="263" r:id="R383078a3d4284e45"/>
    <p:sldId xmlns:r="http://schemas.openxmlformats.org/officeDocument/2006/relationships" id="264" r:id="R2d3b928d766048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25fefa9c3045c1" /><Relationship Type="http://schemas.openxmlformats.org/officeDocument/2006/relationships/slideMaster" Target="/ppt/slideMasters/slideMaster1.xml" Id="R19032aac7e7e45d2" /><Relationship Type="http://schemas.openxmlformats.org/officeDocument/2006/relationships/notesMaster" Target="/ppt/notesMasters/notesMaster1.xml" Id="R2a4f75935a1346ee" /><Relationship Type="http://schemas.openxmlformats.org/officeDocument/2006/relationships/presProps" Target="/ppt/presProps.xml" Id="R85370e699c5f46c1" /><Relationship Type="http://schemas.openxmlformats.org/officeDocument/2006/relationships/tableStyles" Target="/ppt/tableStyles.xml" Id="Radd715986ca94583" /><Relationship Type="http://schemas.openxmlformats.org/officeDocument/2006/relationships/slide" Target="/ppt/slides/slide1.xml" Id="Rfdd9dcb732b44f50" /><Relationship Type="http://schemas.openxmlformats.org/officeDocument/2006/relationships/slide" Target="/ppt/slides/slide2.xml" Id="R138dfa1bd4a4487e" /><Relationship Type="http://schemas.openxmlformats.org/officeDocument/2006/relationships/slide" Target="/ppt/slides/slide3.xml" Id="Rbd3656f5e4224c9e" /><Relationship Type="http://schemas.openxmlformats.org/officeDocument/2006/relationships/slide" Target="/ppt/slides/slide4.xml" Id="R0db95702f2df4bf5" /><Relationship Type="http://schemas.openxmlformats.org/officeDocument/2006/relationships/slide" Target="/ppt/slides/slide5.xml" Id="Rdc0311d0c945493b" /><Relationship Type="http://schemas.openxmlformats.org/officeDocument/2006/relationships/slide" Target="/ppt/slides/slide6.xml" Id="R4dcf22cf2193485e" /><Relationship Type="http://schemas.openxmlformats.org/officeDocument/2006/relationships/slide" Target="/ppt/slides/slide7.xml" Id="Rc757a20042a94826" /><Relationship Type="http://schemas.openxmlformats.org/officeDocument/2006/relationships/slide" Target="/ppt/slides/slide8.xml" Id="R383078a3d4284e45" /><Relationship Type="http://schemas.openxmlformats.org/officeDocument/2006/relationships/slide" Target="/ppt/slides/slide9.xml" Id="R2d3b928d766048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a6a0171e5142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e134657e134ba5" /><Relationship Type="http://schemas.openxmlformats.org/officeDocument/2006/relationships/notesMaster" Target="/ppt/notesMasters/notesMaster1.xml" Id="R15be71fab3b244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3c454143c145a2" /><Relationship Type="http://schemas.openxmlformats.org/officeDocument/2006/relationships/notesMaster" Target="/ppt/notesMasters/notesMaster1.xml" Id="R3d2abdc692754b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07db9cae26426b" /><Relationship Type="http://schemas.openxmlformats.org/officeDocument/2006/relationships/notesMaster" Target="/ppt/notesMasters/notesMaster1.xml" Id="R20a8a921874049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909e05c46c49d6" /><Relationship Type="http://schemas.openxmlformats.org/officeDocument/2006/relationships/notesMaster" Target="/ppt/notesMasters/notesMaster1.xml" Id="R7c84b9a5602544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43d38000394c4a" /><Relationship Type="http://schemas.openxmlformats.org/officeDocument/2006/relationships/notesMaster" Target="/ppt/notesMasters/notesMaster1.xml" Id="R4f39e7c1c98744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6a07fca3204b05" /><Relationship Type="http://schemas.openxmlformats.org/officeDocument/2006/relationships/notesMaster" Target="/ppt/notesMasters/notesMaster1.xml" Id="R7bc13019efc249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a8a4679f99443a" /><Relationship Type="http://schemas.openxmlformats.org/officeDocument/2006/relationships/notesMaster" Target="/ppt/notesMasters/notesMaster1.xml" Id="R3d0bb19aef5843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288bd6202d4f73" /><Relationship Type="http://schemas.openxmlformats.org/officeDocument/2006/relationships/notesMaster" Target="/ppt/notesMasters/notesMaster1.xml" Id="R4cd8ffe6c00549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ad6344214147fd" /><Relationship Type="http://schemas.openxmlformats.org/officeDocument/2006/relationships/notesMaster" Target="/ppt/notesMasters/notesMaster1.xml" Id="R47d8a2f0aa1846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86e1809e6a4c0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5aa58894c7423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00e7e9ee454f5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7551dadc1e465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1f1ee2ef6a49a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ac309b3e1441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D34A61-8EC3-432C-B2D9-4189CEB757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B6FF3E3-3515-49EF-991F-219A81A2890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280E891-F0A5-4FAB-B8C2-1B70F0A957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400CB4-3DE0-4D8F-8F39-0D1F8FB687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87DAC56-B2E5-4C6F-AC8B-0AD763FB5F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609379D-EAD5-4724-9F2C-67BD044F89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6E1BC5-7482-49D1-8FBE-77656237CD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1E59607-3F29-497F-B0DA-8BF2AEF5B3C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CD4A5A-F9B6-4759-9AB6-5396561939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85C83E3-0B13-42EA-87C0-EA8DE9FE81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eed516556b4576" /><Relationship Type="http://schemas.openxmlformats.org/officeDocument/2006/relationships/slideLayout" Target="/ppt/slideLayouts/slideLayout1.xml" Id="R91e1306de75c4223" /><Relationship Type="http://schemas.openxmlformats.org/officeDocument/2006/relationships/slideLayout" Target="/ppt/slideLayouts/slideLayout2.xml" Id="Rc5c9b64f87d24031" /><Relationship Type="http://schemas.openxmlformats.org/officeDocument/2006/relationships/slideLayout" Target="/ppt/slideLayouts/slideLayout3.xml" Id="Re6864c500deb496e" /><Relationship Type="http://schemas.openxmlformats.org/officeDocument/2006/relationships/slideLayout" Target="/ppt/slideLayouts/slideLayout4.xml" Id="R428bfd4f1d764549" /><Relationship Type="http://schemas.openxmlformats.org/officeDocument/2006/relationships/slideLayout" Target="/ppt/slideLayouts/slideLayout5.xml" Id="R01a3795245d54029" /><Relationship Type="http://schemas.openxmlformats.org/officeDocument/2006/relationships/slideLayout" Target="/ppt/slideLayouts/slideLayout6.xml" Id="Rc7270dd2a34544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e1306de75c4223"/>
    <p:sldLayoutId xmlns:r="http://schemas.openxmlformats.org/officeDocument/2006/relationships" id="2147483650" r:id="Rc5c9b64f87d24031"/>
    <p:sldLayoutId xmlns:r="http://schemas.openxmlformats.org/officeDocument/2006/relationships" id="2147483651" r:id="Re6864c500deb496e"/>
    <p:sldLayoutId xmlns:r="http://schemas.openxmlformats.org/officeDocument/2006/relationships" id="2147483652" r:id="R428bfd4f1d764549"/>
    <p:sldLayoutId xmlns:r="http://schemas.openxmlformats.org/officeDocument/2006/relationships" id="2147483653" r:id="R01a3795245d54029"/>
    <p:sldLayoutId xmlns:r="http://schemas.openxmlformats.org/officeDocument/2006/relationships" id="2147483654" r:id="Rc7270dd2a34544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be8a1827a34c74" /><Relationship Type="http://schemas.openxmlformats.org/officeDocument/2006/relationships/image" Target="/ppt/media/image.png" Id="R8d8865225fef4976" /><Relationship Type="http://schemas.openxmlformats.org/officeDocument/2006/relationships/notesSlide" Target="/ppt/notesSlides/notesSlide1.xml" Id="R7c7903e010bc49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8a7ce1ea234d84" /><Relationship Type="http://schemas.openxmlformats.org/officeDocument/2006/relationships/notesSlide" Target="/ppt/notesSlides/notesSlide2.xml" Id="R67b1ca858bde4e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e82ea45e344edf" /><Relationship Type="http://schemas.openxmlformats.org/officeDocument/2006/relationships/image" Target="/ppt/media/image2.png" Id="Rf80185c441684572" /><Relationship Type="http://schemas.openxmlformats.org/officeDocument/2006/relationships/notesSlide" Target="/ppt/notesSlides/notesSlide3.xml" Id="Ra499471b6c7e42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58193442ca46f6" /><Relationship Type="http://schemas.openxmlformats.org/officeDocument/2006/relationships/image" Target="/ppt/media/image3.png" Id="Rb00d698c56e3446c" /><Relationship Type="http://schemas.openxmlformats.org/officeDocument/2006/relationships/image" Target="/ppt/media/image4.png" Id="Rd478867f21d340dd" /><Relationship Type="http://schemas.openxmlformats.org/officeDocument/2006/relationships/image" Target="/ppt/media/image5.png" Id="R292cf6901f9a4ca9" /><Relationship Type="http://schemas.openxmlformats.org/officeDocument/2006/relationships/notesSlide" Target="/ppt/notesSlides/notesSlide4.xml" Id="R210f60f295ac4e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afc2addb844ae6" /><Relationship Type="http://schemas.openxmlformats.org/officeDocument/2006/relationships/notesSlide" Target="/ppt/notesSlides/notesSlide5.xml" Id="R815c1f5db67a4c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2d2f331c404922" /><Relationship Type="http://schemas.openxmlformats.org/officeDocument/2006/relationships/notesSlide" Target="/ppt/notesSlides/notesSlide6.xml" Id="R67a2524adff64e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304b6642f34525" /><Relationship Type="http://schemas.openxmlformats.org/officeDocument/2006/relationships/image" Target="/ppt/media/image6.png" Id="R21aced5cb621486b" /><Relationship Type="http://schemas.openxmlformats.org/officeDocument/2006/relationships/notesSlide" Target="/ppt/notesSlides/notesSlide7.xml" Id="R2b5711d4339647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995d3cb04e4ab7" /><Relationship Type="http://schemas.openxmlformats.org/officeDocument/2006/relationships/image" Target="/ppt/media/image7.png" Id="Rf43cf6e78a0a4574" /><Relationship Type="http://schemas.openxmlformats.org/officeDocument/2006/relationships/notesSlide" Target="/ppt/notesSlides/notesSlide8.xml" Id="R0ea94da61d114b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731c6aa91d4728" /><Relationship Type="http://schemas.openxmlformats.org/officeDocument/2006/relationships/image" Target="/ppt/media/image8.png" Id="R4c4b5449c1e2476e" /><Relationship Type="http://schemas.openxmlformats.org/officeDocument/2006/relationships/notesSlide" Target="/ppt/notesSlides/notesSlide9.xml" Id="Rf7e0e8916b2b4a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503FCE-205D-4B1A-850C-538491B460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8865225fef4976"/>
          <a:srcRect xmlns:a="http://schemas.openxmlformats.org/drawingml/2006/main" l="20688" t="0" r="206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8250" y="0"/>
            <a:ext cx="7143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D9359-18FA-463D-B2DC-529FECE7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1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34E4D0-1A8D-48F2-9188-E81E8465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912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FFFFFF"/>
                </a:solidFill>
              </a:defRPr>
            </a:defPPr>
            <a:lvl1pPr>
              <a:defRPr sz="825" b="1">
                <a:solidFill>
                  <a:srgbClr val="FFFFFF"/>
                </a:solidFill>
              </a:defRPr>
            </a:lvl1pPr>
            <a:lvl2pPr>
              <a:defRPr sz="825" b="1">
                <a:solidFill>
                  <a:srgbClr val="FFFFFF"/>
                </a:solidFill>
              </a:defRPr>
            </a:lvl2pPr>
            <a:lvl3pPr>
              <a:defRPr sz="825" b="1">
                <a:solidFill>
                  <a:srgbClr val="FFFFFF"/>
                </a:solidFill>
              </a:defRPr>
            </a:lvl3pPr>
            <a:lvl4pPr>
              <a:defRPr sz="825" b="1">
                <a:solidFill>
                  <a:srgbClr val="FFFFFF"/>
                </a:solidFill>
              </a:defRPr>
            </a:lvl4pPr>
            <a:lvl5pPr>
              <a:defRPr sz="825" b="1">
                <a:solidFill>
                  <a:srgbClr val="FFFFFF"/>
                </a:solidFill>
              </a:defRPr>
            </a:lvl5pPr>
            <a:lvl6pPr>
              <a:defRPr sz="825" b="1">
                <a:solidFill>
                  <a:srgbClr val="FFFFFF"/>
                </a:solidFill>
              </a:defRPr>
            </a:lvl6pPr>
            <a:lvl7pPr>
              <a:defRPr sz="825" b="1">
                <a:solidFill>
                  <a:srgbClr val="FFFFFF"/>
                </a:solidFill>
              </a:defRPr>
            </a:lvl7pPr>
            <a:lvl8pPr>
              <a:defRPr sz="825" b="1">
                <a:solidFill>
                  <a:srgbClr val="FFFFFF"/>
                </a:solidFill>
              </a:defRPr>
            </a:lvl8pPr>
            <a:lvl9pPr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QETTYQ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B0187-E8B5-4060-BEC2-948F425F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5143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75" b="1">
                <a:solidFill>
                  <a:srgbClr val="0F1113"/>
                </a:solidFill>
              </a:defRPr>
            </a:defPPr>
            <a:lvl1pPr>
              <a:defRPr sz="4275" b="1">
                <a:solidFill>
                  <a:srgbClr val="0F1113"/>
                </a:solidFill>
              </a:defRPr>
            </a:lvl1pPr>
            <a:lvl2pPr>
              <a:defRPr sz="4275" b="1">
                <a:solidFill>
                  <a:srgbClr val="0F1113"/>
                </a:solidFill>
              </a:defRPr>
            </a:lvl2pPr>
            <a:lvl3pPr>
              <a:defRPr sz="4275" b="1">
                <a:solidFill>
                  <a:srgbClr val="0F1113"/>
                </a:solidFill>
              </a:defRPr>
            </a:lvl3pPr>
            <a:lvl4pPr>
              <a:defRPr sz="4275" b="1">
                <a:solidFill>
                  <a:srgbClr val="0F1113"/>
                </a:solidFill>
              </a:defRPr>
            </a:lvl4pPr>
            <a:lvl5pPr>
              <a:defRPr sz="4275" b="1">
                <a:solidFill>
                  <a:srgbClr val="0F1113"/>
                </a:solidFill>
              </a:defRPr>
            </a:lvl5pPr>
            <a:lvl6pPr>
              <a:defRPr sz="4275" b="1">
                <a:solidFill>
                  <a:srgbClr val="0F1113"/>
                </a:solidFill>
              </a:defRPr>
            </a:lvl6pPr>
            <a:lvl7pPr>
              <a:defRPr sz="4275" b="1">
                <a:solidFill>
                  <a:srgbClr val="0F1113"/>
                </a:solidFill>
              </a:defRPr>
            </a:lvl7pPr>
            <a:lvl8pPr>
              <a:defRPr sz="4275" b="1">
                <a:solidFill>
                  <a:srgbClr val="0F1113"/>
                </a:solidFill>
              </a:defRPr>
            </a:lvl8pPr>
            <a:lvl9pPr>
              <a:defRPr sz="4275" b="1">
                <a:solidFill>
                  <a:srgbClr val="0F1113"/>
                </a:solidFill>
              </a:defRPr>
            </a:lvl9pPr>
          </a:lstStyle>
          <a:p xmlns:a="http://schemas.openxmlformats.org/drawingml/2006/main">
            <a:pPr>
              <a:defRPr sz="4275" b="1">
                <a:solidFill>
                  <a:srgbClr val="0F1113"/>
                </a:solidFill>
              </a:defRPr>
            </a:pPr>
            <a:r>
              <a:rPr sz="4275" b="1">
                <a:solidFill>
                  <a:srgbClr val="0F1113"/>
                </a:solidFill>
              </a:rPr>
              <a:t>2 минуты,</a:t>
            </a:r>
          </a:p>
          <a:p xmlns:a="http://schemas.openxmlformats.org/drawingml/2006/main">
            <a:pPr>
              <a:defRPr sz="4275" b="1">
                <a:solidFill>
                  <a:srgbClr val="0F1113"/>
                </a:solidFill>
              </a:defRPr>
            </a:pPr>
            <a:r>
              <a:rPr sz="4275" b="1">
                <a:solidFill>
                  <a:srgbClr val="0F1113"/>
                </a:solidFill>
              </a:rPr>
              <a:t>чтобы выбрать</a:t>
            </a:r>
          </a:p>
          <a:p xmlns:a="http://schemas.openxmlformats.org/drawingml/2006/main">
            <a:pPr>
              <a:defRPr sz="4275" b="1">
                <a:solidFill>
                  <a:srgbClr val="0F1113"/>
                </a:solidFill>
              </a:defRPr>
            </a:pPr>
            <a:r>
              <a:rPr sz="4275" b="1">
                <a:solidFill>
                  <a:srgbClr val="0F1113"/>
                </a:solidFill>
              </a:rPr>
              <a:t>куда пойти.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532F4F-95BF-42BB-B7B7-12EB5963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390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E7175"/>
                </a:solidFill>
              </a:defRPr>
            </a:defPPr>
            <a:lvl1pPr>
              <a:defRPr sz="1575" b="0">
                <a:solidFill>
                  <a:srgbClr val="6E7175"/>
                </a:solidFill>
              </a:defRPr>
            </a:lvl1pPr>
            <a:lvl2pPr>
              <a:defRPr sz="1575" b="0">
                <a:solidFill>
                  <a:srgbClr val="6E7175"/>
                </a:solidFill>
              </a:defRPr>
            </a:lvl2pPr>
            <a:lvl3pPr>
              <a:defRPr sz="1575" b="0">
                <a:solidFill>
                  <a:srgbClr val="6E7175"/>
                </a:solidFill>
              </a:defRPr>
            </a:lvl3pPr>
            <a:lvl4pPr>
              <a:defRPr sz="1575" b="0">
                <a:solidFill>
                  <a:srgbClr val="6E7175"/>
                </a:solidFill>
              </a:defRPr>
            </a:lvl4pPr>
            <a:lvl5pPr>
              <a:defRPr sz="1575" b="0">
                <a:solidFill>
                  <a:srgbClr val="6E7175"/>
                </a:solidFill>
              </a:defRPr>
            </a:lvl5pPr>
            <a:lvl6pPr>
              <a:defRPr sz="1575" b="0">
                <a:solidFill>
                  <a:srgbClr val="6E7175"/>
                </a:solidFill>
              </a:defRPr>
            </a:lvl6pPr>
            <a:lvl7pPr>
              <a:defRPr sz="1575" b="0">
                <a:solidFill>
                  <a:srgbClr val="6E7175"/>
                </a:solidFill>
              </a:defRPr>
            </a:lvl7pPr>
            <a:lvl8pPr>
              <a:defRPr sz="1575" b="0">
                <a:solidFill>
                  <a:srgbClr val="6E7175"/>
                </a:solidFill>
              </a:defRPr>
            </a:lvl8pPr>
            <a:lvl9pPr>
              <a:defRPr sz="1575" b="0">
                <a:solidFill>
                  <a:srgbClr val="6E7175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E7175"/>
                </a:solidFill>
              </a:defRPr>
            </a:pPr>
            <a:r>
              <a:rPr sz="1575" b="0">
                <a:solidFill>
                  <a:srgbClr val="6E7175"/>
                </a:solidFill>
              </a:rPr>
              <a:t>Прототип городского помощника для свободного времени в Астане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265D1B-F095-4CD2-B1F0-BB8D4C82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A7F6E"/>
                </a:solidFill>
              </a:defRPr>
            </a:defPPr>
            <a:lvl1pPr>
              <a:defRPr sz="1125" b="1">
                <a:solidFill>
                  <a:srgbClr val="0A7F6E"/>
                </a:solidFill>
              </a:defRPr>
            </a:lvl1pPr>
            <a:lvl2pPr>
              <a:defRPr sz="1125" b="1">
                <a:solidFill>
                  <a:srgbClr val="0A7F6E"/>
                </a:solidFill>
              </a:defRPr>
            </a:lvl2pPr>
            <a:lvl3pPr>
              <a:defRPr sz="1125" b="1">
                <a:solidFill>
                  <a:srgbClr val="0A7F6E"/>
                </a:solidFill>
              </a:defRPr>
            </a:lvl3pPr>
            <a:lvl4pPr>
              <a:defRPr sz="1125" b="1">
                <a:solidFill>
                  <a:srgbClr val="0A7F6E"/>
                </a:solidFill>
              </a:defRPr>
            </a:lvl4pPr>
            <a:lvl5pPr>
              <a:defRPr sz="1125" b="1">
                <a:solidFill>
                  <a:srgbClr val="0A7F6E"/>
                </a:solidFill>
              </a:defRPr>
            </a:lvl5pPr>
            <a:lvl6pPr>
              <a:defRPr sz="1125" b="1">
                <a:solidFill>
                  <a:srgbClr val="0A7F6E"/>
                </a:solidFill>
              </a:defRPr>
            </a:lvl6pPr>
            <a:lvl7pPr>
              <a:defRPr sz="1125" b="1">
                <a:solidFill>
                  <a:srgbClr val="0A7F6E"/>
                </a:solidFill>
              </a:defRPr>
            </a:lvl7pPr>
            <a:lvl8pPr>
              <a:defRPr sz="1125" b="1">
                <a:solidFill>
                  <a:srgbClr val="0A7F6E"/>
                </a:solidFill>
              </a:defRPr>
            </a:lvl8pPr>
            <a:lvl9pPr>
              <a:defRPr sz="1125" b="1">
                <a:solidFill>
                  <a:srgbClr val="0A7F6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A7F6E"/>
                </a:solidFill>
              </a:defRPr>
            </a:pPr>
            <a:r>
              <a:rPr sz="1125" b="1">
                <a:solidFill>
                  <a:srgbClr val="0A7F6E"/>
                </a:solidFill>
              </a:rPr>
              <a:t>15 выборов · 1–3 варианта · проверяемые источники</a:t>
            </a:r>
          </a:p>
          <a:p xmlns:a="http://schemas.openxmlformats.org/drawingml/2006/main">
            <a:pPr>
              <a:defRPr sz="1125" b="1">
                <a:solidFill>
                  <a:srgbClr val="0A7F6E"/>
                </a:solidFill>
              </a:defRPr>
            </a:pPr>
            <a:r>
              <a:rPr sz="1125" b="1">
                <a:solidFill>
                  <a:srgbClr val="0A7F6E"/>
                </a:solidFill>
              </a:rPr>
              <a:t>Tim Asproyanidi · Boostseller.kz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B9F223-E873-44E9-8986-27A5CD33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8A8D90"/>
                </a:solidFill>
              </a:defRPr>
            </a:defPPr>
            <a:lvl1pPr>
              <a:defRPr sz="750" b="1">
                <a:solidFill>
                  <a:srgbClr val="8A8D90"/>
                </a:solidFill>
              </a:defRPr>
            </a:lvl1pPr>
            <a:lvl2pPr>
              <a:defRPr sz="750" b="1">
                <a:solidFill>
                  <a:srgbClr val="8A8D90"/>
                </a:solidFill>
              </a:defRPr>
            </a:lvl2pPr>
            <a:lvl3pPr>
              <a:defRPr sz="750" b="1">
                <a:solidFill>
                  <a:srgbClr val="8A8D90"/>
                </a:solidFill>
              </a:defRPr>
            </a:lvl3pPr>
            <a:lvl4pPr>
              <a:defRPr sz="750" b="1">
                <a:solidFill>
                  <a:srgbClr val="8A8D90"/>
                </a:solidFill>
              </a:defRPr>
            </a:lvl4pPr>
            <a:lvl5pPr>
              <a:defRPr sz="750" b="1">
                <a:solidFill>
                  <a:srgbClr val="8A8D90"/>
                </a:solidFill>
              </a:defRPr>
            </a:lvl5pPr>
            <a:lvl6pPr>
              <a:defRPr sz="750" b="1">
                <a:solidFill>
                  <a:srgbClr val="8A8D90"/>
                </a:solidFill>
              </a:defRPr>
            </a:lvl6pPr>
            <a:lvl7pPr>
              <a:defRPr sz="750" b="1">
                <a:solidFill>
                  <a:srgbClr val="8A8D90"/>
                </a:solidFill>
              </a:defRPr>
            </a:lvl7pPr>
            <a:lvl8pPr>
              <a:defRPr sz="750" b="1">
                <a:solidFill>
                  <a:srgbClr val="8A8D90"/>
                </a:solidFill>
              </a:defRPr>
            </a:lvl8pPr>
            <a:lvl9pPr>
              <a:defRPr sz="750" b="1">
                <a:solidFill>
                  <a:srgbClr val="8A8D90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8A8D90"/>
                </a:solidFill>
              </a:defRPr>
            </a:pPr>
            <a:r>
              <a:rPr sz="750" b="1">
                <a:solidFill>
                  <a:srgbClr val="8A8D90"/>
                </a:solidFill>
              </a:rPr>
              <a:t>QETTYQ APP · QARAGANDY / ASTANA PILOT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C7B304-06C1-477C-B4A1-A5F8068A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0F1113"/>
                </a:solidFill>
              </a:defRPr>
            </a:defPPr>
            <a:lvl1pPr algn="r">
              <a:defRPr sz="900" b="1">
                <a:solidFill>
                  <a:srgbClr val="0F1113"/>
                </a:solidFill>
              </a:defRPr>
            </a:lvl1pPr>
            <a:lvl2pPr algn="r">
              <a:defRPr sz="900" b="1">
                <a:solidFill>
                  <a:srgbClr val="0F1113"/>
                </a:solidFill>
              </a:defRPr>
            </a:lvl2pPr>
            <a:lvl3pPr algn="r">
              <a:defRPr sz="900" b="1">
                <a:solidFill>
                  <a:srgbClr val="0F1113"/>
                </a:solidFill>
              </a:defRPr>
            </a:lvl3pPr>
            <a:lvl4pPr algn="r">
              <a:defRPr sz="900" b="1">
                <a:solidFill>
                  <a:srgbClr val="0F1113"/>
                </a:solidFill>
              </a:defRPr>
            </a:lvl4pPr>
            <a:lvl5pPr algn="r">
              <a:defRPr sz="900" b="1">
                <a:solidFill>
                  <a:srgbClr val="0F1113"/>
                </a:solidFill>
              </a:defRPr>
            </a:lvl5pPr>
            <a:lvl6pPr algn="r">
              <a:defRPr sz="900" b="1">
                <a:solidFill>
                  <a:srgbClr val="0F1113"/>
                </a:solidFill>
              </a:defRPr>
            </a:lvl6pPr>
            <a:lvl7pPr algn="r">
              <a:defRPr sz="900" b="1">
                <a:solidFill>
                  <a:srgbClr val="0F1113"/>
                </a:solidFill>
              </a:defRPr>
            </a:lvl7pPr>
            <a:lvl8pPr algn="r">
              <a:defRPr sz="900" b="1">
                <a:solidFill>
                  <a:srgbClr val="0F1113"/>
                </a:solidFill>
              </a:defRPr>
            </a:lvl8pPr>
            <a:lvl9pPr algn="r">
              <a:defRPr sz="900" b="1">
                <a:solidFill>
                  <a:srgbClr val="0F1113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0F1113"/>
                </a:solidFill>
              </a:defRPr>
            </a:pPr>
            <a:r>
              <a:rPr sz="900" b="1">
                <a:solidFill>
                  <a:srgbClr val="0F111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79229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11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1574DE-CFDC-4117-A5B4-140EF005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C9F46B"/>
                </a:solidFill>
              </a:defRPr>
            </a:defPPr>
            <a:lvl1pPr>
              <a:defRPr sz="975" b="1">
                <a:solidFill>
                  <a:srgbClr val="C9F46B"/>
                </a:solidFill>
              </a:defRPr>
            </a:lvl1pPr>
            <a:lvl2pPr>
              <a:defRPr sz="975" b="1">
                <a:solidFill>
                  <a:srgbClr val="C9F46B"/>
                </a:solidFill>
              </a:defRPr>
            </a:lvl2pPr>
            <a:lvl3pPr>
              <a:defRPr sz="975" b="1">
                <a:solidFill>
                  <a:srgbClr val="C9F46B"/>
                </a:solidFill>
              </a:defRPr>
            </a:lvl3pPr>
            <a:lvl4pPr>
              <a:defRPr sz="975" b="1">
                <a:solidFill>
                  <a:srgbClr val="C9F46B"/>
                </a:solidFill>
              </a:defRPr>
            </a:lvl4pPr>
            <a:lvl5pPr>
              <a:defRPr sz="975" b="1">
                <a:solidFill>
                  <a:srgbClr val="C9F46B"/>
                </a:solidFill>
              </a:defRPr>
            </a:lvl5pPr>
            <a:lvl6pPr>
              <a:defRPr sz="975" b="1">
                <a:solidFill>
                  <a:srgbClr val="C9F46B"/>
                </a:solidFill>
              </a:defRPr>
            </a:lvl6pPr>
            <a:lvl7pPr>
              <a:defRPr sz="975" b="1">
                <a:solidFill>
                  <a:srgbClr val="C9F46B"/>
                </a:solidFill>
              </a:defRPr>
            </a:lvl7pPr>
            <a:lvl8pPr>
              <a:defRPr sz="975" b="1">
                <a:solidFill>
                  <a:srgbClr val="C9F46B"/>
                </a:solidFill>
              </a:defRPr>
            </a:lvl8pPr>
            <a:lvl9pPr>
              <a:defRPr sz="975" b="1">
                <a:solidFill>
                  <a:srgbClr val="C9F46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C9F46B"/>
                </a:solidFill>
              </a:defRPr>
            </a:pPr>
            <a:r>
              <a:rPr sz="975" b="1">
                <a:solidFill>
                  <a:srgbClr val="C9F46B"/>
                </a:solidFill>
              </a:rPr>
              <a:t>ПОЧЕМУ ЛЮДИ ОТКЛАДЫВАЮТ ВЫБОР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607EB-A689-4021-AF23-174310C3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6572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FFFFFF"/>
                </a:solidFill>
              </a:defRPr>
            </a:defPPr>
            <a:lvl1pPr>
              <a:defRPr sz="4050" b="1">
                <a:solidFill>
                  <a:srgbClr val="FFFFFF"/>
                </a:solidFill>
              </a:defRPr>
            </a:lvl1pPr>
            <a:lvl2pPr>
              <a:defRPr sz="4050" b="1">
                <a:solidFill>
                  <a:srgbClr val="FFFFFF"/>
                </a:solidFill>
              </a:defRPr>
            </a:lvl2pPr>
            <a:lvl3pPr>
              <a:defRPr sz="4050" b="1">
                <a:solidFill>
                  <a:srgbClr val="FFFFFF"/>
                </a:solidFill>
              </a:defRPr>
            </a:lvl3pPr>
            <a:lvl4pPr>
              <a:defRPr sz="4050" b="1">
                <a:solidFill>
                  <a:srgbClr val="FFFFFF"/>
                </a:solidFill>
              </a:defRPr>
            </a:lvl4pPr>
            <a:lvl5pPr>
              <a:defRPr sz="4050" b="1">
                <a:solidFill>
                  <a:srgbClr val="FFFFFF"/>
                </a:solidFill>
              </a:defRPr>
            </a:lvl5pPr>
            <a:lvl6pPr>
              <a:defRPr sz="4050" b="1">
                <a:solidFill>
                  <a:srgbClr val="FFFFFF"/>
                </a:solidFill>
              </a:defRPr>
            </a:lvl6pPr>
            <a:lvl7pPr>
              <a:defRPr sz="4050" b="1">
                <a:solidFill>
                  <a:srgbClr val="FFFFFF"/>
                </a:solidFill>
              </a:defRPr>
            </a:lvl7pPr>
            <a:lvl8pPr>
              <a:defRPr sz="4050" b="1">
                <a:solidFill>
                  <a:srgbClr val="FFFFFF"/>
                </a:solidFill>
              </a:defRPr>
            </a:lvl8pPr>
            <a:lvl9pPr>
              <a:defRPr sz="4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Свободное время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начинается с лишних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десяти вкладок.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26610-BEEA-485D-A1E4-1E73448E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59531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9C0BD"/>
                </a:solidFill>
              </a:defRPr>
            </a:defPPr>
            <a:lvl1pPr>
              <a:defRPr sz="1575" b="0">
                <a:solidFill>
                  <a:srgbClr val="B9C0BD"/>
                </a:solidFill>
              </a:defRPr>
            </a:lvl1pPr>
            <a:lvl2pPr>
              <a:defRPr sz="1575" b="0">
                <a:solidFill>
                  <a:srgbClr val="B9C0BD"/>
                </a:solidFill>
              </a:defRPr>
            </a:lvl2pPr>
            <a:lvl3pPr>
              <a:defRPr sz="1575" b="0">
                <a:solidFill>
                  <a:srgbClr val="B9C0BD"/>
                </a:solidFill>
              </a:defRPr>
            </a:lvl3pPr>
            <a:lvl4pPr>
              <a:defRPr sz="1575" b="0">
                <a:solidFill>
                  <a:srgbClr val="B9C0BD"/>
                </a:solidFill>
              </a:defRPr>
            </a:lvl4pPr>
            <a:lvl5pPr>
              <a:defRPr sz="1575" b="0">
                <a:solidFill>
                  <a:srgbClr val="B9C0BD"/>
                </a:solidFill>
              </a:defRPr>
            </a:lvl5pPr>
            <a:lvl6pPr>
              <a:defRPr sz="1575" b="0">
                <a:solidFill>
                  <a:srgbClr val="B9C0BD"/>
                </a:solidFill>
              </a:defRPr>
            </a:lvl6pPr>
            <a:lvl7pPr>
              <a:defRPr sz="1575" b="0">
                <a:solidFill>
                  <a:srgbClr val="B9C0BD"/>
                </a:solidFill>
              </a:defRPr>
            </a:lvl7pPr>
            <a:lvl8pPr>
              <a:defRPr sz="1575" b="0">
                <a:solidFill>
                  <a:srgbClr val="B9C0BD"/>
                </a:solidFill>
              </a:defRPr>
            </a:lvl8pPr>
            <a:lvl9pPr>
              <a:defRPr sz="1575" b="0">
                <a:solidFill>
                  <a:srgbClr val="B9C0BD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9C0BD"/>
                </a:solidFill>
              </a:defRPr>
            </a:pPr>
            <a:r>
              <a:rPr sz="1575" b="0">
                <a:solidFill>
                  <a:srgbClr val="B9C0BD"/>
                </a:solidFill>
              </a:rPr>
              <a:t>Карта знает, что находится рядом. Афиша знает время начала. Но ни одна из них не знает, сколько времени и денег есть у человека сегодня.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11242E-A2B9-42DA-BF27-31D6295D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62050"/>
            <a:ext cx="3238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939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A14DA-8D5B-4A56-8FE6-ED6362DF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716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C9F46B"/>
                </a:solidFill>
              </a:defRPr>
            </a:defPPr>
            <a:lvl1pPr>
              <a:defRPr sz="1050" b="1">
                <a:solidFill>
                  <a:srgbClr val="C9F46B"/>
                </a:solidFill>
              </a:defRPr>
            </a:lvl1pPr>
            <a:lvl2pPr>
              <a:defRPr sz="1050" b="1">
                <a:solidFill>
                  <a:srgbClr val="C9F46B"/>
                </a:solidFill>
              </a:defRPr>
            </a:lvl2pPr>
            <a:lvl3pPr>
              <a:defRPr sz="1050" b="1">
                <a:solidFill>
                  <a:srgbClr val="C9F46B"/>
                </a:solidFill>
              </a:defRPr>
            </a:lvl3pPr>
            <a:lvl4pPr>
              <a:defRPr sz="1050" b="1">
                <a:solidFill>
                  <a:srgbClr val="C9F46B"/>
                </a:solidFill>
              </a:defRPr>
            </a:lvl4pPr>
            <a:lvl5pPr>
              <a:defRPr sz="1050" b="1">
                <a:solidFill>
                  <a:srgbClr val="C9F46B"/>
                </a:solidFill>
              </a:defRPr>
            </a:lvl5pPr>
            <a:lvl6pPr>
              <a:defRPr sz="1050" b="1">
                <a:solidFill>
                  <a:srgbClr val="C9F46B"/>
                </a:solidFill>
              </a:defRPr>
            </a:lvl6pPr>
            <a:lvl7pPr>
              <a:defRPr sz="1050" b="1">
                <a:solidFill>
                  <a:srgbClr val="C9F46B"/>
                </a:solidFill>
              </a:defRPr>
            </a:lvl7pPr>
            <a:lvl8pPr>
              <a:defRPr sz="1050" b="1">
                <a:solidFill>
                  <a:srgbClr val="C9F46B"/>
                </a:solidFill>
              </a:defRPr>
            </a:lvl8pPr>
            <a:lvl9pPr>
              <a:defRPr sz="1050" b="1">
                <a:solidFill>
                  <a:srgbClr val="C9F46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C9F46B"/>
                </a:solidFill>
              </a:defRPr>
            </a:pPr>
            <a:r>
              <a:rPr sz="1050" b="1">
                <a:solidFill>
                  <a:srgbClr val="C9F46B"/>
                </a:solidFill>
              </a:rPr>
              <a:t>ВРЕМЯ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C2590F-7029-4511-949B-796D2E38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859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</a:defRPr>
            </a:defPPr>
            <a:lvl1pPr>
              <a:defRPr sz="1575" b="1">
                <a:solidFill>
                  <a:srgbClr val="FFFFFF"/>
                </a:solidFill>
              </a:defRPr>
            </a:lvl1pPr>
            <a:lvl2pPr>
              <a:defRPr sz="1575" b="1">
                <a:solidFill>
                  <a:srgbClr val="FFFFFF"/>
                </a:solidFill>
              </a:defRPr>
            </a:lvl2pPr>
            <a:lvl3pPr>
              <a:defRPr sz="1575" b="1">
                <a:solidFill>
                  <a:srgbClr val="FFFFFF"/>
                </a:solidFill>
              </a:defRPr>
            </a:lvl3pPr>
            <a:lvl4pPr>
              <a:defRPr sz="1575" b="1">
                <a:solidFill>
                  <a:srgbClr val="FFFFFF"/>
                </a:solidFill>
              </a:defRPr>
            </a:lvl4pPr>
            <a:lvl5pPr>
              <a:defRPr sz="1575" b="1">
                <a:solidFill>
                  <a:srgbClr val="FFFFFF"/>
                </a:solidFill>
              </a:defRPr>
            </a:lvl5pPr>
            <a:lvl6pPr>
              <a:defRPr sz="1575" b="1">
                <a:solidFill>
                  <a:srgbClr val="FFFFFF"/>
                </a:solidFill>
              </a:defRPr>
            </a:lvl6pPr>
            <a:lvl7pPr>
              <a:defRPr sz="1575" b="1">
                <a:solidFill>
                  <a:srgbClr val="FFFFFF"/>
                </a:solidFill>
              </a:defRPr>
            </a:lvl7pPr>
            <a:lvl8pPr>
              <a:defRPr sz="1575" b="1">
                <a:solidFill>
                  <a:srgbClr val="FFFFFF"/>
                </a:solidFill>
              </a:defRPr>
            </a:lvl8pPr>
            <a:lvl9pPr>
              <a:defRPr sz="15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сейчас, а не когда-нибудь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8708F0-D0CB-4940-BB46-C8372D2A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43175"/>
            <a:ext cx="3238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633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C4E718-8EE5-41EB-A696-46430D09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527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FFFFF"/>
                </a:solidFill>
              </a:defRPr>
            </a:defPPr>
            <a:lvl1pPr>
              <a:defRPr sz="1050" b="1">
                <a:solidFill>
                  <a:srgbClr val="FFFFFF"/>
                </a:solidFill>
              </a:defRPr>
            </a:lvl1pPr>
            <a:lvl2pPr>
              <a:defRPr sz="1050" b="1">
                <a:solidFill>
                  <a:srgbClr val="FFFFFF"/>
                </a:solidFill>
              </a:defRPr>
            </a:lvl2pPr>
            <a:lvl3pPr>
              <a:defRPr sz="1050" b="1">
                <a:solidFill>
                  <a:srgbClr val="FFFFFF"/>
                </a:solidFill>
              </a:defRPr>
            </a:lvl3pPr>
            <a:lvl4pPr>
              <a:defRPr sz="1050" b="1">
                <a:solidFill>
                  <a:srgbClr val="FFFFFF"/>
                </a:solidFill>
              </a:defRPr>
            </a:lvl4pPr>
            <a:lvl5pPr>
              <a:defRPr sz="1050" b="1">
                <a:solidFill>
                  <a:srgbClr val="FFFFFF"/>
                </a:solidFill>
              </a:defRPr>
            </a:lvl5pPr>
            <a:lvl6pPr>
              <a:defRPr sz="1050" b="1">
                <a:solidFill>
                  <a:srgbClr val="FFFFFF"/>
                </a:solidFill>
              </a:defRPr>
            </a:lvl6pPr>
            <a:lvl7pPr>
              <a:defRPr sz="1050" b="1">
                <a:solidFill>
                  <a:srgbClr val="FFFFFF"/>
                </a:solidFill>
              </a:defRPr>
            </a:lvl7pPr>
            <a:lvl8pPr>
              <a:defRPr sz="1050" b="1">
                <a:solidFill>
                  <a:srgbClr val="FFFFFF"/>
                </a:solidFill>
              </a:defRPr>
            </a:lvl8pPr>
            <a:lvl9pPr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БЮДЖЕТ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EA3596-FBA2-4C8A-B5D4-A02A2A03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670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</a:defRPr>
            </a:defPPr>
            <a:lvl1pPr>
              <a:defRPr sz="1575" b="1">
                <a:solidFill>
                  <a:srgbClr val="FFFFFF"/>
                </a:solidFill>
              </a:defRPr>
            </a:lvl1pPr>
            <a:lvl2pPr>
              <a:defRPr sz="1575" b="1">
                <a:solidFill>
                  <a:srgbClr val="FFFFFF"/>
                </a:solidFill>
              </a:defRPr>
            </a:lvl2pPr>
            <a:lvl3pPr>
              <a:defRPr sz="1575" b="1">
                <a:solidFill>
                  <a:srgbClr val="FFFFFF"/>
                </a:solidFill>
              </a:defRPr>
            </a:lvl3pPr>
            <a:lvl4pPr>
              <a:defRPr sz="1575" b="1">
                <a:solidFill>
                  <a:srgbClr val="FFFFFF"/>
                </a:solidFill>
              </a:defRPr>
            </a:lvl4pPr>
            <a:lvl5pPr>
              <a:defRPr sz="1575" b="1">
                <a:solidFill>
                  <a:srgbClr val="FFFFFF"/>
                </a:solidFill>
              </a:defRPr>
            </a:lvl5pPr>
            <a:lvl6pPr>
              <a:defRPr sz="1575" b="1">
                <a:solidFill>
                  <a:srgbClr val="FFFFFF"/>
                </a:solidFill>
              </a:defRPr>
            </a:lvl6pPr>
            <a:lvl7pPr>
              <a:defRPr sz="1575" b="1">
                <a:solidFill>
                  <a:srgbClr val="FFFFFF"/>
                </a:solidFill>
              </a:defRPr>
            </a:lvl7pPr>
            <a:lvl8pPr>
              <a:defRPr sz="1575" b="1">
                <a:solidFill>
                  <a:srgbClr val="FFFFFF"/>
                </a:solidFill>
              </a:defRPr>
            </a:lvl8pPr>
            <a:lvl9pPr>
              <a:defRPr sz="15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без скрытых допущений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5A76A5-4216-4136-8BC3-EC8737BE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3238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32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B15C55-F6E9-4C3A-AB79-4B3FC2E9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338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FFFFF"/>
                </a:solidFill>
              </a:defRPr>
            </a:defPPr>
            <a:lvl1pPr>
              <a:defRPr sz="1050" b="1">
                <a:solidFill>
                  <a:srgbClr val="FFFFFF"/>
                </a:solidFill>
              </a:defRPr>
            </a:lvl1pPr>
            <a:lvl2pPr>
              <a:defRPr sz="1050" b="1">
                <a:solidFill>
                  <a:srgbClr val="FFFFFF"/>
                </a:solidFill>
              </a:defRPr>
            </a:lvl2pPr>
            <a:lvl3pPr>
              <a:defRPr sz="1050" b="1">
                <a:solidFill>
                  <a:srgbClr val="FFFFFF"/>
                </a:solidFill>
              </a:defRPr>
            </a:lvl3pPr>
            <a:lvl4pPr>
              <a:defRPr sz="1050" b="1">
                <a:solidFill>
                  <a:srgbClr val="FFFFFF"/>
                </a:solidFill>
              </a:defRPr>
            </a:lvl4pPr>
            <a:lvl5pPr>
              <a:defRPr sz="1050" b="1">
                <a:solidFill>
                  <a:srgbClr val="FFFFFF"/>
                </a:solidFill>
              </a:defRPr>
            </a:lvl5pPr>
            <a:lvl6pPr>
              <a:defRPr sz="1050" b="1">
                <a:solidFill>
                  <a:srgbClr val="FFFFFF"/>
                </a:solidFill>
              </a:defRPr>
            </a:lvl6pPr>
            <a:lvl7pPr>
              <a:defRPr sz="1050" b="1">
                <a:solidFill>
                  <a:srgbClr val="FFFFFF"/>
                </a:solidFill>
              </a:defRPr>
            </a:lvl7pPr>
            <a:lvl8pPr>
              <a:defRPr sz="1050" b="1">
                <a:solidFill>
                  <a:srgbClr val="FFFFFF"/>
                </a:solidFill>
              </a:defRPr>
            </a:lvl8pPr>
            <a:lvl9pPr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ИНТЕРЕС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E33A28-6D92-4F85-B310-AA0A4D7D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481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</a:defRPr>
            </a:defPPr>
            <a:lvl1pPr>
              <a:defRPr sz="1575" b="1">
                <a:solidFill>
                  <a:srgbClr val="FFFFFF"/>
                </a:solidFill>
              </a:defRPr>
            </a:lvl1pPr>
            <a:lvl2pPr>
              <a:defRPr sz="1575" b="1">
                <a:solidFill>
                  <a:srgbClr val="FFFFFF"/>
                </a:solidFill>
              </a:defRPr>
            </a:lvl2pPr>
            <a:lvl3pPr>
              <a:defRPr sz="1575" b="1">
                <a:solidFill>
                  <a:srgbClr val="FFFFFF"/>
                </a:solidFill>
              </a:defRPr>
            </a:lvl3pPr>
            <a:lvl4pPr>
              <a:defRPr sz="1575" b="1">
                <a:solidFill>
                  <a:srgbClr val="FFFFFF"/>
                </a:solidFill>
              </a:defRPr>
            </a:lvl4pPr>
            <a:lvl5pPr>
              <a:defRPr sz="1575" b="1">
                <a:solidFill>
                  <a:srgbClr val="FFFFFF"/>
                </a:solidFill>
              </a:defRPr>
            </a:lvl5pPr>
            <a:lvl6pPr>
              <a:defRPr sz="1575" b="1">
                <a:solidFill>
                  <a:srgbClr val="FFFFFF"/>
                </a:solidFill>
              </a:defRPr>
            </a:lvl6pPr>
            <a:lvl7pPr>
              <a:defRPr sz="1575" b="1">
                <a:solidFill>
                  <a:srgbClr val="FFFFFF"/>
                </a:solidFill>
              </a:defRPr>
            </a:lvl7pPr>
            <a:lvl8pPr>
              <a:defRPr sz="1575" b="1">
                <a:solidFill>
                  <a:srgbClr val="FFFFFF"/>
                </a:solidFill>
              </a:defRPr>
            </a:lvl8pPr>
            <a:lvl9pPr>
              <a:defRPr sz="15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15 быстрых выборов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07C0A4-2E98-4285-A9FF-2DB8AB47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AAB2AF"/>
                </a:solidFill>
              </a:defRPr>
            </a:defPPr>
            <a:lvl1pPr>
              <a:defRPr sz="750" b="1">
                <a:solidFill>
                  <a:srgbClr val="AAB2AF"/>
                </a:solidFill>
              </a:defRPr>
            </a:lvl1pPr>
            <a:lvl2pPr>
              <a:defRPr sz="750" b="1">
                <a:solidFill>
                  <a:srgbClr val="AAB2AF"/>
                </a:solidFill>
              </a:defRPr>
            </a:lvl2pPr>
            <a:lvl3pPr>
              <a:defRPr sz="750" b="1">
                <a:solidFill>
                  <a:srgbClr val="AAB2AF"/>
                </a:solidFill>
              </a:defRPr>
            </a:lvl3pPr>
            <a:lvl4pPr>
              <a:defRPr sz="750" b="1">
                <a:solidFill>
                  <a:srgbClr val="AAB2AF"/>
                </a:solidFill>
              </a:defRPr>
            </a:lvl4pPr>
            <a:lvl5pPr>
              <a:defRPr sz="750" b="1">
                <a:solidFill>
                  <a:srgbClr val="AAB2AF"/>
                </a:solidFill>
              </a:defRPr>
            </a:lvl5pPr>
            <a:lvl6pPr>
              <a:defRPr sz="750" b="1">
                <a:solidFill>
                  <a:srgbClr val="AAB2AF"/>
                </a:solidFill>
              </a:defRPr>
            </a:lvl6pPr>
            <a:lvl7pPr>
              <a:defRPr sz="750" b="1">
                <a:solidFill>
                  <a:srgbClr val="AAB2AF"/>
                </a:solidFill>
              </a:defRPr>
            </a:lvl7pPr>
            <a:lvl8pPr>
              <a:defRPr sz="750" b="1">
                <a:solidFill>
                  <a:srgbClr val="AAB2AF"/>
                </a:solidFill>
              </a:defRPr>
            </a:lvl8pPr>
            <a:lvl9pPr>
              <a:defRPr sz="750" b="1">
                <a:solidFill>
                  <a:srgbClr val="AAB2AF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AAB2AF"/>
                </a:solidFill>
              </a:defRPr>
            </a:pPr>
            <a:r>
              <a:rPr sz="750" b="1">
                <a:solidFill>
                  <a:srgbClr val="AAB2AF"/>
                </a:solidFill>
              </a:rPr>
              <a:t>QETTYQ APP · QARAGANDY / ASTANA PILOT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4A7792-34B7-4A40-A9B5-8B09C855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FFFFFF"/>
                </a:solidFill>
              </a:defRPr>
            </a:defPPr>
            <a:lvl1pPr algn="r">
              <a:defRPr sz="900" b="1">
                <a:solidFill>
                  <a:srgbClr val="FFFFFF"/>
                </a:solidFill>
              </a:defRPr>
            </a:lvl1pPr>
            <a:lvl2pPr algn="r">
              <a:defRPr sz="900" b="1">
                <a:solidFill>
                  <a:srgbClr val="FFFFFF"/>
                </a:solidFill>
              </a:defRPr>
            </a:lvl2pPr>
            <a:lvl3pPr algn="r">
              <a:defRPr sz="900" b="1">
                <a:solidFill>
                  <a:srgbClr val="FFFFFF"/>
                </a:solidFill>
              </a:defRPr>
            </a:lvl3pPr>
            <a:lvl4pPr algn="r">
              <a:defRPr sz="900" b="1">
                <a:solidFill>
                  <a:srgbClr val="FFFFFF"/>
                </a:solidFill>
              </a:defRPr>
            </a:lvl4pPr>
            <a:lvl5pPr algn="r">
              <a:defRPr sz="900" b="1">
                <a:solidFill>
                  <a:srgbClr val="FFFFFF"/>
                </a:solidFill>
              </a:defRPr>
            </a:lvl5pPr>
            <a:lvl6pPr algn="r">
              <a:defRPr sz="900" b="1">
                <a:solidFill>
                  <a:srgbClr val="FFFFFF"/>
                </a:solidFill>
              </a:defRPr>
            </a:lvl6pPr>
            <a:lvl7pPr algn="r">
              <a:defRPr sz="900" b="1">
                <a:solidFill>
                  <a:srgbClr val="FFFFFF"/>
                </a:solidFill>
              </a:defRPr>
            </a:lvl7pPr>
            <a:lvl8pPr algn="r">
              <a:defRPr sz="900" b="1">
                <a:solidFill>
                  <a:srgbClr val="FFFFFF"/>
                </a:solidFill>
              </a:defRPr>
            </a:lvl8pPr>
            <a:lvl9pPr algn="r">
              <a:defRPr sz="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879824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386CE-55E4-4268-A41A-78AF962756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0185c441684572"/>
          <a:srcRect xmlns:a="http://schemas.openxmlformats.org/drawingml/2006/main" l="11825" t="0" r="118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24B5E9-18B3-45C7-ABEE-F9A2D14B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4810125" cy="5381625"/>
          </a:xfrm>
          <a:prstGeom xmlns:a="http://schemas.openxmlformats.org/drawingml/2006/main" prst="roundRect">
            <a:avLst>
              <a:gd name="adj" fmla="val 4752"/>
            </a:avLst>
          </a:prstGeom>
          <a:solidFill xmlns:a="http://schemas.openxmlformats.org/drawingml/2006/main">
            <a:srgbClr val="0D17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2296D-8E94-48AC-843B-02ABC064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953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C9F46B"/>
                </a:solidFill>
              </a:defRPr>
            </a:defPPr>
            <a:lvl1pPr>
              <a:defRPr sz="975" b="1">
                <a:solidFill>
                  <a:srgbClr val="C9F46B"/>
                </a:solidFill>
              </a:defRPr>
            </a:lvl1pPr>
            <a:lvl2pPr>
              <a:defRPr sz="975" b="1">
                <a:solidFill>
                  <a:srgbClr val="C9F46B"/>
                </a:solidFill>
              </a:defRPr>
            </a:lvl2pPr>
            <a:lvl3pPr>
              <a:defRPr sz="975" b="1">
                <a:solidFill>
                  <a:srgbClr val="C9F46B"/>
                </a:solidFill>
              </a:defRPr>
            </a:lvl3pPr>
            <a:lvl4pPr>
              <a:defRPr sz="975" b="1">
                <a:solidFill>
                  <a:srgbClr val="C9F46B"/>
                </a:solidFill>
              </a:defRPr>
            </a:lvl4pPr>
            <a:lvl5pPr>
              <a:defRPr sz="975" b="1">
                <a:solidFill>
                  <a:srgbClr val="C9F46B"/>
                </a:solidFill>
              </a:defRPr>
            </a:lvl5pPr>
            <a:lvl6pPr>
              <a:defRPr sz="975" b="1">
                <a:solidFill>
                  <a:srgbClr val="C9F46B"/>
                </a:solidFill>
              </a:defRPr>
            </a:lvl6pPr>
            <a:lvl7pPr>
              <a:defRPr sz="975" b="1">
                <a:solidFill>
                  <a:srgbClr val="C9F46B"/>
                </a:solidFill>
              </a:defRPr>
            </a:lvl7pPr>
            <a:lvl8pPr>
              <a:defRPr sz="975" b="1">
                <a:solidFill>
                  <a:srgbClr val="C9F46B"/>
                </a:solidFill>
              </a:defRPr>
            </a:lvl8pPr>
            <a:lvl9pPr>
              <a:defRPr sz="975" b="1">
                <a:solidFill>
                  <a:srgbClr val="C9F46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C9F46B"/>
                </a:solidFill>
              </a:defRPr>
            </a:pPr>
            <a:r>
              <a:rPr sz="975" b="1">
                <a:solidFill>
                  <a:srgbClr val="C9F46B"/>
                </a:solidFill>
              </a:rPr>
              <a:t>АСТАНА · ПИЛОТ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116034-8D96-4629-AB15-03A0E211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39052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FFFFFF"/>
                </a:solidFill>
              </a:defRPr>
            </a:defPPr>
            <a:lvl1pPr>
              <a:defRPr sz="3900" b="1">
                <a:solidFill>
                  <a:srgbClr val="FFFFFF"/>
                </a:solidFill>
              </a:defRPr>
            </a:lvl1pPr>
            <a:lvl2pPr>
              <a:defRPr sz="3900" b="1">
                <a:solidFill>
                  <a:srgbClr val="FFFFFF"/>
                </a:solidFill>
              </a:defRPr>
            </a:lvl2pPr>
            <a:lvl3pPr>
              <a:defRPr sz="3900" b="1">
                <a:solidFill>
                  <a:srgbClr val="FFFFFF"/>
                </a:solidFill>
              </a:defRPr>
            </a:lvl3pPr>
            <a:lvl4pPr>
              <a:defRPr sz="3900" b="1">
                <a:solidFill>
                  <a:srgbClr val="FFFFFF"/>
                </a:solidFill>
              </a:defRPr>
            </a:lvl4pPr>
            <a:lvl5pPr>
              <a:defRPr sz="3900" b="1">
                <a:solidFill>
                  <a:srgbClr val="FFFFFF"/>
                </a:solidFill>
              </a:defRPr>
            </a:lvl5pPr>
            <a:lvl6pPr>
              <a:defRPr sz="3900" b="1">
                <a:solidFill>
                  <a:srgbClr val="FFFFFF"/>
                </a:solidFill>
              </a:defRPr>
            </a:lvl6pPr>
            <a:lvl7pPr>
              <a:defRPr sz="3900" b="1">
                <a:solidFill>
                  <a:srgbClr val="FFFFFF"/>
                </a:solidFill>
              </a:defRPr>
            </a:lvl7pPr>
            <a:lvl8pPr>
              <a:defRPr sz="3900" b="1">
                <a:solidFill>
                  <a:srgbClr val="FFFFFF"/>
                </a:solidFill>
              </a:defRPr>
            </a:lvl8pPr>
            <a:lvl9pPr>
              <a:defRPr sz="3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Пилот для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свободного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времени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в Астане.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F5140-A18C-4E56-B5DA-677A681A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9C0BD"/>
                </a:solidFill>
              </a:defRPr>
            </a:defPPr>
            <a:lvl1pPr>
              <a:defRPr sz="1200" b="0">
                <a:solidFill>
                  <a:srgbClr val="B9C0BD"/>
                </a:solidFill>
              </a:defRPr>
            </a:lvl1pPr>
            <a:lvl2pPr>
              <a:defRPr sz="1200" b="0">
                <a:solidFill>
                  <a:srgbClr val="B9C0BD"/>
                </a:solidFill>
              </a:defRPr>
            </a:lvl2pPr>
            <a:lvl3pPr>
              <a:defRPr sz="1200" b="0">
                <a:solidFill>
                  <a:srgbClr val="B9C0BD"/>
                </a:solidFill>
              </a:defRPr>
            </a:lvl3pPr>
            <a:lvl4pPr>
              <a:defRPr sz="1200" b="0">
                <a:solidFill>
                  <a:srgbClr val="B9C0BD"/>
                </a:solidFill>
              </a:defRPr>
            </a:lvl4pPr>
            <a:lvl5pPr>
              <a:defRPr sz="1200" b="0">
                <a:solidFill>
                  <a:srgbClr val="B9C0BD"/>
                </a:solidFill>
              </a:defRPr>
            </a:lvl5pPr>
            <a:lvl6pPr>
              <a:defRPr sz="1200" b="0">
                <a:solidFill>
                  <a:srgbClr val="B9C0BD"/>
                </a:solidFill>
              </a:defRPr>
            </a:lvl6pPr>
            <a:lvl7pPr>
              <a:defRPr sz="1200" b="0">
                <a:solidFill>
                  <a:srgbClr val="B9C0BD"/>
                </a:solidFill>
              </a:defRPr>
            </a:lvl7pPr>
            <a:lvl8pPr>
              <a:defRPr sz="1200" b="0">
                <a:solidFill>
                  <a:srgbClr val="B9C0BD"/>
                </a:solidFill>
              </a:defRPr>
            </a:lvl8pPr>
            <a:lvl9pPr>
              <a:defRPr sz="1200" b="0">
                <a:solidFill>
                  <a:srgbClr val="B9C0BD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9C0BD"/>
                </a:solidFill>
              </a:defRPr>
            </a:pPr>
            <a:r>
              <a:rPr sz="1200" b="0">
                <a:solidFill>
                  <a:srgbClr val="B9C0BD"/>
                </a:solidFill>
              </a:rPr>
              <a:t>80 POI из OpenStreetMap и отдельный snapshot событий с прямыми ссылками на издателей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28613-51DB-443E-B0CD-2AC2263B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FFFFFF"/>
                </a:solidFill>
              </a:defRPr>
            </a:defPPr>
            <a:lvl1pPr algn="r">
              <a:defRPr sz="900" b="1">
                <a:solidFill>
                  <a:srgbClr val="FFFFFF"/>
                </a:solidFill>
              </a:defRPr>
            </a:lvl1pPr>
            <a:lvl2pPr algn="r">
              <a:defRPr sz="900" b="1">
                <a:solidFill>
                  <a:srgbClr val="FFFFFF"/>
                </a:solidFill>
              </a:defRPr>
            </a:lvl2pPr>
            <a:lvl3pPr algn="r">
              <a:defRPr sz="900" b="1">
                <a:solidFill>
                  <a:srgbClr val="FFFFFF"/>
                </a:solidFill>
              </a:defRPr>
            </a:lvl3pPr>
            <a:lvl4pPr algn="r">
              <a:defRPr sz="900" b="1">
                <a:solidFill>
                  <a:srgbClr val="FFFFFF"/>
                </a:solidFill>
              </a:defRPr>
            </a:lvl4pPr>
            <a:lvl5pPr algn="r">
              <a:defRPr sz="900" b="1">
                <a:solidFill>
                  <a:srgbClr val="FFFFFF"/>
                </a:solidFill>
              </a:defRPr>
            </a:lvl5pPr>
            <a:lvl6pPr algn="r">
              <a:defRPr sz="900" b="1">
                <a:solidFill>
                  <a:srgbClr val="FFFFFF"/>
                </a:solidFill>
              </a:defRPr>
            </a:lvl6pPr>
            <a:lvl7pPr algn="r">
              <a:defRPr sz="900" b="1">
                <a:solidFill>
                  <a:srgbClr val="FFFFFF"/>
                </a:solidFill>
              </a:defRPr>
            </a:lvl7pPr>
            <a:lvl8pPr algn="r">
              <a:defRPr sz="900" b="1">
                <a:solidFill>
                  <a:srgbClr val="FFFFFF"/>
                </a:solidFill>
              </a:defRPr>
            </a:lvl8pPr>
            <a:lvl9pPr algn="r">
              <a:defRPr sz="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742992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22D9FF-BD9A-4EB9-8E9D-755173C9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7F6E"/>
                </a:solidFill>
              </a:defRPr>
            </a:defPPr>
            <a:lvl1pPr>
              <a:defRPr sz="975" b="1">
                <a:solidFill>
                  <a:srgbClr val="0A7F6E"/>
                </a:solidFill>
              </a:defRPr>
            </a:lvl1pPr>
            <a:lvl2pPr>
              <a:defRPr sz="975" b="1">
                <a:solidFill>
                  <a:srgbClr val="0A7F6E"/>
                </a:solidFill>
              </a:defRPr>
            </a:lvl2pPr>
            <a:lvl3pPr>
              <a:defRPr sz="975" b="1">
                <a:solidFill>
                  <a:srgbClr val="0A7F6E"/>
                </a:solidFill>
              </a:defRPr>
            </a:lvl3pPr>
            <a:lvl4pPr>
              <a:defRPr sz="975" b="1">
                <a:solidFill>
                  <a:srgbClr val="0A7F6E"/>
                </a:solidFill>
              </a:defRPr>
            </a:lvl4pPr>
            <a:lvl5pPr>
              <a:defRPr sz="975" b="1">
                <a:solidFill>
                  <a:srgbClr val="0A7F6E"/>
                </a:solidFill>
              </a:defRPr>
            </a:lvl5pPr>
            <a:lvl6pPr>
              <a:defRPr sz="975" b="1">
                <a:solidFill>
                  <a:srgbClr val="0A7F6E"/>
                </a:solidFill>
              </a:defRPr>
            </a:lvl6pPr>
            <a:lvl7pPr>
              <a:defRPr sz="975" b="1">
                <a:solidFill>
                  <a:srgbClr val="0A7F6E"/>
                </a:solidFill>
              </a:defRPr>
            </a:lvl7pPr>
            <a:lvl8pPr>
              <a:defRPr sz="975" b="1">
                <a:solidFill>
                  <a:srgbClr val="0A7F6E"/>
                </a:solidFill>
              </a:defRPr>
            </a:lvl8pPr>
            <a:lvl9pPr>
              <a:defRPr sz="975" b="1">
                <a:solidFill>
                  <a:srgbClr val="0A7F6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7F6E"/>
                </a:solidFill>
              </a:defRPr>
            </a:pPr>
            <a:r>
              <a:rPr sz="975" b="1">
                <a:solidFill>
                  <a:srgbClr val="0A7F6E"/>
                </a:solidFill>
              </a:rPr>
              <a:t>ПЕРВЫЙ КОНТАКТ И ЗАТЕМ КАРТА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D0169-FED3-4A51-8A22-BF341757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113"/>
                </a:solidFill>
              </a:defRPr>
            </a:defPPr>
            <a:lvl1pPr>
              <a:defRPr sz="2700" b="1">
                <a:solidFill>
                  <a:srgbClr val="0F1113"/>
                </a:solidFill>
              </a:defRPr>
            </a:lvl1pPr>
            <a:lvl2pPr>
              <a:defRPr sz="2700" b="1">
                <a:solidFill>
                  <a:srgbClr val="0F1113"/>
                </a:solidFill>
              </a:defRPr>
            </a:lvl2pPr>
            <a:lvl3pPr>
              <a:defRPr sz="2700" b="1">
                <a:solidFill>
                  <a:srgbClr val="0F1113"/>
                </a:solidFill>
              </a:defRPr>
            </a:lvl3pPr>
            <a:lvl4pPr>
              <a:defRPr sz="2700" b="1">
                <a:solidFill>
                  <a:srgbClr val="0F1113"/>
                </a:solidFill>
              </a:defRPr>
            </a:lvl4pPr>
            <a:lvl5pPr>
              <a:defRPr sz="2700" b="1">
                <a:solidFill>
                  <a:srgbClr val="0F1113"/>
                </a:solidFill>
              </a:defRPr>
            </a:lvl5pPr>
            <a:lvl6pPr>
              <a:defRPr sz="2700" b="1">
                <a:solidFill>
                  <a:srgbClr val="0F1113"/>
                </a:solidFill>
              </a:defRPr>
            </a:lvl6pPr>
            <a:lvl7pPr>
              <a:defRPr sz="2700" b="1">
                <a:solidFill>
                  <a:srgbClr val="0F1113"/>
                </a:solidFill>
              </a:defRPr>
            </a:lvl7pPr>
            <a:lvl8pPr>
              <a:defRPr sz="2700" b="1">
                <a:solidFill>
                  <a:srgbClr val="0F1113"/>
                </a:solidFill>
              </a:defRPr>
            </a:lvl8pPr>
            <a:lvl9pPr>
              <a:defRPr sz="2700" b="1">
                <a:solidFill>
                  <a:srgbClr val="0F1113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F1113"/>
                </a:solidFill>
              </a:defRPr>
            </a:pPr>
            <a:r>
              <a:rPr sz="2700" b="1">
                <a:solidFill>
                  <a:srgbClr val="0F1113"/>
                </a:solidFill>
              </a:rPr>
              <a:t>15 выборов превращаются в короткий план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3C60BB-393D-4F5D-9159-D5A69D1A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2857500" cy="41719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1A1D7-2E55-4C9C-BEBF-3A15C28FC4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d698c56e3446c"/>
          <a:stretch xmlns:a="http://schemas.openxmlformats.org/drawingml/2006/main"/>
        </p:blipFill>
        <p:spPr>
          <a:xfrm xmlns:a="http://schemas.openxmlformats.org/drawingml/2006/main">
            <a:off x="1481112" y="1847850"/>
            <a:ext cx="1647877" cy="35623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4BE94-E5C3-49B1-BBF6-315C53C9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A7F6E"/>
                </a:solidFill>
              </a:defRPr>
            </a:defPPr>
            <a:lvl1pPr>
              <a:defRPr sz="1050" b="1">
                <a:solidFill>
                  <a:srgbClr val="0A7F6E"/>
                </a:solidFill>
              </a:defRPr>
            </a:lvl1pPr>
            <a:lvl2pPr>
              <a:defRPr sz="1050" b="1">
                <a:solidFill>
                  <a:srgbClr val="0A7F6E"/>
                </a:solidFill>
              </a:defRPr>
            </a:lvl2pPr>
            <a:lvl3pPr>
              <a:defRPr sz="1050" b="1">
                <a:solidFill>
                  <a:srgbClr val="0A7F6E"/>
                </a:solidFill>
              </a:defRPr>
            </a:lvl3pPr>
            <a:lvl4pPr>
              <a:defRPr sz="1050" b="1">
                <a:solidFill>
                  <a:srgbClr val="0A7F6E"/>
                </a:solidFill>
              </a:defRPr>
            </a:lvl4pPr>
            <a:lvl5pPr>
              <a:defRPr sz="1050" b="1">
                <a:solidFill>
                  <a:srgbClr val="0A7F6E"/>
                </a:solidFill>
              </a:defRPr>
            </a:lvl5pPr>
            <a:lvl6pPr>
              <a:defRPr sz="1050" b="1">
                <a:solidFill>
                  <a:srgbClr val="0A7F6E"/>
                </a:solidFill>
              </a:defRPr>
            </a:lvl6pPr>
            <a:lvl7pPr>
              <a:defRPr sz="1050" b="1">
                <a:solidFill>
                  <a:srgbClr val="0A7F6E"/>
                </a:solidFill>
              </a:defRPr>
            </a:lvl7pPr>
            <a:lvl8pPr>
              <a:defRPr sz="1050" b="1">
                <a:solidFill>
                  <a:srgbClr val="0A7F6E"/>
                </a:solidFill>
              </a:defRPr>
            </a:lvl8pPr>
            <a:lvl9pPr>
              <a:defRPr sz="1050" b="1">
                <a:solidFill>
                  <a:srgbClr val="0A7F6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A7F6E"/>
                </a:solidFill>
              </a:defRPr>
            </a:pPr>
            <a:r>
              <a:rPr sz="1050" b="1">
                <a:solidFill>
                  <a:srgbClr val="0A7F6E"/>
                </a:solidFill>
              </a:rPr>
              <a:t>01  Две минуты на контекст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590629-6527-498E-84CF-15F6CA9B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57350"/>
            <a:ext cx="2857500" cy="41719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532A2-0E3F-464F-AD4F-1996BB55B9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78867f21d340dd"/>
          <a:stretch xmlns:a="http://schemas.openxmlformats.org/drawingml/2006/main"/>
        </p:blipFill>
        <p:spPr>
          <a:xfrm xmlns:a="http://schemas.openxmlformats.org/drawingml/2006/main">
            <a:off x="4857750" y="1885950"/>
            <a:ext cx="2324100" cy="3486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171BA-3AD8-45E9-A22F-10514736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2450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A7F6E"/>
                </a:solidFill>
              </a:defRPr>
            </a:defPPr>
            <a:lvl1pPr>
              <a:defRPr sz="1050" b="1">
                <a:solidFill>
                  <a:srgbClr val="0A7F6E"/>
                </a:solidFill>
              </a:defRPr>
            </a:lvl1pPr>
            <a:lvl2pPr>
              <a:defRPr sz="1050" b="1">
                <a:solidFill>
                  <a:srgbClr val="0A7F6E"/>
                </a:solidFill>
              </a:defRPr>
            </a:lvl2pPr>
            <a:lvl3pPr>
              <a:defRPr sz="1050" b="1">
                <a:solidFill>
                  <a:srgbClr val="0A7F6E"/>
                </a:solidFill>
              </a:defRPr>
            </a:lvl3pPr>
            <a:lvl4pPr>
              <a:defRPr sz="1050" b="1">
                <a:solidFill>
                  <a:srgbClr val="0A7F6E"/>
                </a:solidFill>
              </a:defRPr>
            </a:lvl4pPr>
            <a:lvl5pPr>
              <a:defRPr sz="1050" b="1">
                <a:solidFill>
                  <a:srgbClr val="0A7F6E"/>
                </a:solidFill>
              </a:defRPr>
            </a:lvl5pPr>
            <a:lvl6pPr>
              <a:defRPr sz="1050" b="1">
                <a:solidFill>
                  <a:srgbClr val="0A7F6E"/>
                </a:solidFill>
              </a:defRPr>
            </a:lvl6pPr>
            <a:lvl7pPr>
              <a:defRPr sz="1050" b="1">
                <a:solidFill>
                  <a:srgbClr val="0A7F6E"/>
                </a:solidFill>
              </a:defRPr>
            </a:lvl7pPr>
            <a:lvl8pPr>
              <a:defRPr sz="1050" b="1">
                <a:solidFill>
                  <a:srgbClr val="0A7F6E"/>
                </a:solidFill>
              </a:defRPr>
            </a:lvl8pPr>
            <a:lvl9pPr>
              <a:defRPr sz="1050" b="1">
                <a:solidFill>
                  <a:srgbClr val="0A7F6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A7F6E"/>
                </a:solidFill>
              </a:defRPr>
            </a:pPr>
            <a:r>
              <a:rPr sz="1050" b="1">
                <a:solidFill>
                  <a:srgbClr val="0A7F6E"/>
                </a:solidFill>
              </a:rPr>
              <a:t>02  События на карте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05498E-5C0B-4315-98D2-082C3930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41719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C69A2-7CDF-4987-A099-D77FB453B3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2cf6901f9a4ca9"/>
          <a:stretch xmlns:a="http://schemas.openxmlformats.org/drawingml/2006/main"/>
        </p:blipFill>
        <p:spPr>
          <a:xfrm xmlns:a="http://schemas.openxmlformats.org/drawingml/2006/main">
            <a:off x="8912469" y="1847850"/>
            <a:ext cx="1644162" cy="35623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D950C5-AA9E-47E6-B3F3-B38A5117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2450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A7F6E"/>
                </a:solidFill>
              </a:defRPr>
            </a:defPPr>
            <a:lvl1pPr>
              <a:defRPr sz="1050" b="1">
                <a:solidFill>
                  <a:srgbClr val="0A7F6E"/>
                </a:solidFill>
              </a:defRPr>
            </a:lvl1pPr>
            <a:lvl2pPr>
              <a:defRPr sz="1050" b="1">
                <a:solidFill>
                  <a:srgbClr val="0A7F6E"/>
                </a:solidFill>
              </a:defRPr>
            </a:lvl2pPr>
            <a:lvl3pPr>
              <a:defRPr sz="1050" b="1">
                <a:solidFill>
                  <a:srgbClr val="0A7F6E"/>
                </a:solidFill>
              </a:defRPr>
            </a:lvl3pPr>
            <a:lvl4pPr>
              <a:defRPr sz="1050" b="1">
                <a:solidFill>
                  <a:srgbClr val="0A7F6E"/>
                </a:solidFill>
              </a:defRPr>
            </a:lvl4pPr>
            <a:lvl5pPr>
              <a:defRPr sz="1050" b="1">
                <a:solidFill>
                  <a:srgbClr val="0A7F6E"/>
                </a:solidFill>
              </a:defRPr>
            </a:lvl5pPr>
            <a:lvl6pPr>
              <a:defRPr sz="1050" b="1">
                <a:solidFill>
                  <a:srgbClr val="0A7F6E"/>
                </a:solidFill>
              </a:defRPr>
            </a:lvl6pPr>
            <a:lvl7pPr>
              <a:defRPr sz="1050" b="1">
                <a:solidFill>
                  <a:srgbClr val="0A7F6E"/>
                </a:solidFill>
              </a:defRPr>
            </a:lvl7pPr>
            <a:lvl8pPr>
              <a:defRPr sz="1050" b="1">
                <a:solidFill>
                  <a:srgbClr val="0A7F6E"/>
                </a:solidFill>
              </a:defRPr>
            </a:lvl8pPr>
            <a:lvl9pPr>
              <a:defRPr sz="1050" b="1">
                <a:solidFill>
                  <a:srgbClr val="0A7F6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A7F6E"/>
                </a:solidFill>
              </a:defRPr>
            </a:pPr>
            <a:r>
              <a:rPr sz="1050" b="1">
                <a:solidFill>
                  <a:srgbClr val="0A7F6E"/>
                </a:solidFill>
              </a:rPr>
              <a:t>03  План и источники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B79375-07C7-46E1-80ED-31323064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8A8D90"/>
                </a:solidFill>
              </a:defRPr>
            </a:defPPr>
            <a:lvl1pPr>
              <a:defRPr sz="750" b="1">
                <a:solidFill>
                  <a:srgbClr val="8A8D90"/>
                </a:solidFill>
              </a:defRPr>
            </a:lvl1pPr>
            <a:lvl2pPr>
              <a:defRPr sz="750" b="1">
                <a:solidFill>
                  <a:srgbClr val="8A8D90"/>
                </a:solidFill>
              </a:defRPr>
            </a:lvl2pPr>
            <a:lvl3pPr>
              <a:defRPr sz="750" b="1">
                <a:solidFill>
                  <a:srgbClr val="8A8D90"/>
                </a:solidFill>
              </a:defRPr>
            </a:lvl3pPr>
            <a:lvl4pPr>
              <a:defRPr sz="750" b="1">
                <a:solidFill>
                  <a:srgbClr val="8A8D90"/>
                </a:solidFill>
              </a:defRPr>
            </a:lvl4pPr>
            <a:lvl5pPr>
              <a:defRPr sz="750" b="1">
                <a:solidFill>
                  <a:srgbClr val="8A8D90"/>
                </a:solidFill>
              </a:defRPr>
            </a:lvl5pPr>
            <a:lvl6pPr>
              <a:defRPr sz="750" b="1">
                <a:solidFill>
                  <a:srgbClr val="8A8D90"/>
                </a:solidFill>
              </a:defRPr>
            </a:lvl6pPr>
            <a:lvl7pPr>
              <a:defRPr sz="750" b="1">
                <a:solidFill>
                  <a:srgbClr val="8A8D90"/>
                </a:solidFill>
              </a:defRPr>
            </a:lvl7pPr>
            <a:lvl8pPr>
              <a:defRPr sz="750" b="1">
                <a:solidFill>
                  <a:srgbClr val="8A8D90"/>
                </a:solidFill>
              </a:defRPr>
            </a:lvl8pPr>
            <a:lvl9pPr>
              <a:defRPr sz="750" b="1">
                <a:solidFill>
                  <a:srgbClr val="8A8D90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8A8D90"/>
                </a:solidFill>
              </a:defRPr>
            </a:pPr>
            <a:r>
              <a:rPr sz="750" b="1">
                <a:solidFill>
                  <a:srgbClr val="8A8D90"/>
                </a:solidFill>
              </a:rPr>
              <a:t>QETTYQ APP · QARAGANDY / ASTANA PILOT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3567E7-2497-41A1-8913-6716091E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0F1113"/>
                </a:solidFill>
              </a:defRPr>
            </a:defPPr>
            <a:lvl1pPr algn="r">
              <a:defRPr sz="900" b="1">
                <a:solidFill>
                  <a:srgbClr val="0F1113"/>
                </a:solidFill>
              </a:defRPr>
            </a:lvl1pPr>
            <a:lvl2pPr algn="r">
              <a:defRPr sz="900" b="1">
                <a:solidFill>
                  <a:srgbClr val="0F1113"/>
                </a:solidFill>
              </a:defRPr>
            </a:lvl2pPr>
            <a:lvl3pPr algn="r">
              <a:defRPr sz="900" b="1">
                <a:solidFill>
                  <a:srgbClr val="0F1113"/>
                </a:solidFill>
              </a:defRPr>
            </a:lvl3pPr>
            <a:lvl4pPr algn="r">
              <a:defRPr sz="900" b="1">
                <a:solidFill>
                  <a:srgbClr val="0F1113"/>
                </a:solidFill>
              </a:defRPr>
            </a:lvl4pPr>
            <a:lvl5pPr algn="r">
              <a:defRPr sz="900" b="1">
                <a:solidFill>
                  <a:srgbClr val="0F1113"/>
                </a:solidFill>
              </a:defRPr>
            </a:lvl5pPr>
            <a:lvl6pPr algn="r">
              <a:defRPr sz="900" b="1">
                <a:solidFill>
                  <a:srgbClr val="0F1113"/>
                </a:solidFill>
              </a:defRPr>
            </a:lvl6pPr>
            <a:lvl7pPr algn="r">
              <a:defRPr sz="900" b="1">
                <a:solidFill>
                  <a:srgbClr val="0F1113"/>
                </a:solidFill>
              </a:defRPr>
            </a:lvl7pPr>
            <a:lvl8pPr algn="r">
              <a:defRPr sz="900" b="1">
                <a:solidFill>
                  <a:srgbClr val="0F1113"/>
                </a:solidFill>
              </a:defRPr>
            </a:lvl8pPr>
            <a:lvl9pPr algn="r">
              <a:defRPr sz="900" b="1">
                <a:solidFill>
                  <a:srgbClr val="0F1113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0F1113"/>
                </a:solidFill>
              </a:defRPr>
            </a:pPr>
            <a:r>
              <a:rPr sz="900" b="1">
                <a:solidFill>
                  <a:srgbClr val="0F111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561433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7BECDE-334F-451D-BA32-F48691BE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7F6E"/>
                </a:solidFill>
              </a:defRPr>
            </a:defPPr>
            <a:lvl1pPr>
              <a:defRPr sz="975" b="1">
                <a:solidFill>
                  <a:srgbClr val="0A7F6E"/>
                </a:solidFill>
              </a:defRPr>
            </a:lvl1pPr>
            <a:lvl2pPr>
              <a:defRPr sz="975" b="1">
                <a:solidFill>
                  <a:srgbClr val="0A7F6E"/>
                </a:solidFill>
              </a:defRPr>
            </a:lvl2pPr>
            <a:lvl3pPr>
              <a:defRPr sz="975" b="1">
                <a:solidFill>
                  <a:srgbClr val="0A7F6E"/>
                </a:solidFill>
              </a:defRPr>
            </a:lvl3pPr>
            <a:lvl4pPr>
              <a:defRPr sz="975" b="1">
                <a:solidFill>
                  <a:srgbClr val="0A7F6E"/>
                </a:solidFill>
              </a:defRPr>
            </a:lvl4pPr>
            <a:lvl5pPr>
              <a:defRPr sz="975" b="1">
                <a:solidFill>
                  <a:srgbClr val="0A7F6E"/>
                </a:solidFill>
              </a:defRPr>
            </a:lvl5pPr>
            <a:lvl6pPr>
              <a:defRPr sz="975" b="1">
                <a:solidFill>
                  <a:srgbClr val="0A7F6E"/>
                </a:solidFill>
              </a:defRPr>
            </a:lvl6pPr>
            <a:lvl7pPr>
              <a:defRPr sz="975" b="1">
                <a:solidFill>
                  <a:srgbClr val="0A7F6E"/>
                </a:solidFill>
              </a:defRPr>
            </a:lvl7pPr>
            <a:lvl8pPr>
              <a:defRPr sz="975" b="1">
                <a:solidFill>
                  <a:srgbClr val="0A7F6E"/>
                </a:solidFill>
              </a:defRPr>
            </a:lvl8pPr>
            <a:lvl9pPr>
              <a:defRPr sz="975" b="1">
                <a:solidFill>
                  <a:srgbClr val="0A7F6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7F6E"/>
                </a:solidFill>
              </a:defRPr>
            </a:pPr>
            <a:r>
              <a:rPr sz="975" b="1">
                <a:solidFill>
                  <a:srgbClr val="0A7F6E"/>
                </a:solidFill>
              </a:rPr>
              <a:t>КАК РАБОТАЕТ ПОМОЩНИК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F8239E-61DF-4602-8B4C-5F490661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5334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>
                <a:solidFill>
                  <a:srgbClr val="0F1113"/>
                </a:solidFill>
              </a:defRPr>
            </a:defPPr>
            <a:lvl1pPr>
              <a:defRPr sz="3825" b="1">
                <a:solidFill>
                  <a:srgbClr val="0F1113"/>
                </a:solidFill>
              </a:defRPr>
            </a:lvl1pPr>
            <a:lvl2pPr>
              <a:defRPr sz="3825" b="1">
                <a:solidFill>
                  <a:srgbClr val="0F1113"/>
                </a:solidFill>
              </a:defRPr>
            </a:lvl2pPr>
            <a:lvl3pPr>
              <a:defRPr sz="3825" b="1">
                <a:solidFill>
                  <a:srgbClr val="0F1113"/>
                </a:solidFill>
              </a:defRPr>
            </a:lvl3pPr>
            <a:lvl4pPr>
              <a:defRPr sz="3825" b="1">
                <a:solidFill>
                  <a:srgbClr val="0F1113"/>
                </a:solidFill>
              </a:defRPr>
            </a:lvl4pPr>
            <a:lvl5pPr>
              <a:defRPr sz="3825" b="1">
                <a:solidFill>
                  <a:srgbClr val="0F1113"/>
                </a:solidFill>
              </a:defRPr>
            </a:lvl5pPr>
            <a:lvl6pPr>
              <a:defRPr sz="3825" b="1">
                <a:solidFill>
                  <a:srgbClr val="0F1113"/>
                </a:solidFill>
              </a:defRPr>
            </a:lvl6pPr>
            <a:lvl7pPr>
              <a:defRPr sz="3825" b="1">
                <a:solidFill>
                  <a:srgbClr val="0F1113"/>
                </a:solidFill>
              </a:defRPr>
            </a:lvl7pPr>
            <a:lvl8pPr>
              <a:defRPr sz="3825" b="1">
                <a:solidFill>
                  <a:srgbClr val="0F1113"/>
                </a:solidFill>
              </a:defRPr>
            </a:lvl8pPr>
            <a:lvl9pPr>
              <a:defRPr sz="3825" b="1">
                <a:solidFill>
                  <a:srgbClr val="0F1113"/>
                </a:solidFill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0F1113"/>
                </a:solidFill>
              </a:defRPr>
            </a:pPr>
            <a:r>
              <a:rPr sz="3825" b="1">
                <a:solidFill>
                  <a:srgbClr val="0F1113"/>
                </a:solidFill>
              </a:rPr>
              <a:t>Фильтры решают.</a:t>
            </a:r>
          </a:p>
          <a:p xmlns:a="http://schemas.openxmlformats.org/drawingml/2006/main">
            <a:pPr>
              <a:defRPr sz="3825" b="1">
                <a:solidFill>
                  <a:srgbClr val="0F1113"/>
                </a:solidFill>
              </a:defRPr>
            </a:pPr>
            <a:r>
              <a:rPr sz="3825" b="1">
                <a:solidFill>
                  <a:srgbClr val="0F1113"/>
                </a:solidFill>
              </a:rPr>
              <a:t>Модель объясняет.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630F5-6220-4C54-9B24-B1A67146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E7175"/>
                </a:solidFill>
              </a:defRPr>
            </a:defPPr>
            <a:lvl1pPr>
              <a:defRPr sz="1425" b="0">
                <a:solidFill>
                  <a:srgbClr val="6E7175"/>
                </a:solidFill>
              </a:defRPr>
            </a:lvl1pPr>
            <a:lvl2pPr>
              <a:defRPr sz="1425" b="0">
                <a:solidFill>
                  <a:srgbClr val="6E7175"/>
                </a:solidFill>
              </a:defRPr>
            </a:lvl2pPr>
            <a:lvl3pPr>
              <a:defRPr sz="1425" b="0">
                <a:solidFill>
                  <a:srgbClr val="6E7175"/>
                </a:solidFill>
              </a:defRPr>
            </a:lvl3pPr>
            <a:lvl4pPr>
              <a:defRPr sz="1425" b="0">
                <a:solidFill>
                  <a:srgbClr val="6E7175"/>
                </a:solidFill>
              </a:defRPr>
            </a:lvl4pPr>
            <a:lvl5pPr>
              <a:defRPr sz="1425" b="0">
                <a:solidFill>
                  <a:srgbClr val="6E7175"/>
                </a:solidFill>
              </a:defRPr>
            </a:lvl5pPr>
            <a:lvl6pPr>
              <a:defRPr sz="1425" b="0">
                <a:solidFill>
                  <a:srgbClr val="6E7175"/>
                </a:solidFill>
              </a:defRPr>
            </a:lvl6pPr>
            <a:lvl7pPr>
              <a:defRPr sz="1425" b="0">
                <a:solidFill>
                  <a:srgbClr val="6E7175"/>
                </a:solidFill>
              </a:defRPr>
            </a:lvl7pPr>
            <a:lvl8pPr>
              <a:defRPr sz="1425" b="0">
                <a:solidFill>
                  <a:srgbClr val="6E7175"/>
                </a:solidFill>
              </a:defRPr>
            </a:lvl8pPr>
            <a:lvl9pPr>
              <a:defRPr sz="1425" b="0">
                <a:solidFill>
                  <a:srgbClr val="6E7175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E7175"/>
                </a:solidFill>
              </a:defRPr>
            </a:pPr>
            <a:r>
              <a:rPr sz="1425" b="0">
                <a:solidFill>
                  <a:srgbClr val="6E7175"/>
                </a:solidFill>
              </a:rPr>
              <a:t>Кандидаты берутся из snapshot. Время, бюджет и дистанция проверяются кодом. Модель может только объяснить уже найденный вариант. Без ключа работает детерминированный fallback.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43F868-0EEE-4B4A-BC7D-61F6F85F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09650"/>
            <a:ext cx="44767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28D97A-7B81-4D7F-8E3A-F77CCCE6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3049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7F6E"/>
                </a:solidFill>
              </a:defRPr>
            </a:defPPr>
            <a:lvl1pPr>
              <a:defRPr sz="1200" b="1">
                <a:solidFill>
                  <a:srgbClr val="0A7F6E"/>
                </a:solidFill>
              </a:defRPr>
            </a:lvl1pPr>
            <a:lvl2pPr>
              <a:defRPr sz="1200" b="1">
                <a:solidFill>
                  <a:srgbClr val="0A7F6E"/>
                </a:solidFill>
              </a:defRPr>
            </a:lvl2pPr>
            <a:lvl3pPr>
              <a:defRPr sz="1200" b="1">
                <a:solidFill>
                  <a:srgbClr val="0A7F6E"/>
                </a:solidFill>
              </a:defRPr>
            </a:lvl3pPr>
            <a:lvl4pPr>
              <a:defRPr sz="1200" b="1">
                <a:solidFill>
                  <a:srgbClr val="0A7F6E"/>
                </a:solidFill>
              </a:defRPr>
            </a:lvl4pPr>
            <a:lvl5pPr>
              <a:defRPr sz="1200" b="1">
                <a:solidFill>
                  <a:srgbClr val="0A7F6E"/>
                </a:solidFill>
              </a:defRPr>
            </a:lvl5pPr>
            <a:lvl6pPr>
              <a:defRPr sz="1200" b="1">
                <a:solidFill>
                  <a:srgbClr val="0A7F6E"/>
                </a:solidFill>
              </a:defRPr>
            </a:lvl6pPr>
            <a:lvl7pPr>
              <a:defRPr sz="1200" b="1">
                <a:solidFill>
                  <a:srgbClr val="0A7F6E"/>
                </a:solidFill>
              </a:defRPr>
            </a:lvl7pPr>
            <a:lvl8pPr>
              <a:defRPr sz="1200" b="1">
                <a:solidFill>
                  <a:srgbClr val="0A7F6E"/>
                </a:solidFill>
              </a:defRPr>
            </a:lvl8pPr>
            <a:lvl9pPr>
              <a:defRPr sz="1200" b="1">
                <a:solidFill>
                  <a:srgbClr val="0A7F6E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7F6E"/>
                </a:solidFill>
              </a:defRPr>
            </a:pPr>
            <a:r>
              <a:rPr sz="1200" b="1">
                <a:solidFill>
                  <a:srgbClr val="0A7F6E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5D668A-A3EA-4B13-800A-97C34099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1811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F1113"/>
                </a:solidFill>
              </a:defRPr>
            </a:defPPr>
            <a:lvl1pPr>
              <a:defRPr sz="1125" b="1">
                <a:solidFill>
                  <a:srgbClr val="0F1113"/>
                </a:solidFill>
              </a:defRPr>
            </a:lvl1pPr>
            <a:lvl2pPr>
              <a:defRPr sz="1125" b="1">
                <a:solidFill>
                  <a:srgbClr val="0F1113"/>
                </a:solidFill>
              </a:defRPr>
            </a:lvl2pPr>
            <a:lvl3pPr>
              <a:defRPr sz="1125" b="1">
                <a:solidFill>
                  <a:srgbClr val="0F1113"/>
                </a:solidFill>
              </a:defRPr>
            </a:lvl3pPr>
            <a:lvl4pPr>
              <a:defRPr sz="1125" b="1">
                <a:solidFill>
                  <a:srgbClr val="0F1113"/>
                </a:solidFill>
              </a:defRPr>
            </a:lvl4pPr>
            <a:lvl5pPr>
              <a:defRPr sz="1125" b="1">
                <a:solidFill>
                  <a:srgbClr val="0F1113"/>
                </a:solidFill>
              </a:defRPr>
            </a:lvl5pPr>
            <a:lvl6pPr>
              <a:defRPr sz="1125" b="1">
                <a:solidFill>
                  <a:srgbClr val="0F1113"/>
                </a:solidFill>
              </a:defRPr>
            </a:lvl6pPr>
            <a:lvl7pPr>
              <a:defRPr sz="1125" b="1">
                <a:solidFill>
                  <a:srgbClr val="0F1113"/>
                </a:solidFill>
              </a:defRPr>
            </a:lvl7pPr>
            <a:lvl8pPr>
              <a:defRPr sz="1125" b="1">
                <a:solidFill>
                  <a:srgbClr val="0F1113"/>
                </a:solidFill>
              </a:defRPr>
            </a:lvl8pPr>
            <a:lvl9pPr>
              <a:defRPr sz="1125" b="1">
                <a:solidFill>
                  <a:srgbClr val="0F1113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F1113"/>
                </a:solidFill>
              </a:defRPr>
            </a:pPr>
            <a:r>
              <a:rPr sz="1125" b="1">
                <a:solidFill>
                  <a:srgbClr val="0F1113"/>
                </a:solidFill>
              </a:rPr>
              <a:t>КАНДИДАТЫ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8EF1E-C086-43C4-8C8B-DBEB90C6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49542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E7175"/>
                </a:solidFill>
              </a:defRPr>
            </a:defPPr>
            <a:lvl1pPr>
              <a:defRPr sz="1200" b="0">
                <a:solidFill>
                  <a:srgbClr val="6E7175"/>
                </a:solidFill>
              </a:defRPr>
            </a:lvl1pPr>
            <a:lvl2pPr>
              <a:defRPr sz="1200" b="0">
                <a:solidFill>
                  <a:srgbClr val="6E7175"/>
                </a:solidFill>
              </a:defRPr>
            </a:lvl2pPr>
            <a:lvl3pPr>
              <a:defRPr sz="1200" b="0">
                <a:solidFill>
                  <a:srgbClr val="6E7175"/>
                </a:solidFill>
              </a:defRPr>
            </a:lvl3pPr>
            <a:lvl4pPr>
              <a:defRPr sz="1200" b="0">
                <a:solidFill>
                  <a:srgbClr val="6E7175"/>
                </a:solidFill>
              </a:defRPr>
            </a:lvl4pPr>
            <a:lvl5pPr>
              <a:defRPr sz="1200" b="0">
                <a:solidFill>
                  <a:srgbClr val="6E7175"/>
                </a:solidFill>
              </a:defRPr>
            </a:lvl5pPr>
            <a:lvl6pPr>
              <a:defRPr sz="1200" b="0">
                <a:solidFill>
                  <a:srgbClr val="6E7175"/>
                </a:solidFill>
              </a:defRPr>
            </a:lvl6pPr>
            <a:lvl7pPr>
              <a:defRPr sz="1200" b="0">
                <a:solidFill>
                  <a:srgbClr val="6E7175"/>
                </a:solidFill>
              </a:defRPr>
            </a:lvl7pPr>
            <a:lvl8pPr>
              <a:defRPr sz="1200" b="0">
                <a:solidFill>
                  <a:srgbClr val="6E7175"/>
                </a:solidFill>
              </a:defRPr>
            </a:lvl8pPr>
            <a:lvl9pPr>
              <a:defRPr sz="1200" b="0">
                <a:solidFill>
                  <a:srgbClr val="6E7175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E7175"/>
                </a:solidFill>
              </a:defRPr>
            </a:pPr>
            <a:r>
              <a:rPr sz="1200" b="0">
                <a:solidFill>
                  <a:srgbClr val="6E7175"/>
                </a:solidFill>
              </a:rPr>
              <a:t>OSM и snapshot событий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7A1AC-EC7D-45B9-8010-3C8334AD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71700"/>
            <a:ext cx="44767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8BCD8A-8159-4D33-988A-A97DB98A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669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7F6E"/>
                </a:solidFill>
              </a:defRPr>
            </a:defPPr>
            <a:lvl1pPr>
              <a:defRPr sz="1200" b="1">
                <a:solidFill>
                  <a:srgbClr val="0A7F6E"/>
                </a:solidFill>
              </a:defRPr>
            </a:lvl1pPr>
            <a:lvl2pPr>
              <a:defRPr sz="1200" b="1">
                <a:solidFill>
                  <a:srgbClr val="0A7F6E"/>
                </a:solidFill>
              </a:defRPr>
            </a:lvl2pPr>
            <a:lvl3pPr>
              <a:defRPr sz="1200" b="1">
                <a:solidFill>
                  <a:srgbClr val="0A7F6E"/>
                </a:solidFill>
              </a:defRPr>
            </a:lvl3pPr>
            <a:lvl4pPr>
              <a:defRPr sz="1200" b="1">
                <a:solidFill>
                  <a:srgbClr val="0A7F6E"/>
                </a:solidFill>
              </a:defRPr>
            </a:lvl4pPr>
            <a:lvl5pPr>
              <a:defRPr sz="1200" b="1">
                <a:solidFill>
                  <a:srgbClr val="0A7F6E"/>
                </a:solidFill>
              </a:defRPr>
            </a:lvl5pPr>
            <a:lvl6pPr>
              <a:defRPr sz="1200" b="1">
                <a:solidFill>
                  <a:srgbClr val="0A7F6E"/>
                </a:solidFill>
              </a:defRPr>
            </a:lvl6pPr>
            <a:lvl7pPr>
              <a:defRPr sz="1200" b="1">
                <a:solidFill>
                  <a:srgbClr val="0A7F6E"/>
                </a:solidFill>
              </a:defRPr>
            </a:lvl7pPr>
            <a:lvl8pPr>
              <a:defRPr sz="1200" b="1">
                <a:solidFill>
                  <a:srgbClr val="0A7F6E"/>
                </a:solidFill>
              </a:defRPr>
            </a:lvl8pPr>
            <a:lvl9pPr>
              <a:defRPr sz="1200" b="1">
                <a:solidFill>
                  <a:srgbClr val="0A7F6E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7F6E"/>
                </a:solidFill>
              </a:defRPr>
            </a:pPr>
            <a:r>
              <a:rPr sz="1200" b="1">
                <a:solidFill>
                  <a:srgbClr val="0A7F6E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8746FD-C3BA-48E3-8CFD-3F40DF20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431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F1113"/>
                </a:solidFill>
              </a:defRPr>
            </a:defPPr>
            <a:lvl1pPr>
              <a:defRPr sz="1125" b="1">
                <a:solidFill>
                  <a:srgbClr val="0F1113"/>
                </a:solidFill>
              </a:defRPr>
            </a:lvl1pPr>
            <a:lvl2pPr>
              <a:defRPr sz="1125" b="1">
                <a:solidFill>
                  <a:srgbClr val="0F1113"/>
                </a:solidFill>
              </a:defRPr>
            </a:lvl2pPr>
            <a:lvl3pPr>
              <a:defRPr sz="1125" b="1">
                <a:solidFill>
                  <a:srgbClr val="0F1113"/>
                </a:solidFill>
              </a:defRPr>
            </a:lvl3pPr>
            <a:lvl4pPr>
              <a:defRPr sz="1125" b="1">
                <a:solidFill>
                  <a:srgbClr val="0F1113"/>
                </a:solidFill>
              </a:defRPr>
            </a:lvl4pPr>
            <a:lvl5pPr>
              <a:defRPr sz="1125" b="1">
                <a:solidFill>
                  <a:srgbClr val="0F1113"/>
                </a:solidFill>
              </a:defRPr>
            </a:lvl5pPr>
            <a:lvl6pPr>
              <a:defRPr sz="1125" b="1">
                <a:solidFill>
                  <a:srgbClr val="0F1113"/>
                </a:solidFill>
              </a:defRPr>
            </a:lvl6pPr>
            <a:lvl7pPr>
              <a:defRPr sz="1125" b="1">
                <a:solidFill>
                  <a:srgbClr val="0F1113"/>
                </a:solidFill>
              </a:defRPr>
            </a:lvl7pPr>
            <a:lvl8pPr>
              <a:defRPr sz="1125" b="1">
                <a:solidFill>
                  <a:srgbClr val="0F1113"/>
                </a:solidFill>
              </a:defRPr>
            </a:lvl8pPr>
            <a:lvl9pPr>
              <a:defRPr sz="1125" b="1">
                <a:solidFill>
                  <a:srgbClr val="0F1113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F1113"/>
                </a:solidFill>
              </a:defRPr>
            </a:pPr>
            <a:r>
              <a:rPr sz="1125" b="1">
                <a:solidFill>
                  <a:srgbClr val="0F1113"/>
                </a:solidFill>
              </a:rPr>
              <a:t>ОГРАНИЧЕНИЯ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C5E071-5D18-4752-A07C-4F8E1CD2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5747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E7175"/>
                </a:solidFill>
              </a:defRPr>
            </a:defPPr>
            <a:lvl1pPr>
              <a:defRPr sz="1200" b="0">
                <a:solidFill>
                  <a:srgbClr val="6E7175"/>
                </a:solidFill>
              </a:defRPr>
            </a:lvl1pPr>
            <a:lvl2pPr>
              <a:defRPr sz="1200" b="0">
                <a:solidFill>
                  <a:srgbClr val="6E7175"/>
                </a:solidFill>
              </a:defRPr>
            </a:lvl2pPr>
            <a:lvl3pPr>
              <a:defRPr sz="1200" b="0">
                <a:solidFill>
                  <a:srgbClr val="6E7175"/>
                </a:solidFill>
              </a:defRPr>
            </a:lvl3pPr>
            <a:lvl4pPr>
              <a:defRPr sz="1200" b="0">
                <a:solidFill>
                  <a:srgbClr val="6E7175"/>
                </a:solidFill>
              </a:defRPr>
            </a:lvl4pPr>
            <a:lvl5pPr>
              <a:defRPr sz="1200" b="0">
                <a:solidFill>
                  <a:srgbClr val="6E7175"/>
                </a:solidFill>
              </a:defRPr>
            </a:lvl5pPr>
            <a:lvl6pPr>
              <a:defRPr sz="1200" b="0">
                <a:solidFill>
                  <a:srgbClr val="6E7175"/>
                </a:solidFill>
              </a:defRPr>
            </a:lvl6pPr>
            <a:lvl7pPr>
              <a:defRPr sz="1200" b="0">
                <a:solidFill>
                  <a:srgbClr val="6E7175"/>
                </a:solidFill>
              </a:defRPr>
            </a:lvl7pPr>
            <a:lvl8pPr>
              <a:defRPr sz="1200" b="0">
                <a:solidFill>
                  <a:srgbClr val="6E7175"/>
                </a:solidFill>
              </a:defRPr>
            </a:lvl8pPr>
            <a:lvl9pPr>
              <a:defRPr sz="1200" b="0">
                <a:solidFill>
                  <a:srgbClr val="6E7175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E7175"/>
                </a:solidFill>
              </a:defRPr>
            </a:pPr>
            <a:r>
              <a:rPr sz="1200" b="0">
                <a:solidFill>
                  <a:srgbClr val="6E7175"/>
                </a:solidFill>
              </a:rPr>
              <a:t>время, бюджет, расстояние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EF0F2E-F2BF-486F-809A-01944880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3750"/>
            <a:ext cx="44767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F4877C-497B-4425-8221-15977863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290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7F6E"/>
                </a:solidFill>
              </a:defRPr>
            </a:defPPr>
            <a:lvl1pPr>
              <a:defRPr sz="1200" b="1">
                <a:solidFill>
                  <a:srgbClr val="0A7F6E"/>
                </a:solidFill>
              </a:defRPr>
            </a:lvl1pPr>
            <a:lvl2pPr>
              <a:defRPr sz="1200" b="1">
                <a:solidFill>
                  <a:srgbClr val="0A7F6E"/>
                </a:solidFill>
              </a:defRPr>
            </a:lvl2pPr>
            <a:lvl3pPr>
              <a:defRPr sz="1200" b="1">
                <a:solidFill>
                  <a:srgbClr val="0A7F6E"/>
                </a:solidFill>
              </a:defRPr>
            </a:lvl3pPr>
            <a:lvl4pPr>
              <a:defRPr sz="1200" b="1">
                <a:solidFill>
                  <a:srgbClr val="0A7F6E"/>
                </a:solidFill>
              </a:defRPr>
            </a:lvl4pPr>
            <a:lvl5pPr>
              <a:defRPr sz="1200" b="1">
                <a:solidFill>
                  <a:srgbClr val="0A7F6E"/>
                </a:solidFill>
              </a:defRPr>
            </a:lvl5pPr>
            <a:lvl6pPr>
              <a:defRPr sz="1200" b="1">
                <a:solidFill>
                  <a:srgbClr val="0A7F6E"/>
                </a:solidFill>
              </a:defRPr>
            </a:lvl6pPr>
            <a:lvl7pPr>
              <a:defRPr sz="1200" b="1">
                <a:solidFill>
                  <a:srgbClr val="0A7F6E"/>
                </a:solidFill>
              </a:defRPr>
            </a:lvl7pPr>
            <a:lvl8pPr>
              <a:defRPr sz="1200" b="1">
                <a:solidFill>
                  <a:srgbClr val="0A7F6E"/>
                </a:solidFill>
              </a:defRPr>
            </a:lvl8pPr>
            <a:lvl9pPr>
              <a:defRPr sz="1200" b="1">
                <a:solidFill>
                  <a:srgbClr val="0A7F6E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7F6E"/>
                </a:solidFill>
              </a:defRPr>
            </a:pPr>
            <a:r>
              <a:rPr sz="1200" b="1">
                <a:solidFill>
                  <a:srgbClr val="0A7F6E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B4EF70-2BF9-405B-B531-438BB264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052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F1113"/>
                </a:solidFill>
              </a:defRPr>
            </a:defPPr>
            <a:lvl1pPr>
              <a:defRPr sz="1125" b="1">
                <a:solidFill>
                  <a:srgbClr val="0F1113"/>
                </a:solidFill>
              </a:defRPr>
            </a:lvl1pPr>
            <a:lvl2pPr>
              <a:defRPr sz="1125" b="1">
                <a:solidFill>
                  <a:srgbClr val="0F1113"/>
                </a:solidFill>
              </a:defRPr>
            </a:lvl2pPr>
            <a:lvl3pPr>
              <a:defRPr sz="1125" b="1">
                <a:solidFill>
                  <a:srgbClr val="0F1113"/>
                </a:solidFill>
              </a:defRPr>
            </a:lvl3pPr>
            <a:lvl4pPr>
              <a:defRPr sz="1125" b="1">
                <a:solidFill>
                  <a:srgbClr val="0F1113"/>
                </a:solidFill>
              </a:defRPr>
            </a:lvl4pPr>
            <a:lvl5pPr>
              <a:defRPr sz="1125" b="1">
                <a:solidFill>
                  <a:srgbClr val="0F1113"/>
                </a:solidFill>
              </a:defRPr>
            </a:lvl5pPr>
            <a:lvl6pPr>
              <a:defRPr sz="1125" b="1">
                <a:solidFill>
                  <a:srgbClr val="0F1113"/>
                </a:solidFill>
              </a:defRPr>
            </a:lvl6pPr>
            <a:lvl7pPr>
              <a:defRPr sz="1125" b="1">
                <a:solidFill>
                  <a:srgbClr val="0F1113"/>
                </a:solidFill>
              </a:defRPr>
            </a:lvl7pPr>
            <a:lvl8pPr>
              <a:defRPr sz="1125" b="1">
                <a:solidFill>
                  <a:srgbClr val="0F1113"/>
                </a:solidFill>
              </a:defRPr>
            </a:lvl8pPr>
            <a:lvl9pPr>
              <a:defRPr sz="1125" b="1">
                <a:solidFill>
                  <a:srgbClr val="0F1113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F1113"/>
                </a:solidFill>
              </a:defRPr>
            </a:pPr>
            <a:r>
              <a:rPr sz="1125" b="1">
                <a:solidFill>
                  <a:srgbClr val="0F1113"/>
                </a:solidFill>
              </a:rPr>
              <a:t>РАНЖИРОВАНИЕ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6E8363-BD46-486D-9EA1-8D48AC2A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1952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E7175"/>
                </a:solidFill>
              </a:defRPr>
            </a:defPPr>
            <a:lvl1pPr>
              <a:defRPr sz="1200" b="0">
                <a:solidFill>
                  <a:srgbClr val="6E7175"/>
                </a:solidFill>
              </a:defRPr>
            </a:lvl1pPr>
            <a:lvl2pPr>
              <a:defRPr sz="1200" b="0">
                <a:solidFill>
                  <a:srgbClr val="6E7175"/>
                </a:solidFill>
              </a:defRPr>
            </a:lvl2pPr>
            <a:lvl3pPr>
              <a:defRPr sz="1200" b="0">
                <a:solidFill>
                  <a:srgbClr val="6E7175"/>
                </a:solidFill>
              </a:defRPr>
            </a:lvl3pPr>
            <a:lvl4pPr>
              <a:defRPr sz="1200" b="0">
                <a:solidFill>
                  <a:srgbClr val="6E7175"/>
                </a:solidFill>
              </a:defRPr>
            </a:lvl4pPr>
            <a:lvl5pPr>
              <a:defRPr sz="1200" b="0">
                <a:solidFill>
                  <a:srgbClr val="6E7175"/>
                </a:solidFill>
              </a:defRPr>
            </a:lvl5pPr>
            <a:lvl6pPr>
              <a:defRPr sz="1200" b="0">
                <a:solidFill>
                  <a:srgbClr val="6E7175"/>
                </a:solidFill>
              </a:defRPr>
            </a:lvl6pPr>
            <a:lvl7pPr>
              <a:defRPr sz="1200" b="0">
                <a:solidFill>
                  <a:srgbClr val="6E7175"/>
                </a:solidFill>
              </a:defRPr>
            </a:lvl7pPr>
            <a:lvl8pPr>
              <a:defRPr sz="1200" b="0">
                <a:solidFill>
                  <a:srgbClr val="6E7175"/>
                </a:solidFill>
              </a:defRPr>
            </a:lvl8pPr>
            <a:lvl9pPr>
              <a:defRPr sz="1200" b="0">
                <a:solidFill>
                  <a:srgbClr val="6E7175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E7175"/>
                </a:solidFill>
              </a:defRPr>
            </a:pPr>
            <a:r>
              <a:rPr sz="1200" b="0">
                <a:solidFill>
                  <a:srgbClr val="6E7175"/>
                </a:solidFill>
              </a:rPr>
              <a:t>интересы и выполнимость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0C6343-3448-4B46-96B8-B2D07BE9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95800"/>
            <a:ext cx="44767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F5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D25461-FBAA-4F24-8D65-91D20BDC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7910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7F6E"/>
                </a:solidFill>
              </a:defRPr>
            </a:defPPr>
            <a:lvl1pPr>
              <a:defRPr sz="1200" b="1">
                <a:solidFill>
                  <a:srgbClr val="0A7F6E"/>
                </a:solidFill>
              </a:defRPr>
            </a:lvl1pPr>
            <a:lvl2pPr>
              <a:defRPr sz="1200" b="1">
                <a:solidFill>
                  <a:srgbClr val="0A7F6E"/>
                </a:solidFill>
              </a:defRPr>
            </a:lvl2pPr>
            <a:lvl3pPr>
              <a:defRPr sz="1200" b="1">
                <a:solidFill>
                  <a:srgbClr val="0A7F6E"/>
                </a:solidFill>
              </a:defRPr>
            </a:lvl3pPr>
            <a:lvl4pPr>
              <a:defRPr sz="1200" b="1">
                <a:solidFill>
                  <a:srgbClr val="0A7F6E"/>
                </a:solidFill>
              </a:defRPr>
            </a:lvl4pPr>
            <a:lvl5pPr>
              <a:defRPr sz="1200" b="1">
                <a:solidFill>
                  <a:srgbClr val="0A7F6E"/>
                </a:solidFill>
              </a:defRPr>
            </a:lvl5pPr>
            <a:lvl6pPr>
              <a:defRPr sz="1200" b="1">
                <a:solidFill>
                  <a:srgbClr val="0A7F6E"/>
                </a:solidFill>
              </a:defRPr>
            </a:lvl6pPr>
            <a:lvl7pPr>
              <a:defRPr sz="1200" b="1">
                <a:solidFill>
                  <a:srgbClr val="0A7F6E"/>
                </a:solidFill>
              </a:defRPr>
            </a:lvl7pPr>
            <a:lvl8pPr>
              <a:defRPr sz="1200" b="1">
                <a:solidFill>
                  <a:srgbClr val="0A7F6E"/>
                </a:solidFill>
              </a:defRPr>
            </a:lvl8pPr>
            <a:lvl9pPr>
              <a:defRPr sz="1200" b="1">
                <a:solidFill>
                  <a:srgbClr val="0A7F6E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7F6E"/>
                </a:solidFill>
              </a:defRPr>
            </a:pPr>
            <a:r>
              <a:rPr sz="1200" b="1">
                <a:solidFill>
                  <a:srgbClr val="0A7F6E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A2508A-4304-4FEB-922A-192C1F86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672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F1113"/>
                </a:solidFill>
              </a:defRPr>
            </a:defPPr>
            <a:lvl1pPr>
              <a:defRPr sz="1125" b="1">
                <a:solidFill>
                  <a:srgbClr val="0F1113"/>
                </a:solidFill>
              </a:defRPr>
            </a:lvl1pPr>
            <a:lvl2pPr>
              <a:defRPr sz="1125" b="1">
                <a:solidFill>
                  <a:srgbClr val="0F1113"/>
                </a:solidFill>
              </a:defRPr>
            </a:lvl2pPr>
            <a:lvl3pPr>
              <a:defRPr sz="1125" b="1">
                <a:solidFill>
                  <a:srgbClr val="0F1113"/>
                </a:solidFill>
              </a:defRPr>
            </a:lvl3pPr>
            <a:lvl4pPr>
              <a:defRPr sz="1125" b="1">
                <a:solidFill>
                  <a:srgbClr val="0F1113"/>
                </a:solidFill>
              </a:defRPr>
            </a:lvl4pPr>
            <a:lvl5pPr>
              <a:defRPr sz="1125" b="1">
                <a:solidFill>
                  <a:srgbClr val="0F1113"/>
                </a:solidFill>
              </a:defRPr>
            </a:lvl5pPr>
            <a:lvl6pPr>
              <a:defRPr sz="1125" b="1">
                <a:solidFill>
                  <a:srgbClr val="0F1113"/>
                </a:solidFill>
              </a:defRPr>
            </a:lvl6pPr>
            <a:lvl7pPr>
              <a:defRPr sz="1125" b="1">
                <a:solidFill>
                  <a:srgbClr val="0F1113"/>
                </a:solidFill>
              </a:defRPr>
            </a:lvl7pPr>
            <a:lvl8pPr>
              <a:defRPr sz="1125" b="1">
                <a:solidFill>
                  <a:srgbClr val="0F1113"/>
                </a:solidFill>
              </a:defRPr>
            </a:lvl8pPr>
            <a:lvl9pPr>
              <a:defRPr sz="1125" b="1">
                <a:solidFill>
                  <a:srgbClr val="0F1113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F1113"/>
                </a:solidFill>
              </a:defRPr>
            </a:pPr>
            <a:r>
              <a:rPr sz="1125" b="1">
                <a:solidFill>
                  <a:srgbClr val="0F1113"/>
                </a:solidFill>
              </a:rPr>
              <a:t>ОБЪЯСНЕНИЕ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289E21-E50D-4203-801F-BDF29CCC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8157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E7175"/>
                </a:solidFill>
              </a:defRPr>
            </a:defPPr>
            <a:lvl1pPr>
              <a:defRPr sz="1200" b="0">
                <a:solidFill>
                  <a:srgbClr val="6E7175"/>
                </a:solidFill>
              </a:defRPr>
            </a:lvl1pPr>
            <a:lvl2pPr>
              <a:defRPr sz="1200" b="0">
                <a:solidFill>
                  <a:srgbClr val="6E7175"/>
                </a:solidFill>
              </a:defRPr>
            </a:lvl2pPr>
            <a:lvl3pPr>
              <a:defRPr sz="1200" b="0">
                <a:solidFill>
                  <a:srgbClr val="6E7175"/>
                </a:solidFill>
              </a:defRPr>
            </a:lvl3pPr>
            <a:lvl4pPr>
              <a:defRPr sz="1200" b="0">
                <a:solidFill>
                  <a:srgbClr val="6E7175"/>
                </a:solidFill>
              </a:defRPr>
            </a:lvl4pPr>
            <a:lvl5pPr>
              <a:defRPr sz="1200" b="0">
                <a:solidFill>
                  <a:srgbClr val="6E7175"/>
                </a:solidFill>
              </a:defRPr>
            </a:lvl5pPr>
            <a:lvl6pPr>
              <a:defRPr sz="1200" b="0">
                <a:solidFill>
                  <a:srgbClr val="6E7175"/>
                </a:solidFill>
              </a:defRPr>
            </a:lvl6pPr>
            <a:lvl7pPr>
              <a:defRPr sz="1200" b="0">
                <a:solidFill>
                  <a:srgbClr val="6E7175"/>
                </a:solidFill>
              </a:defRPr>
            </a:lvl7pPr>
            <a:lvl8pPr>
              <a:defRPr sz="1200" b="0">
                <a:solidFill>
                  <a:srgbClr val="6E7175"/>
                </a:solidFill>
              </a:defRPr>
            </a:lvl8pPr>
            <a:lvl9pPr>
              <a:defRPr sz="1200" b="0">
                <a:solidFill>
                  <a:srgbClr val="6E7175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E7175"/>
                </a:solidFill>
              </a:defRPr>
            </a:pPr>
            <a:r>
              <a:rPr sz="1200" b="0">
                <a:solidFill>
                  <a:srgbClr val="6E7175"/>
                </a:solidFill>
              </a:rPr>
              <a:t>только по данным кандидата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EE947D-7B68-4000-BC8A-7EF30A58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8A8D90"/>
                </a:solidFill>
              </a:defRPr>
            </a:defPPr>
            <a:lvl1pPr>
              <a:defRPr sz="750" b="1">
                <a:solidFill>
                  <a:srgbClr val="8A8D90"/>
                </a:solidFill>
              </a:defRPr>
            </a:lvl1pPr>
            <a:lvl2pPr>
              <a:defRPr sz="750" b="1">
                <a:solidFill>
                  <a:srgbClr val="8A8D90"/>
                </a:solidFill>
              </a:defRPr>
            </a:lvl2pPr>
            <a:lvl3pPr>
              <a:defRPr sz="750" b="1">
                <a:solidFill>
                  <a:srgbClr val="8A8D90"/>
                </a:solidFill>
              </a:defRPr>
            </a:lvl3pPr>
            <a:lvl4pPr>
              <a:defRPr sz="750" b="1">
                <a:solidFill>
                  <a:srgbClr val="8A8D90"/>
                </a:solidFill>
              </a:defRPr>
            </a:lvl4pPr>
            <a:lvl5pPr>
              <a:defRPr sz="750" b="1">
                <a:solidFill>
                  <a:srgbClr val="8A8D90"/>
                </a:solidFill>
              </a:defRPr>
            </a:lvl5pPr>
            <a:lvl6pPr>
              <a:defRPr sz="750" b="1">
                <a:solidFill>
                  <a:srgbClr val="8A8D90"/>
                </a:solidFill>
              </a:defRPr>
            </a:lvl6pPr>
            <a:lvl7pPr>
              <a:defRPr sz="750" b="1">
                <a:solidFill>
                  <a:srgbClr val="8A8D90"/>
                </a:solidFill>
              </a:defRPr>
            </a:lvl7pPr>
            <a:lvl8pPr>
              <a:defRPr sz="750" b="1">
                <a:solidFill>
                  <a:srgbClr val="8A8D90"/>
                </a:solidFill>
              </a:defRPr>
            </a:lvl8pPr>
            <a:lvl9pPr>
              <a:defRPr sz="750" b="1">
                <a:solidFill>
                  <a:srgbClr val="8A8D90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8A8D90"/>
                </a:solidFill>
              </a:defRPr>
            </a:pPr>
            <a:r>
              <a:rPr sz="750" b="1">
                <a:solidFill>
                  <a:srgbClr val="8A8D90"/>
                </a:solidFill>
              </a:rPr>
              <a:t>QETTYQ APP · QARAGANDY / ASTANA PILOT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965CEA-A485-4488-9106-68B48E43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0F1113"/>
                </a:solidFill>
              </a:defRPr>
            </a:defPPr>
            <a:lvl1pPr algn="r">
              <a:defRPr sz="900" b="1">
                <a:solidFill>
                  <a:srgbClr val="0F1113"/>
                </a:solidFill>
              </a:defRPr>
            </a:lvl1pPr>
            <a:lvl2pPr algn="r">
              <a:defRPr sz="900" b="1">
                <a:solidFill>
                  <a:srgbClr val="0F1113"/>
                </a:solidFill>
              </a:defRPr>
            </a:lvl2pPr>
            <a:lvl3pPr algn="r">
              <a:defRPr sz="900" b="1">
                <a:solidFill>
                  <a:srgbClr val="0F1113"/>
                </a:solidFill>
              </a:defRPr>
            </a:lvl3pPr>
            <a:lvl4pPr algn="r">
              <a:defRPr sz="900" b="1">
                <a:solidFill>
                  <a:srgbClr val="0F1113"/>
                </a:solidFill>
              </a:defRPr>
            </a:lvl4pPr>
            <a:lvl5pPr algn="r">
              <a:defRPr sz="900" b="1">
                <a:solidFill>
                  <a:srgbClr val="0F1113"/>
                </a:solidFill>
              </a:defRPr>
            </a:lvl5pPr>
            <a:lvl6pPr algn="r">
              <a:defRPr sz="900" b="1">
                <a:solidFill>
                  <a:srgbClr val="0F1113"/>
                </a:solidFill>
              </a:defRPr>
            </a:lvl6pPr>
            <a:lvl7pPr algn="r">
              <a:defRPr sz="900" b="1">
                <a:solidFill>
                  <a:srgbClr val="0F1113"/>
                </a:solidFill>
              </a:defRPr>
            </a:lvl7pPr>
            <a:lvl8pPr algn="r">
              <a:defRPr sz="900" b="1">
                <a:solidFill>
                  <a:srgbClr val="0F1113"/>
                </a:solidFill>
              </a:defRPr>
            </a:lvl8pPr>
            <a:lvl9pPr algn="r">
              <a:defRPr sz="900" b="1">
                <a:solidFill>
                  <a:srgbClr val="0F1113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0F1113"/>
                </a:solidFill>
              </a:defRPr>
            </a:pPr>
            <a:r>
              <a:rPr sz="900" b="1">
                <a:solidFill>
                  <a:srgbClr val="0F111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428965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C280B9-B219-4F83-B44B-40563E90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C9F46B"/>
                </a:solidFill>
              </a:defRPr>
            </a:defPPr>
            <a:lvl1pPr>
              <a:defRPr sz="975" b="1">
                <a:solidFill>
                  <a:srgbClr val="C9F46B"/>
                </a:solidFill>
              </a:defRPr>
            </a:lvl1pPr>
            <a:lvl2pPr>
              <a:defRPr sz="975" b="1">
                <a:solidFill>
                  <a:srgbClr val="C9F46B"/>
                </a:solidFill>
              </a:defRPr>
            </a:lvl2pPr>
            <a:lvl3pPr>
              <a:defRPr sz="975" b="1">
                <a:solidFill>
                  <a:srgbClr val="C9F46B"/>
                </a:solidFill>
              </a:defRPr>
            </a:lvl3pPr>
            <a:lvl4pPr>
              <a:defRPr sz="975" b="1">
                <a:solidFill>
                  <a:srgbClr val="C9F46B"/>
                </a:solidFill>
              </a:defRPr>
            </a:lvl4pPr>
            <a:lvl5pPr>
              <a:defRPr sz="975" b="1">
                <a:solidFill>
                  <a:srgbClr val="C9F46B"/>
                </a:solidFill>
              </a:defRPr>
            </a:lvl5pPr>
            <a:lvl6pPr>
              <a:defRPr sz="975" b="1">
                <a:solidFill>
                  <a:srgbClr val="C9F46B"/>
                </a:solidFill>
              </a:defRPr>
            </a:lvl6pPr>
            <a:lvl7pPr>
              <a:defRPr sz="975" b="1">
                <a:solidFill>
                  <a:srgbClr val="C9F46B"/>
                </a:solidFill>
              </a:defRPr>
            </a:lvl7pPr>
            <a:lvl8pPr>
              <a:defRPr sz="975" b="1">
                <a:solidFill>
                  <a:srgbClr val="C9F46B"/>
                </a:solidFill>
              </a:defRPr>
            </a:lvl8pPr>
            <a:lvl9pPr>
              <a:defRPr sz="975" b="1">
                <a:solidFill>
                  <a:srgbClr val="C9F46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C9F46B"/>
                </a:solidFill>
              </a:defRPr>
            </a:pPr>
            <a:r>
              <a:rPr sz="975" b="1">
                <a:solidFill>
                  <a:srgbClr val="C9F46B"/>
                </a:solidFill>
              </a:rPr>
              <a:t>ДОВЕРИЕ / ЭТИКА И ПРИВАТНОСТЬ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4335E-C75B-41E2-B771-B22B5296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571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FFFFFF"/>
                </a:solidFill>
              </a:defRPr>
            </a:defPPr>
            <a:lvl1pPr>
              <a:defRPr sz="4200" b="1">
                <a:solidFill>
                  <a:srgbClr val="FFFFFF"/>
                </a:solidFill>
              </a:defRPr>
            </a:lvl1pPr>
            <a:lvl2pPr>
              <a:defRPr sz="4200" b="1">
                <a:solidFill>
                  <a:srgbClr val="FFFFFF"/>
                </a:solidFill>
              </a:defRPr>
            </a:lvl2pPr>
            <a:lvl3pPr>
              <a:defRPr sz="4200" b="1">
                <a:solidFill>
                  <a:srgbClr val="FFFFFF"/>
                </a:solidFill>
              </a:defRPr>
            </a:lvl3pPr>
            <a:lvl4pPr>
              <a:defRPr sz="4200" b="1">
                <a:solidFill>
                  <a:srgbClr val="FFFFFF"/>
                </a:solidFill>
              </a:defRPr>
            </a:lvl4pPr>
            <a:lvl5pPr>
              <a:defRPr sz="4200" b="1">
                <a:solidFill>
                  <a:srgbClr val="FFFFFF"/>
                </a:solidFill>
              </a:defRPr>
            </a:lvl5pPr>
            <a:lvl6pPr>
              <a:defRPr sz="4200" b="1">
                <a:solidFill>
                  <a:srgbClr val="FFFFFF"/>
                </a:solidFill>
              </a:defRPr>
            </a:lvl6pPr>
            <a:lvl7pPr>
              <a:defRPr sz="4200" b="1">
                <a:solidFill>
                  <a:srgbClr val="FFFFFF"/>
                </a:solidFill>
              </a:defRPr>
            </a:lvl7pPr>
            <a:lvl8pPr>
              <a:defRPr sz="4200" b="1">
                <a:solidFill>
                  <a:srgbClr val="FFFFFF"/>
                </a:solidFill>
              </a:defRPr>
            </a:lvl8pPr>
            <a:lvl9pPr>
              <a:defRPr sz="4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Не знаем —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так и говорим.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9C3828-45F6-4519-8090-513159D5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3371850" cy="18859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8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6639E-C653-49D0-8D5A-92151F19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714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C9F46B"/>
                </a:solidFill>
              </a:defRPr>
            </a:defPPr>
            <a:lvl1pPr>
              <a:defRPr sz="1050" b="1">
                <a:solidFill>
                  <a:srgbClr val="C9F46B"/>
                </a:solidFill>
              </a:defRPr>
            </a:lvl1pPr>
            <a:lvl2pPr>
              <a:defRPr sz="1050" b="1">
                <a:solidFill>
                  <a:srgbClr val="C9F46B"/>
                </a:solidFill>
              </a:defRPr>
            </a:lvl2pPr>
            <a:lvl3pPr>
              <a:defRPr sz="1050" b="1">
                <a:solidFill>
                  <a:srgbClr val="C9F46B"/>
                </a:solidFill>
              </a:defRPr>
            </a:lvl3pPr>
            <a:lvl4pPr>
              <a:defRPr sz="1050" b="1">
                <a:solidFill>
                  <a:srgbClr val="C9F46B"/>
                </a:solidFill>
              </a:defRPr>
            </a:lvl4pPr>
            <a:lvl5pPr>
              <a:defRPr sz="1050" b="1">
                <a:solidFill>
                  <a:srgbClr val="C9F46B"/>
                </a:solidFill>
              </a:defRPr>
            </a:lvl5pPr>
            <a:lvl6pPr>
              <a:defRPr sz="1050" b="1">
                <a:solidFill>
                  <a:srgbClr val="C9F46B"/>
                </a:solidFill>
              </a:defRPr>
            </a:lvl6pPr>
            <a:lvl7pPr>
              <a:defRPr sz="1050" b="1">
                <a:solidFill>
                  <a:srgbClr val="C9F46B"/>
                </a:solidFill>
              </a:defRPr>
            </a:lvl7pPr>
            <a:lvl8pPr>
              <a:defRPr sz="1050" b="1">
                <a:solidFill>
                  <a:srgbClr val="C9F46B"/>
                </a:solidFill>
              </a:defRPr>
            </a:lvl8pPr>
            <a:lvl9pPr>
              <a:defRPr sz="1050" b="1">
                <a:solidFill>
                  <a:srgbClr val="C9F46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C9F46B"/>
                </a:solidFill>
              </a:defRPr>
            </a:pPr>
            <a:r>
              <a:rPr sz="1050" b="1">
                <a:solidFill>
                  <a:srgbClr val="C9F46B"/>
                </a:solidFill>
              </a:rPr>
              <a:t>UNKNOWN ≠ FREE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453E6-B379-4347-BD2D-5535A26B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267200"/>
            <a:ext cx="2781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Неизвестная цена не считается бесплатной.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72380-E0B2-4C28-8BDB-1F344072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09950"/>
            <a:ext cx="3371850" cy="18859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A39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5A8711-96C5-4BFE-B50F-D1630B74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14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C9F46B"/>
                </a:solidFill>
              </a:defRPr>
            </a:defPPr>
            <a:lvl1pPr>
              <a:defRPr sz="1050" b="1">
                <a:solidFill>
                  <a:srgbClr val="C9F46B"/>
                </a:solidFill>
              </a:defRPr>
            </a:lvl1pPr>
            <a:lvl2pPr>
              <a:defRPr sz="1050" b="1">
                <a:solidFill>
                  <a:srgbClr val="C9F46B"/>
                </a:solidFill>
              </a:defRPr>
            </a:lvl2pPr>
            <a:lvl3pPr>
              <a:defRPr sz="1050" b="1">
                <a:solidFill>
                  <a:srgbClr val="C9F46B"/>
                </a:solidFill>
              </a:defRPr>
            </a:lvl3pPr>
            <a:lvl4pPr>
              <a:defRPr sz="1050" b="1">
                <a:solidFill>
                  <a:srgbClr val="C9F46B"/>
                </a:solidFill>
              </a:defRPr>
            </a:lvl4pPr>
            <a:lvl5pPr>
              <a:defRPr sz="1050" b="1">
                <a:solidFill>
                  <a:srgbClr val="C9F46B"/>
                </a:solidFill>
              </a:defRPr>
            </a:lvl5pPr>
            <a:lvl6pPr>
              <a:defRPr sz="1050" b="1">
                <a:solidFill>
                  <a:srgbClr val="C9F46B"/>
                </a:solidFill>
              </a:defRPr>
            </a:lvl6pPr>
            <a:lvl7pPr>
              <a:defRPr sz="1050" b="1">
                <a:solidFill>
                  <a:srgbClr val="C9F46B"/>
                </a:solidFill>
              </a:defRPr>
            </a:lvl7pPr>
            <a:lvl8pPr>
              <a:defRPr sz="1050" b="1">
                <a:solidFill>
                  <a:srgbClr val="C9F46B"/>
                </a:solidFill>
              </a:defRPr>
            </a:lvl8pPr>
            <a:lvl9pPr>
              <a:defRPr sz="1050" b="1">
                <a:solidFill>
                  <a:srgbClr val="C9F46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C9F46B"/>
                </a:solidFill>
              </a:defRPr>
            </a:pPr>
            <a:r>
              <a:rPr sz="1050" b="1">
                <a:solidFill>
                  <a:srgbClr val="C9F46B"/>
                </a:solidFill>
              </a:rPr>
              <a:t>SOURCE ≠ IDEA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419CB3-B718-4F4B-BBF2-B3CC90B8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267200"/>
            <a:ext cx="2781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Реальное место отделено от сгенерированной идеи.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FC51DB-DAEA-47DE-AC6C-4AE9308C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09950"/>
            <a:ext cx="3371850" cy="18859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8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08F4C0-718E-411B-AD0A-9BB4A37C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714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C9F46B"/>
                </a:solidFill>
              </a:defRPr>
            </a:defPPr>
            <a:lvl1pPr>
              <a:defRPr sz="1050" b="1">
                <a:solidFill>
                  <a:srgbClr val="C9F46B"/>
                </a:solidFill>
              </a:defRPr>
            </a:lvl1pPr>
            <a:lvl2pPr>
              <a:defRPr sz="1050" b="1">
                <a:solidFill>
                  <a:srgbClr val="C9F46B"/>
                </a:solidFill>
              </a:defRPr>
            </a:lvl2pPr>
            <a:lvl3pPr>
              <a:defRPr sz="1050" b="1">
                <a:solidFill>
                  <a:srgbClr val="C9F46B"/>
                </a:solidFill>
              </a:defRPr>
            </a:lvl3pPr>
            <a:lvl4pPr>
              <a:defRPr sz="1050" b="1">
                <a:solidFill>
                  <a:srgbClr val="C9F46B"/>
                </a:solidFill>
              </a:defRPr>
            </a:lvl4pPr>
            <a:lvl5pPr>
              <a:defRPr sz="1050" b="1">
                <a:solidFill>
                  <a:srgbClr val="C9F46B"/>
                </a:solidFill>
              </a:defRPr>
            </a:lvl5pPr>
            <a:lvl6pPr>
              <a:defRPr sz="1050" b="1">
                <a:solidFill>
                  <a:srgbClr val="C9F46B"/>
                </a:solidFill>
              </a:defRPr>
            </a:lvl6pPr>
            <a:lvl7pPr>
              <a:defRPr sz="1050" b="1">
                <a:solidFill>
                  <a:srgbClr val="C9F46B"/>
                </a:solidFill>
              </a:defRPr>
            </a:lvl7pPr>
            <a:lvl8pPr>
              <a:defRPr sz="1050" b="1">
                <a:solidFill>
                  <a:srgbClr val="C9F46B"/>
                </a:solidFill>
              </a:defRPr>
            </a:lvl8pPr>
            <a:lvl9pPr>
              <a:defRPr sz="1050" b="1">
                <a:solidFill>
                  <a:srgbClr val="C9F46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C9F46B"/>
                </a:solidFill>
              </a:defRPr>
            </a:pPr>
            <a:r>
              <a:rPr sz="1050" b="1">
                <a:solidFill>
                  <a:srgbClr val="C9F46B"/>
                </a:solidFill>
              </a:rPr>
              <a:t>DELETE MEANS DELETE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EB7BCE-1DCD-44E9-93A7-F48D3C6D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267200"/>
            <a:ext cx="2781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Гостевая сессия, TTL 24 часа, удаление данных.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6CFBE9-6E36-4A64-BBD0-3767169C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AAB2AF"/>
                </a:solidFill>
              </a:defRPr>
            </a:defPPr>
            <a:lvl1pPr>
              <a:defRPr sz="750" b="1">
                <a:solidFill>
                  <a:srgbClr val="AAB2AF"/>
                </a:solidFill>
              </a:defRPr>
            </a:lvl1pPr>
            <a:lvl2pPr>
              <a:defRPr sz="750" b="1">
                <a:solidFill>
                  <a:srgbClr val="AAB2AF"/>
                </a:solidFill>
              </a:defRPr>
            </a:lvl2pPr>
            <a:lvl3pPr>
              <a:defRPr sz="750" b="1">
                <a:solidFill>
                  <a:srgbClr val="AAB2AF"/>
                </a:solidFill>
              </a:defRPr>
            </a:lvl3pPr>
            <a:lvl4pPr>
              <a:defRPr sz="750" b="1">
                <a:solidFill>
                  <a:srgbClr val="AAB2AF"/>
                </a:solidFill>
              </a:defRPr>
            </a:lvl4pPr>
            <a:lvl5pPr>
              <a:defRPr sz="750" b="1">
                <a:solidFill>
                  <a:srgbClr val="AAB2AF"/>
                </a:solidFill>
              </a:defRPr>
            </a:lvl5pPr>
            <a:lvl6pPr>
              <a:defRPr sz="750" b="1">
                <a:solidFill>
                  <a:srgbClr val="AAB2AF"/>
                </a:solidFill>
              </a:defRPr>
            </a:lvl6pPr>
            <a:lvl7pPr>
              <a:defRPr sz="750" b="1">
                <a:solidFill>
                  <a:srgbClr val="AAB2AF"/>
                </a:solidFill>
              </a:defRPr>
            </a:lvl7pPr>
            <a:lvl8pPr>
              <a:defRPr sz="750" b="1">
                <a:solidFill>
                  <a:srgbClr val="AAB2AF"/>
                </a:solidFill>
              </a:defRPr>
            </a:lvl8pPr>
            <a:lvl9pPr>
              <a:defRPr sz="750" b="1">
                <a:solidFill>
                  <a:srgbClr val="AAB2AF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AAB2AF"/>
                </a:solidFill>
              </a:defRPr>
            </a:pPr>
            <a:r>
              <a:rPr sz="750" b="1">
                <a:solidFill>
                  <a:srgbClr val="AAB2AF"/>
                </a:solidFill>
              </a:rPr>
              <a:t>QETTYQ APP · QARAGANDY / ASTANA PILOT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C92DC9-5BB7-4AEE-9F1D-3FB0A942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FFFFFF"/>
                </a:solidFill>
              </a:defRPr>
            </a:defPPr>
            <a:lvl1pPr algn="r">
              <a:defRPr sz="900" b="1">
                <a:solidFill>
                  <a:srgbClr val="FFFFFF"/>
                </a:solidFill>
              </a:defRPr>
            </a:lvl1pPr>
            <a:lvl2pPr algn="r">
              <a:defRPr sz="900" b="1">
                <a:solidFill>
                  <a:srgbClr val="FFFFFF"/>
                </a:solidFill>
              </a:defRPr>
            </a:lvl2pPr>
            <a:lvl3pPr algn="r">
              <a:defRPr sz="900" b="1">
                <a:solidFill>
                  <a:srgbClr val="FFFFFF"/>
                </a:solidFill>
              </a:defRPr>
            </a:lvl3pPr>
            <a:lvl4pPr algn="r">
              <a:defRPr sz="900" b="1">
                <a:solidFill>
                  <a:srgbClr val="FFFFFF"/>
                </a:solidFill>
              </a:defRPr>
            </a:lvl4pPr>
            <a:lvl5pPr algn="r">
              <a:defRPr sz="900" b="1">
                <a:solidFill>
                  <a:srgbClr val="FFFFFF"/>
                </a:solidFill>
              </a:defRPr>
            </a:lvl5pPr>
            <a:lvl6pPr algn="r">
              <a:defRPr sz="900" b="1">
                <a:solidFill>
                  <a:srgbClr val="FFFFFF"/>
                </a:solidFill>
              </a:defRPr>
            </a:lvl6pPr>
            <a:lvl7pPr algn="r">
              <a:defRPr sz="900" b="1">
                <a:solidFill>
                  <a:srgbClr val="FFFFFF"/>
                </a:solidFill>
              </a:defRPr>
            </a:lvl7pPr>
            <a:lvl8pPr algn="r">
              <a:defRPr sz="900" b="1">
                <a:solidFill>
                  <a:srgbClr val="FFFFFF"/>
                </a:solidFill>
              </a:defRPr>
            </a:lvl8pPr>
            <a:lvl9pPr algn="r">
              <a:defRPr sz="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539636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E11160-2DF2-46BB-95CF-D9B5F65B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7F6E"/>
                </a:solidFill>
              </a:defRPr>
            </a:defPPr>
            <a:lvl1pPr>
              <a:defRPr sz="975" b="1">
                <a:solidFill>
                  <a:srgbClr val="0A7F6E"/>
                </a:solidFill>
              </a:defRPr>
            </a:lvl1pPr>
            <a:lvl2pPr>
              <a:defRPr sz="975" b="1">
                <a:solidFill>
                  <a:srgbClr val="0A7F6E"/>
                </a:solidFill>
              </a:defRPr>
            </a:lvl2pPr>
            <a:lvl3pPr>
              <a:defRPr sz="975" b="1">
                <a:solidFill>
                  <a:srgbClr val="0A7F6E"/>
                </a:solidFill>
              </a:defRPr>
            </a:lvl3pPr>
            <a:lvl4pPr>
              <a:defRPr sz="975" b="1">
                <a:solidFill>
                  <a:srgbClr val="0A7F6E"/>
                </a:solidFill>
              </a:defRPr>
            </a:lvl4pPr>
            <a:lvl5pPr>
              <a:defRPr sz="975" b="1">
                <a:solidFill>
                  <a:srgbClr val="0A7F6E"/>
                </a:solidFill>
              </a:defRPr>
            </a:lvl5pPr>
            <a:lvl6pPr>
              <a:defRPr sz="975" b="1">
                <a:solidFill>
                  <a:srgbClr val="0A7F6E"/>
                </a:solidFill>
              </a:defRPr>
            </a:lvl6pPr>
            <a:lvl7pPr>
              <a:defRPr sz="975" b="1">
                <a:solidFill>
                  <a:srgbClr val="0A7F6E"/>
                </a:solidFill>
              </a:defRPr>
            </a:lvl7pPr>
            <a:lvl8pPr>
              <a:defRPr sz="975" b="1">
                <a:solidFill>
                  <a:srgbClr val="0A7F6E"/>
                </a:solidFill>
              </a:defRPr>
            </a:lvl8pPr>
            <a:lvl9pPr>
              <a:defRPr sz="975" b="1">
                <a:solidFill>
                  <a:srgbClr val="0A7F6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7F6E"/>
                </a:solidFill>
              </a:defRPr>
            </a:pPr>
            <a:r>
              <a:rPr sz="975" b="1">
                <a:solidFill>
                  <a:srgbClr val="0A7F6E"/>
                </a:solidFill>
              </a:rPr>
              <a:t>РАБОЧИЙ ПРОТОТИП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05865D-01F8-4D7F-8675-AD97DFAA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113"/>
                </a:solidFill>
              </a:defRPr>
            </a:defPPr>
            <a:lvl1pPr>
              <a:defRPr sz="2700" b="1">
                <a:solidFill>
                  <a:srgbClr val="0F1113"/>
                </a:solidFill>
              </a:defRPr>
            </a:lvl1pPr>
            <a:lvl2pPr>
              <a:defRPr sz="2700" b="1">
                <a:solidFill>
                  <a:srgbClr val="0F1113"/>
                </a:solidFill>
              </a:defRPr>
            </a:lvl2pPr>
            <a:lvl3pPr>
              <a:defRPr sz="2700" b="1">
                <a:solidFill>
                  <a:srgbClr val="0F1113"/>
                </a:solidFill>
              </a:defRPr>
            </a:lvl3pPr>
            <a:lvl4pPr>
              <a:defRPr sz="2700" b="1">
                <a:solidFill>
                  <a:srgbClr val="0F1113"/>
                </a:solidFill>
              </a:defRPr>
            </a:lvl4pPr>
            <a:lvl5pPr>
              <a:defRPr sz="2700" b="1">
                <a:solidFill>
                  <a:srgbClr val="0F1113"/>
                </a:solidFill>
              </a:defRPr>
            </a:lvl5pPr>
            <a:lvl6pPr>
              <a:defRPr sz="2700" b="1">
                <a:solidFill>
                  <a:srgbClr val="0F1113"/>
                </a:solidFill>
              </a:defRPr>
            </a:lvl6pPr>
            <a:lvl7pPr>
              <a:defRPr sz="2700" b="1">
                <a:solidFill>
                  <a:srgbClr val="0F1113"/>
                </a:solidFill>
              </a:defRPr>
            </a:lvl7pPr>
            <a:lvl8pPr>
              <a:defRPr sz="2700" b="1">
                <a:solidFill>
                  <a:srgbClr val="0F1113"/>
                </a:solidFill>
              </a:defRPr>
            </a:lvl8pPr>
            <a:lvl9pPr>
              <a:defRPr sz="2700" b="1">
                <a:solidFill>
                  <a:srgbClr val="0F1113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F1113"/>
                </a:solidFill>
              </a:defRPr>
            </a:pPr>
            <a:r>
              <a:rPr sz="2700" b="1">
                <a:solidFill>
                  <a:srgbClr val="0F1113"/>
                </a:solidFill>
              </a:rPr>
              <a:t>Сценарий можно пройти в браузере уже сейчас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84BD88-39FC-42E0-BADC-C2D1E3C0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0F1113"/>
                </a:solidFill>
              </a:defRPr>
            </a:defPPr>
            <a:lvl1pPr>
              <a:defRPr sz="4050" b="1">
                <a:solidFill>
                  <a:srgbClr val="0F1113"/>
                </a:solidFill>
              </a:defRPr>
            </a:lvl1pPr>
            <a:lvl2pPr>
              <a:defRPr sz="4050" b="1">
                <a:solidFill>
                  <a:srgbClr val="0F1113"/>
                </a:solidFill>
              </a:defRPr>
            </a:lvl2pPr>
            <a:lvl3pPr>
              <a:defRPr sz="4050" b="1">
                <a:solidFill>
                  <a:srgbClr val="0F1113"/>
                </a:solidFill>
              </a:defRPr>
            </a:lvl3pPr>
            <a:lvl4pPr>
              <a:defRPr sz="4050" b="1">
                <a:solidFill>
                  <a:srgbClr val="0F1113"/>
                </a:solidFill>
              </a:defRPr>
            </a:lvl4pPr>
            <a:lvl5pPr>
              <a:defRPr sz="4050" b="1">
                <a:solidFill>
                  <a:srgbClr val="0F1113"/>
                </a:solidFill>
              </a:defRPr>
            </a:lvl5pPr>
            <a:lvl6pPr>
              <a:defRPr sz="4050" b="1">
                <a:solidFill>
                  <a:srgbClr val="0F1113"/>
                </a:solidFill>
              </a:defRPr>
            </a:lvl6pPr>
            <a:lvl7pPr>
              <a:defRPr sz="4050" b="1">
                <a:solidFill>
                  <a:srgbClr val="0F1113"/>
                </a:solidFill>
              </a:defRPr>
            </a:lvl7pPr>
            <a:lvl8pPr>
              <a:defRPr sz="4050" b="1">
                <a:solidFill>
                  <a:srgbClr val="0F1113"/>
                </a:solidFill>
              </a:defRPr>
            </a:lvl8pPr>
            <a:lvl9pPr>
              <a:defRPr sz="4050" b="1">
                <a:solidFill>
                  <a:srgbClr val="0F1113"/>
                </a:solidFill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0F1113"/>
                </a:solidFill>
              </a:defRPr>
            </a:pPr>
            <a:r>
              <a:rPr sz="4050" b="1">
                <a:solidFill>
                  <a:srgbClr val="0F1113"/>
                </a:solidFill>
              </a:rPr>
              <a:t>80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FFCFB-9BA6-428E-B54D-412AFE29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E7175"/>
                </a:solidFill>
              </a:defRPr>
            </a:defPPr>
            <a:lvl1pPr>
              <a:defRPr sz="1125" b="1">
                <a:solidFill>
                  <a:srgbClr val="6E7175"/>
                </a:solidFill>
              </a:defRPr>
            </a:lvl1pPr>
            <a:lvl2pPr>
              <a:defRPr sz="1125" b="1">
                <a:solidFill>
                  <a:srgbClr val="6E7175"/>
                </a:solidFill>
              </a:defRPr>
            </a:lvl2pPr>
            <a:lvl3pPr>
              <a:defRPr sz="1125" b="1">
                <a:solidFill>
                  <a:srgbClr val="6E7175"/>
                </a:solidFill>
              </a:defRPr>
            </a:lvl3pPr>
            <a:lvl4pPr>
              <a:defRPr sz="1125" b="1">
                <a:solidFill>
                  <a:srgbClr val="6E7175"/>
                </a:solidFill>
              </a:defRPr>
            </a:lvl4pPr>
            <a:lvl5pPr>
              <a:defRPr sz="1125" b="1">
                <a:solidFill>
                  <a:srgbClr val="6E7175"/>
                </a:solidFill>
              </a:defRPr>
            </a:lvl5pPr>
            <a:lvl6pPr>
              <a:defRPr sz="1125" b="1">
                <a:solidFill>
                  <a:srgbClr val="6E7175"/>
                </a:solidFill>
              </a:defRPr>
            </a:lvl6pPr>
            <a:lvl7pPr>
              <a:defRPr sz="1125" b="1">
                <a:solidFill>
                  <a:srgbClr val="6E7175"/>
                </a:solidFill>
              </a:defRPr>
            </a:lvl7pPr>
            <a:lvl8pPr>
              <a:defRPr sz="1125" b="1">
                <a:solidFill>
                  <a:srgbClr val="6E7175"/>
                </a:solidFill>
              </a:defRPr>
            </a:lvl8pPr>
            <a:lvl9pPr>
              <a:defRPr sz="1125" b="1">
                <a:solidFill>
                  <a:srgbClr val="6E7175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E7175"/>
                </a:solidFill>
              </a:defRPr>
            </a:pPr>
            <a:r>
              <a:rPr sz="1125" b="1">
                <a:solidFill>
                  <a:srgbClr val="6E7175"/>
                </a:solidFill>
              </a:rPr>
              <a:t>POI с provenance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709C8E-C946-491E-AE5D-7F62374E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954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0F1113"/>
                </a:solidFill>
              </a:defRPr>
            </a:defPPr>
            <a:lvl1pPr>
              <a:defRPr sz="4050" b="1">
                <a:solidFill>
                  <a:srgbClr val="0F1113"/>
                </a:solidFill>
              </a:defRPr>
            </a:lvl1pPr>
            <a:lvl2pPr>
              <a:defRPr sz="4050" b="1">
                <a:solidFill>
                  <a:srgbClr val="0F1113"/>
                </a:solidFill>
              </a:defRPr>
            </a:lvl2pPr>
            <a:lvl3pPr>
              <a:defRPr sz="4050" b="1">
                <a:solidFill>
                  <a:srgbClr val="0F1113"/>
                </a:solidFill>
              </a:defRPr>
            </a:lvl3pPr>
            <a:lvl4pPr>
              <a:defRPr sz="4050" b="1">
                <a:solidFill>
                  <a:srgbClr val="0F1113"/>
                </a:solidFill>
              </a:defRPr>
            </a:lvl4pPr>
            <a:lvl5pPr>
              <a:defRPr sz="4050" b="1">
                <a:solidFill>
                  <a:srgbClr val="0F1113"/>
                </a:solidFill>
              </a:defRPr>
            </a:lvl5pPr>
            <a:lvl6pPr>
              <a:defRPr sz="4050" b="1">
                <a:solidFill>
                  <a:srgbClr val="0F1113"/>
                </a:solidFill>
              </a:defRPr>
            </a:lvl6pPr>
            <a:lvl7pPr>
              <a:defRPr sz="4050" b="1">
                <a:solidFill>
                  <a:srgbClr val="0F1113"/>
                </a:solidFill>
              </a:defRPr>
            </a:lvl7pPr>
            <a:lvl8pPr>
              <a:defRPr sz="4050" b="1">
                <a:solidFill>
                  <a:srgbClr val="0F1113"/>
                </a:solidFill>
              </a:defRPr>
            </a:lvl8pPr>
            <a:lvl9pPr>
              <a:defRPr sz="4050" b="1">
                <a:solidFill>
                  <a:srgbClr val="0F1113"/>
                </a:solidFill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0F1113"/>
                </a:solidFill>
              </a:defRPr>
            </a:pPr>
            <a:r>
              <a:rPr sz="4050" b="1">
                <a:solidFill>
                  <a:srgbClr val="0F1113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EA122-3C47-4F14-B6ED-B46FD897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62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E7175"/>
                </a:solidFill>
              </a:defRPr>
            </a:defPPr>
            <a:lvl1pPr>
              <a:defRPr sz="1125" b="1">
                <a:solidFill>
                  <a:srgbClr val="6E7175"/>
                </a:solidFill>
              </a:defRPr>
            </a:lvl1pPr>
            <a:lvl2pPr>
              <a:defRPr sz="1125" b="1">
                <a:solidFill>
                  <a:srgbClr val="6E7175"/>
                </a:solidFill>
              </a:defRPr>
            </a:lvl2pPr>
            <a:lvl3pPr>
              <a:defRPr sz="1125" b="1">
                <a:solidFill>
                  <a:srgbClr val="6E7175"/>
                </a:solidFill>
              </a:defRPr>
            </a:lvl3pPr>
            <a:lvl4pPr>
              <a:defRPr sz="1125" b="1">
                <a:solidFill>
                  <a:srgbClr val="6E7175"/>
                </a:solidFill>
              </a:defRPr>
            </a:lvl4pPr>
            <a:lvl5pPr>
              <a:defRPr sz="1125" b="1">
                <a:solidFill>
                  <a:srgbClr val="6E7175"/>
                </a:solidFill>
              </a:defRPr>
            </a:lvl5pPr>
            <a:lvl6pPr>
              <a:defRPr sz="1125" b="1">
                <a:solidFill>
                  <a:srgbClr val="6E7175"/>
                </a:solidFill>
              </a:defRPr>
            </a:lvl6pPr>
            <a:lvl7pPr>
              <a:defRPr sz="1125" b="1">
                <a:solidFill>
                  <a:srgbClr val="6E7175"/>
                </a:solidFill>
              </a:defRPr>
            </a:lvl7pPr>
            <a:lvl8pPr>
              <a:defRPr sz="1125" b="1">
                <a:solidFill>
                  <a:srgbClr val="6E7175"/>
                </a:solidFill>
              </a:defRPr>
            </a:lvl8pPr>
            <a:lvl9pPr>
              <a:defRPr sz="1125" b="1">
                <a:solidFill>
                  <a:srgbClr val="6E7175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E7175"/>
                </a:solidFill>
              </a:defRPr>
            </a:pPr>
            <a:r>
              <a:rPr sz="1125" b="1">
                <a:solidFill>
                  <a:srgbClr val="6E7175"/>
                </a:solidFill>
              </a:rPr>
              <a:t>unit + integration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33582-5632-416D-8FC1-CC17AC7D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954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0F1113"/>
                </a:solidFill>
              </a:defRPr>
            </a:defPPr>
            <a:lvl1pPr>
              <a:defRPr sz="4050" b="1">
                <a:solidFill>
                  <a:srgbClr val="0F1113"/>
                </a:solidFill>
              </a:defRPr>
            </a:lvl1pPr>
            <a:lvl2pPr>
              <a:defRPr sz="4050" b="1">
                <a:solidFill>
                  <a:srgbClr val="0F1113"/>
                </a:solidFill>
              </a:defRPr>
            </a:lvl2pPr>
            <a:lvl3pPr>
              <a:defRPr sz="4050" b="1">
                <a:solidFill>
                  <a:srgbClr val="0F1113"/>
                </a:solidFill>
              </a:defRPr>
            </a:lvl3pPr>
            <a:lvl4pPr>
              <a:defRPr sz="4050" b="1">
                <a:solidFill>
                  <a:srgbClr val="0F1113"/>
                </a:solidFill>
              </a:defRPr>
            </a:lvl4pPr>
            <a:lvl5pPr>
              <a:defRPr sz="4050" b="1">
                <a:solidFill>
                  <a:srgbClr val="0F1113"/>
                </a:solidFill>
              </a:defRPr>
            </a:lvl5pPr>
            <a:lvl6pPr>
              <a:defRPr sz="4050" b="1">
                <a:solidFill>
                  <a:srgbClr val="0F1113"/>
                </a:solidFill>
              </a:defRPr>
            </a:lvl6pPr>
            <a:lvl7pPr>
              <a:defRPr sz="4050" b="1">
                <a:solidFill>
                  <a:srgbClr val="0F1113"/>
                </a:solidFill>
              </a:defRPr>
            </a:lvl7pPr>
            <a:lvl8pPr>
              <a:defRPr sz="4050" b="1">
                <a:solidFill>
                  <a:srgbClr val="0F1113"/>
                </a:solidFill>
              </a:defRPr>
            </a:lvl8pPr>
            <a:lvl9pPr>
              <a:defRPr sz="4050" b="1">
                <a:solidFill>
                  <a:srgbClr val="0F1113"/>
                </a:solidFill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0F1113"/>
                </a:solidFill>
              </a:defRPr>
            </a:pPr>
            <a:r>
              <a:rPr sz="4050" b="1">
                <a:solidFill>
                  <a:srgbClr val="0F1113"/>
                </a:solidFill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377C07-38EB-4D3F-89D8-FD652C55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62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E7175"/>
                </a:solidFill>
              </a:defRPr>
            </a:defPPr>
            <a:lvl1pPr>
              <a:defRPr sz="1125" b="1">
                <a:solidFill>
                  <a:srgbClr val="6E7175"/>
                </a:solidFill>
              </a:defRPr>
            </a:lvl1pPr>
            <a:lvl2pPr>
              <a:defRPr sz="1125" b="1">
                <a:solidFill>
                  <a:srgbClr val="6E7175"/>
                </a:solidFill>
              </a:defRPr>
            </a:lvl2pPr>
            <a:lvl3pPr>
              <a:defRPr sz="1125" b="1">
                <a:solidFill>
                  <a:srgbClr val="6E7175"/>
                </a:solidFill>
              </a:defRPr>
            </a:lvl3pPr>
            <a:lvl4pPr>
              <a:defRPr sz="1125" b="1">
                <a:solidFill>
                  <a:srgbClr val="6E7175"/>
                </a:solidFill>
              </a:defRPr>
            </a:lvl4pPr>
            <a:lvl5pPr>
              <a:defRPr sz="1125" b="1">
                <a:solidFill>
                  <a:srgbClr val="6E7175"/>
                </a:solidFill>
              </a:defRPr>
            </a:lvl5pPr>
            <a:lvl6pPr>
              <a:defRPr sz="1125" b="1">
                <a:solidFill>
                  <a:srgbClr val="6E7175"/>
                </a:solidFill>
              </a:defRPr>
            </a:lvl6pPr>
            <a:lvl7pPr>
              <a:defRPr sz="1125" b="1">
                <a:solidFill>
                  <a:srgbClr val="6E7175"/>
                </a:solidFill>
              </a:defRPr>
            </a:lvl7pPr>
            <a:lvl8pPr>
              <a:defRPr sz="1125" b="1">
                <a:solidFill>
                  <a:srgbClr val="6E7175"/>
                </a:solidFill>
              </a:defRPr>
            </a:lvl8pPr>
            <a:lvl9pPr>
              <a:defRPr sz="1125" b="1">
                <a:solidFill>
                  <a:srgbClr val="6E7175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E7175"/>
                </a:solidFill>
              </a:defRPr>
            </a:pPr>
            <a:r>
              <a:rPr sz="1125" b="1">
                <a:solidFill>
                  <a:srgbClr val="6E7175"/>
                </a:solidFill>
              </a:rPr>
              <a:t>mobile E2E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40D11-68D5-4585-8B87-5983910A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954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0A7F6E"/>
                </a:solidFill>
              </a:defRPr>
            </a:defPPr>
            <a:lvl1pPr>
              <a:defRPr sz="4050" b="1">
                <a:solidFill>
                  <a:srgbClr val="0A7F6E"/>
                </a:solidFill>
              </a:defRPr>
            </a:lvl1pPr>
            <a:lvl2pPr>
              <a:defRPr sz="4050" b="1">
                <a:solidFill>
                  <a:srgbClr val="0A7F6E"/>
                </a:solidFill>
              </a:defRPr>
            </a:lvl2pPr>
            <a:lvl3pPr>
              <a:defRPr sz="4050" b="1">
                <a:solidFill>
                  <a:srgbClr val="0A7F6E"/>
                </a:solidFill>
              </a:defRPr>
            </a:lvl3pPr>
            <a:lvl4pPr>
              <a:defRPr sz="4050" b="1">
                <a:solidFill>
                  <a:srgbClr val="0A7F6E"/>
                </a:solidFill>
              </a:defRPr>
            </a:lvl4pPr>
            <a:lvl5pPr>
              <a:defRPr sz="4050" b="1">
                <a:solidFill>
                  <a:srgbClr val="0A7F6E"/>
                </a:solidFill>
              </a:defRPr>
            </a:lvl5pPr>
            <a:lvl6pPr>
              <a:defRPr sz="4050" b="1">
                <a:solidFill>
                  <a:srgbClr val="0A7F6E"/>
                </a:solidFill>
              </a:defRPr>
            </a:lvl6pPr>
            <a:lvl7pPr>
              <a:defRPr sz="4050" b="1">
                <a:solidFill>
                  <a:srgbClr val="0A7F6E"/>
                </a:solidFill>
              </a:defRPr>
            </a:lvl7pPr>
            <a:lvl8pPr>
              <a:defRPr sz="4050" b="1">
                <a:solidFill>
                  <a:srgbClr val="0A7F6E"/>
                </a:solidFill>
              </a:defRPr>
            </a:lvl8pPr>
            <a:lvl9pPr>
              <a:defRPr sz="4050" b="1">
                <a:solidFill>
                  <a:srgbClr val="0A7F6E"/>
                </a:solidFill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0A7F6E"/>
                </a:solidFill>
              </a:defRPr>
            </a:pPr>
            <a:r>
              <a:rPr sz="4050" b="1">
                <a:solidFill>
                  <a:srgbClr val="0A7F6E"/>
                </a:solidFill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3FE48-D8E4-4F5C-B035-C55F38FB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62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E7175"/>
                </a:solidFill>
              </a:defRPr>
            </a:defPPr>
            <a:lvl1pPr>
              <a:defRPr sz="1125" b="1">
                <a:solidFill>
                  <a:srgbClr val="6E7175"/>
                </a:solidFill>
              </a:defRPr>
            </a:lvl1pPr>
            <a:lvl2pPr>
              <a:defRPr sz="1125" b="1">
                <a:solidFill>
                  <a:srgbClr val="6E7175"/>
                </a:solidFill>
              </a:defRPr>
            </a:lvl2pPr>
            <a:lvl3pPr>
              <a:defRPr sz="1125" b="1">
                <a:solidFill>
                  <a:srgbClr val="6E7175"/>
                </a:solidFill>
              </a:defRPr>
            </a:lvl3pPr>
            <a:lvl4pPr>
              <a:defRPr sz="1125" b="1">
                <a:solidFill>
                  <a:srgbClr val="6E7175"/>
                </a:solidFill>
              </a:defRPr>
            </a:lvl4pPr>
            <a:lvl5pPr>
              <a:defRPr sz="1125" b="1">
                <a:solidFill>
                  <a:srgbClr val="6E7175"/>
                </a:solidFill>
              </a:defRPr>
            </a:lvl5pPr>
            <a:lvl6pPr>
              <a:defRPr sz="1125" b="1">
                <a:solidFill>
                  <a:srgbClr val="6E7175"/>
                </a:solidFill>
              </a:defRPr>
            </a:lvl6pPr>
            <a:lvl7pPr>
              <a:defRPr sz="1125" b="1">
                <a:solidFill>
                  <a:srgbClr val="6E7175"/>
                </a:solidFill>
              </a:defRPr>
            </a:lvl7pPr>
            <a:lvl8pPr>
              <a:defRPr sz="1125" b="1">
                <a:solidFill>
                  <a:srgbClr val="6E7175"/>
                </a:solidFill>
              </a:defRPr>
            </a:lvl8pPr>
            <a:lvl9pPr>
              <a:defRPr sz="1125" b="1">
                <a:solidFill>
                  <a:srgbClr val="6E7175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E7175"/>
                </a:solidFill>
              </a:defRPr>
            </a:pPr>
            <a:r>
              <a:rPr sz="1125" b="1">
                <a:solidFill>
                  <a:srgbClr val="6E7175"/>
                </a:solidFill>
              </a:rPr>
              <a:t>секретов в Git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7A7F6D-8E66-4D4D-B473-8DCBD568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10858500" cy="29146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EB7BE8-3D1E-4368-8855-258F2C0643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ced5cb621486b"/>
          <a:srcRect xmlns:a="http://schemas.openxmlformats.org/drawingml/2006/main" l="0" t="30876" r="0" b="308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" y="3238500"/>
            <a:ext cx="10439400" cy="24955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BE49F8-1FC8-45A6-AB4D-61AE7C17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8A8D90"/>
                </a:solidFill>
              </a:defRPr>
            </a:defPPr>
            <a:lvl1pPr>
              <a:defRPr sz="750" b="1">
                <a:solidFill>
                  <a:srgbClr val="8A8D90"/>
                </a:solidFill>
              </a:defRPr>
            </a:lvl1pPr>
            <a:lvl2pPr>
              <a:defRPr sz="750" b="1">
                <a:solidFill>
                  <a:srgbClr val="8A8D90"/>
                </a:solidFill>
              </a:defRPr>
            </a:lvl2pPr>
            <a:lvl3pPr>
              <a:defRPr sz="750" b="1">
                <a:solidFill>
                  <a:srgbClr val="8A8D90"/>
                </a:solidFill>
              </a:defRPr>
            </a:lvl3pPr>
            <a:lvl4pPr>
              <a:defRPr sz="750" b="1">
                <a:solidFill>
                  <a:srgbClr val="8A8D90"/>
                </a:solidFill>
              </a:defRPr>
            </a:lvl4pPr>
            <a:lvl5pPr>
              <a:defRPr sz="750" b="1">
                <a:solidFill>
                  <a:srgbClr val="8A8D90"/>
                </a:solidFill>
              </a:defRPr>
            </a:lvl5pPr>
            <a:lvl6pPr>
              <a:defRPr sz="750" b="1">
                <a:solidFill>
                  <a:srgbClr val="8A8D90"/>
                </a:solidFill>
              </a:defRPr>
            </a:lvl6pPr>
            <a:lvl7pPr>
              <a:defRPr sz="750" b="1">
                <a:solidFill>
                  <a:srgbClr val="8A8D90"/>
                </a:solidFill>
              </a:defRPr>
            </a:lvl7pPr>
            <a:lvl8pPr>
              <a:defRPr sz="750" b="1">
                <a:solidFill>
                  <a:srgbClr val="8A8D90"/>
                </a:solidFill>
              </a:defRPr>
            </a:lvl8pPr>
            <a:lvl9pPr>
              <a:defRPr sz="750" b="1">
                <a:solidFill>
                  <a:srgbClr val="8A8D90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8A8D90"/>
                </a:solidFill>
              </a:defRPr>
            </a:pPr>
            <a:r>
              <a:rPr sz="750" b="1">
                <a:solidFill>
                  <a:srgbClr val="8A8D90"/>
                </a:solidFill>
              </a:rPr>
              <a:t>QETTYQ APP · QARAGANDY / ASTANA PILOT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BE016F-8A4F-4EAA-A9F8-DCDA9385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0F1113"/>
                </a:solidFill>
              </a:defRPr>
            </a:defPPr>
            <a:lvl1pPr algn="r">
              <a:defRPr sz="900" b="1">
                <a:solidFill>
                  <a:srgbClr val="0F1113"/>
                </a:solidFill>
              </a:defRPr>
            </a:lvl1pPr>
            <a:lvl2pPr algn="r">
              <a:defRPr sz="900" b="1">
                <a:solidFill>
                  <a:srgbClr val="0F1113"/>
                </a:solidFill>
              </a:defRPr>
            </a:lvl2pPr>
            <a:lvl3pPr algn="r">
              <a:defRPr sz="900" b="1">
                <a:solidFill>
                  <a:srgbClr val="0F1113"/>
                </a:solidFill>
              </a:defRPr>
            </a:lvl3pPr>
            <a:lvl4pPr algn="r">
              <a:defRPr sz="900" b="1">
                <a:solidFill>
                  <a:srgbClr val="0F1113"/>
                </a:solidFill>
              </a:defRPr>
            </a:lvl4pPr>
            <a:lvl5pPr algn="r">
              <a:defRPr sz="900" b="1">
                <a:solidFill>
                  <a:srgbClr val="0F1113"/>
                </a:solidFill>
              </a:defRPr>
            </a:lvl5pPr>
            <a:lvl6pPr algn="r">
              <a:defRPr sz="900" b="1">
                <a:solidFill>
                  <a:srgbClr val="0F1113"/>
                </a:solidFill>
              </a:defRPr>
            </a:lvl6pPr>
            <a:lvl7pPr algn="r">
              <a:defRPr sz="900" b="1">
                <a:solidFill>
                  <a:srgbClr val="0F1113"/>
                </a:solidFill>
              </a:defRPr>
            </a:lvl7pPr>
            <a:lvl8pPr algn="r">
              <a:defRPr sz="900" b="1">
                <a:solidFill>
                  <a:srgbClr val="0F1113"/>
                </a:solidFill>
              </a:defRPr>
            </a:lvl8pPr>
            <a:lvl9pPr algn="r">
              <a:defRPr sz="900" b="1">
                <a:solidFill>
                  <a:srgbClr val="0F1113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0F1113"/>
                </a:solidFill>
              </a:defRPr>
            </a:pPr>
            <a:r>
              <a:rPr sz="900" b="1">
                <a:solidFill>
                  <a:srgbClr val="0F111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3100169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3F7FA8-B5D2-4CD8-B665-F0B667959F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3cf6e78a0a4574"/>
          <a:srcRect xmlns:a="http://schemas.openxmlformats.org/drawingml/2006/main" l="5556" t="0" r="5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5F9E77-E89D-440F-B262-D40177FC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4895850" cy="5381625"/>
          </a:xfrm>
          <a:prstGeom xmlns:a="http://schemas.openxmlformats.org/drawingml/2006/main" prst="roundRect">
            <a:avLst>
              <a:gd name="adj" fmla="val 4669"/>
            </a:avLst>
          </a:prstGeom>
          <a:solidFill xmlns:a="http://schemas.openxmlformats.org/drawingml/2006/main">
            <a:srgbClr val="10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57416C-EAF2-44B3-821E-1D2A7456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953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C9F46B"/>
                </a:solidFill>
              </a:defRPr>
            </a:defPPr>
            <a:lvl1pPr>
              <a:defRPr sz="975" b="1">
                <a:solidFill>
                  <a:srgbClr val="C9F46B"/>
                </a:solidFill>
              </a:defRPr>
            </a:lvl1pPr>
            <a:lvl2pPr>
              <a:defRPr sz="975" b="1">
                <a:solidFill>
                  <a:srgbClr val="C9F46B"/>
                </a:solidFill>
              </a:defRPr>
            </a:lvl2pPr>
            <a:lvl3pPr>
              <a:defRPr sz="975" b="1">
                <a:solidFill>
                  <a:srgbClr val="C9F46B"/>
                </a:solidFill>
              </a:defRPr>
            </a:lvl3pPr>
            <a:lvl4pPr>
              <a:defRPr sz="975" b="1">
                <a:solidFill>
                  <a:srgbClr val="C9F46B"/>
                </a:solidFill>
              </a:defRPr>
            </a:lvl4pPr>
            <a:lvl5pPr>
              <a:defRPr sz="975" b="1">
                <a:solidFill>
                  <a:srgbClr val="C9F46B"/>
                </a:solidFill>
              </a:defRPr>
            </a:lvl5pPr>
            <a:lvl6pPr>
              <a:defRPr sz="975" b="1">
                <a:solidFill>
                  <a:srgbClr val="C9F46B"/>
                </a:solidFill>
              </a:defRPr>
            </a:lvl6pPr>
            <a:lvl7pPr>
              <a:defRPr sz="975" b="1">
                <a:solidFill>
                  <a:srgbClr val="C9F46B"/>
                </a:solidFill>
              </a:defRPr>
            </a:lvl7pPr>
            <a:lvl8pPr>
              <a:defRPr sz="975" b="1">
                <a:solidFill>
                  <a:srgbClr val="C9F46B"/>
                </a:solidFill>
              </a:defRPr>
            </a:lvl8pPr>
            <a:lvl9pPr>
              <a:defRPr sz="975" b="1">
                <a:solidFill>
                  <a:srgbClr val="C9F46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C9F46B"/>
                </a:solidFill>
              </a:defRPr>
            </a:pPr>
            <a:r>
              <a:rPr sz="975" b="1">
                <a:solidFill>
                  <a:srgbClr val="C9F46B"/>
                </a:solidFill>
              </a:rPr>
              <a:t>NEXT CITY · ALMATY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A3A2E-C0E2-45DE-86E7-E7F0663D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FFFFFF"/>
                </a:solidFill>
              </a:defRPr>
            </a:defPPr>
            <a:lvl1pPr>
              <a:defRPr sz="3900" b="1">
                <a:solidFill>
                  <a:srgbClr val="FFFFFF"/>
                </a:solidFill>
              </a:defRPr>
            </a:lvl1pPr>
            <a:lvl2pPr>
              <a:defRPr sz="3900" b="1">
                <a:solidFill>
                  <a:srgbClr val="FFFFFF"/>
                </a:solidFill>
              </a:defRPr>
            </a:lvl2pPr>
            <a:lvl3pPr>
              <a:defRPr sz="3900" b="1">
                <a:solidFill>
                  <a:srgbClr val="FFFFFF"/>
                </a:solidFill>
              </a:defRPr>
            </a:lvl3pPr>
            <a:lvl4pPr>
              <a:defRPr sz="3900" b="1">
                <a:solidFill>
                  <a:srgbClr val="FFFFFF"/>
                </a:solidFill>
              </a:defRPr>
            </a:lvl4pPr>
            <a:lvl5pPr>
              <a:defRPr sz="3900" b="1">
                <a:solidFill>
                  <a:srgbClr val="FFFFFF"/>
                </a:solidFill>
              </a:defRPr>
            </a:lvl5pPr>
            <a:lvl6pPr>
              <a:defRPr sz="3900" b="1">
                <a:solidFill>
                  <a:srgbClr val="FFFFFF"/>
                </a:solidFill>
              </a:defRPr>
            </a:lvl6pPr>
            <a:lvl7pPr>
              <a:defRPr sz="3900" b="1">
                <a:solidFill>
                  <a:srgbClr val="FFFFFF"/>
                </a:solidFill>
              </a:defRPr>
            </a:lvl7pPr>
            <a:lvl8pPr>
              <a:defRPr sz="3900" b="1">
                <a:solidFill>
                  <a:srgbClr val="FFFFFF"/>
                </a:solidFill>
              </a:defRPr>
            </a:lvl8pPr>
            <a:lvl9pPr>
              <a:defRPr sz="3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Сначала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доказываем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Астану.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9AC2A9-290E-4E56-871E-B73140EA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3857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C5CDC9"/>
                </a:solidFill>
              </a:defRPr>
            </a:defPPr>
            <a:lvl1pPr>
              <a:defRPr sz="1350" b="0">
                <a:solidFill>
                  <a:srgbClr val="C5CDC9"/>
                </a:solidFill>
              </a:defRPr>
            </a:lvl1pPr>
            <a:lvl2pPr>
              <a:defRPr sz="1350" b="0">
                <a:solidFill>
                  <a:srgbClr val="C5CDC9"/>
                </a:solidFill>
              </a:defRPr>
            </a:lvl2pPr>
            <a:lvl3pPr>
              <a:defRPr sz="1350" b="0">
                <a:solidFill>
                  <a:srgbClr val="C5CDC9"/>
                </a:solidFill>
              </a:defRPr>
            </a:lvl3pPr>
            <a:lvl4pPr>
              <a:defRPr sz="1350" b="0">
                <a:solidFill>
                  <a:srgbClr val="C5CDC9"/>
                </a:solidFill>
              </a:defRPr>
            </a:lvl4pPr>
            <a:lvl5pPr>
              <a:defRPr sz="1350" b="0">
                <a:solidFill>
                  <a:srgbClr val="C5CDC9"/>
                </a:solidFill>
              </a:defRPr>
            </a:lvl5pPr>
            <a:lvl6pPr>
              <a:defRPr sz="1350" b="0">
                <a:solidFill>
                  <a:srgbClr val="C5CDC9"/>
                </a:solidFill>
              </a:defRPr>
            </a:lvl6pPr>
            <a:lvl7pPr>
              <a:defRPr sz="1350" b="0">
                <a:solidFill>
                  <a:srgbClr val="C5CDC9"/>
                </a:solidFill>
              </a:defRPr>
            </a:lvl7pPr>
            <a:lvl8pPr>
              <a:defRPr sz="1350" b="0">
                <a:solidFill>
                  <a:srgbClr val="C5CDC9"/>
                </a:solidFill>
              </a:defRPr>
            </a:lvl8pPr>
            <a:lvl9pPr>
              <a:defRPr sz="1350" b="0">
                <a:solidFill>
                  <a:srgbClr val="C5CDC9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5CDC9"/>
                </a:solidFill>
              </a:defRPr>
            </a:pPr>
            <a:r>
              <a:rPr sz="1350" b="0">
                <a:solidFill>
                  <a:srgbClr val="C5CDC9"/>
                </a:solidFill>
              </a:rPr>
              <a:t>Следующий шаг: договориться о feed событий, подключить точный routing и проверить удержание. Алматы остаётся направлением, а не заявленным запуском.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1CF2E-40F2-416F-B81A-FCB0EC59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14950"/>
            <a:ext cx="385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C9F46B"/>
                </a:solidFill>
              </a:defRPr>
            </a:defPPr>
            <a:lvl1pPr>
              <a:defRPr sz="900" b="1">
                <a:solidFill>
                  <a:srgbClr val="C9F46B"/>
                </a:solidFill>
              </a:defRPr>
            </a:lvl1pPr>
            <a:lvl2pPr>
              <a:defRPr sz="900" b="1">
                <a:solidFill>
                  <a:srgbClr val="C9F46B"/>
                </a:solidFill>
              </a:defRPr>
            </a:lvl2pPr>
            <a:lvl3pPr>
              <a:defRPr sz="900" b="1">
                <a:solidFill>
                  <a:srgbClr val="C9F46B"/>
                </a:solidFill>
              </a:defRPr>
            </a:lvl3pPr>
            <a:lvl4pPr>
              <a:defRPr sz="900" b="1">
                <a:solidFill>
                  <a:srgbClr val="C9F46B"/>
                </a:solidFill>
              </a:defRPr>
            </a:lvl4pPr>
            <a:lvl5pPr>
              <a:defRPr sz="900" b="1">
                <a:solidFill>
                  <a:srgbClr val="C9F46B"/>
                </a:solidFill>
              </a:defRPr>
            </a:lvl5pPr>
            <a:lvl6pPr>
              <a:defRPr sz="900" b="1">
                <a:solidFill>
                  <a:srgbClr val="C9F46B"/>
                </a:solidFill>
              </a:defRPr>
            </a:lvl6pPr>
            <a:lvl7pPr>
              <a:defRPr sz="900" b="1">
                <a:solidFill>
                  <a:srgbClr val="C9F46B"/>
                </a:solidFill>
              </a:defRPr>
            </a:lvl7pPr>
            <a:lvl8pPr>
              <a:defRPr sz="900" b="1">
                <a:solidFill>
                  <a:srgbClr val="C9F46B"/>
                </a:solidFill>
              </a:defRPr>
            </a:lvl8pPr>
            <a:lvl9pPr>
              <a:defRPr sz="900" b="1">
                <a:solidFill>
                  <a:srgbClr val="C9F46B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C9F46B"/>
                </a:solidFill>
              </a:defRPr>
            </a:pPr>
            <a:r>
              <a:rPr sz="900" b="1">
                <a:solidFill>
                  <a:srgbClr val="C9F46B"/>
                </a:solidFill>
              </a:rPr>
              <a:t>Visit Astana и eGov рассматриваются как кандидаты на интеграцию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61D3B-0F55-484D-B4C6-7B89BFDD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FFFFFF"/>
                </a:solidFill>
              </a:defRPr>
            </a:defPPr>
            <a:lvl1pPr algn="r">
              <a:defRPr sz="900" b="1">
                <a:solidFill>
                  <a:srgbClr val="FFFFFF"/>
                </a:solidFill>
              </a:defRPr>
            </a:lvl1pPr>
            <a:lvl2pPr algn="r">
              <a:defRPr sz="900" b="1">
                <a:solidFill>
                  <a:srgbClr val="FFFFFF"/>
                </a:solidFill>
              </a:defRPr>
            </a:lvl2pPr>
            <a:lvl3pPr algn="r">
              <a:defRPr sz="900" b="1">
                <a:solidFill>
                  <a:srgbClr val="FFFFFF"/>
                </a:solidFill>
              </a:defRPr>
            </a:lvl3pPr>
            <a:lvl4pPr algn="r">
              <a:defRPr sz="900" b="1">
                <a:solidFill>
                  <a:srgbClr val="FFFFFF"/>
                </a:solidFill>
              </a:defRPr>
            </a:lvl4pPr>
            <a:lvl5pPr algn="r">
              <a:defRPr sz="900" b="1">
                <a:solidFill>
                  <a:srgbClr val="FFFFFF"/>
                </a:solidFill>
              </a:defRPr>
            </a:lvl5pPr>
            <a:lvl6pPr algn="r">
              <a:defRPr sz="900" b="1">
                <a:solidFill>
                  <a:srgbClr val="FFFFFF"/>
                </a:solidFill>
              </a:defRPr>
            </a:lvl6pPr>
            <a:lvl7pPr algn="r">
              <a:defRPr sz="900" b="1">
                <a:solidFill>
                  <a:srgbClr val="FFFFFF"/>
                </a:solidFill>
              </a:defRPr>
            </a:lvl7pPr>
            <a:lvl8pPr algn="r">
              <a:defRPr sz="900" b="1">
                <a:solidFill>
                  <a:srgbClr val="FFFFFF"/>
                </a:solidFill>
              </a:defRPr>
            </a:lvl8pPr>
            <a:lvl9pPr algn="r">
              <a:defRPr sz="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639149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15BC1-D1D4-489A-955D-9C7F13475D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4b5449c1e2476e"/>
          <a:srcRect xmlns:a="http://schemas.openxmlformats.org/drawingml/2006/main" l="24392" t="0" r="243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4686C-7ADB-4313-BE10-9D4342E0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7F6E"/>
                </a:solidFill>
              </a:defRPr>
            </a:defPPr>
            <a:lvl1pPr>
              <a:defRPr sz="975" b="1">
                <a:solidFill>
                  <a:srgbClr val="0A7F6E"/>
                </a:solidFill>
              </a:defRPr>
            </a:lvl1pPr>
            <a:lvl2pPr>
              <a:defRPr sz="975" b="1">
                <a:solidFill>
                  <a:srgbClr val="0A7F6E"/>
                </a:solidFill>
              </a:defRPr>
            </a:lvl2pPr>
            <a:lvl3pPr>
              <a:defRPr sz="975" b="1">
                <a:solidFill>
                  <a:srgbClr val="0A7F6E"/>
                </a:solidFill>
              </a:defRPr>
            </a:lvl3pPr>
            <a:lvl4pPr>
              <a:defRPr sz="975" b="1">
                <a:solidFill>
                  <a:srgbClr val="0A7F6E"/>
                </a:solidFill>
              </a:defRPr>
            </a:lvl4pPr>
            <a:lvl5pPr>
              <a:defRPr sz="975" b="1">
                <a:solidFill>
                  <a:srgbClr val="0A7F6E"/>
                </a:solidFill>
              </a:defRPr>
            </a:lvl5pPr>
            <a:lvl6pPr>
              <a:defRPr sz="975" b="1">
                <a:solidFill>
                  <a:srgbClr val="0A7F6E"/>
                </a:solidFill>
              </a:defRPr>
            </a:lvl6pPr>
            <a:lvl7pPr>
              <a:defRPr sz="975" b="1">
                <a:solidFill>
                  <a:srgbClr val="0A7F6E"/>
                </a:solidFill>
              </a:defRPr>
            </a:lvl7pPr>
            <a:lvl8pPr>
              <a:defRPr sz="975" b="1">
                <a:solidFill>
                  <a:srgbClr val="0A7F6E"/>
                </a:solidFill>
              </a:defRPr>
            </a:lvl8pPr>
            <a:lvl9pPr>
              <a:defRPr sz="975" b="1">
                <a:solidFill>
                  <a:srgbClr val="0A7F6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7F6E"/>
                </a:solidFill>
              </a:defRPr>
            </a:pPr>
            <a:r>
              <a:rPr sz="975" b="1">
                <a:solidFill>
                  <a:srgbClr val="0A7F6E"/>
                </a:solidFill>
              </a:rPr>
              <a:t>КОМАНДА / QETTYQ 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EBE62-F250-4B06-A819-DB1E6598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619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75" b="1">
                <a:solidFill>
                  <a:srgbClr val="0F1113"/>
                </a:solidFill>
              </a:defRPr>
            </a:defPPr>
            <a:lvl1pPr>
              <a:defRPr sz="3975" b="1">
                <a:solidFill>
                  <a:srgbClr val="0F1113"/>
                </a:solidFill>
              </a:defRPr>
            </a:lvl1pPr>
            <a:lvl2pPr>
              <a:defRPr sz="3975" b="1">
                <a:solidFill>
                  <a:srgbClr val="0F1113"/>
                </a:solidFill>
              </a:defRPr>
            </a:lvl2pPr>
            <a:lvl3pPr>
              <a:defRPr sz="3975" b="1">
                <a:solidFill>
                  <a:srgbClr val="0F1113"/>
                </a:solidFill>
              </a:defRPr>
            </a:lvl3pPr>
            <a:lvl4pPr>
              <a:defRPr sz="3975" b="1">
                <a:solidFill>
                  <a:srgbClr val="0F1113"/>
                </a:solidFill>
              </a:defRPr>
            </a:lvl4pPr>
            <a:lvl5pPr>
              <a:defRPr sz="3975" b="1">
                <a:solidFill>
                  <a:srgbClr val="0F1113"/>
                </a:solidFill>
              </a:defRPr>
            </a:lvl5pPr>
            <a:lvl6pPr>
              <a:defRPr sz="3975" b="1">
                <a:solidFill>
                  <a:srgbClr val="0F1113"/>
                </a:solidFill>
              </a:defRPr>
            </a:lvl6pPr>
            <a:lvl7pPr>
              <a:defRPr sz="3975" b="1">
                <a:solidFill>
                  <a:srgbClr val="0F1113"/>
                </a:solidFill>
              </a:defRPr>
            </a:lvl7pPr>
            <a:lvl8pPr>
              <a:defRPr sz="3975" b="1">
                <a:solidFill>
                  <a:srgbClr val="0F1113"/>
                </a:solidFill>
              </a:defRPr>
            </a:lvl8pPr>
            <a:lvl9pPr>
              <a:defRPr sz="3975" b="1">
                <a:solidFill>
                  <a:srgbClr val="0F1113"/>
                </a:solidFill>
              </a:defRPr>
            </a:lvl9pPr>
          </a:lstStyle>
          <a:p xmlns:a="http://schemas.openxmlformats.org/drawingml/2006/main">
            <a:pPr>
              <a:defRPr sz="3975" b="1">
                <a:solidFill>
                  <a:srgbClr val="0F1113"/>
                </a:solidFill>
              </a:defRPr>
            </a:pPr>
            <a:r>
              <a:rPr sz="3975" b="1">
                <a:solidFill>
                  <a:srgbClr val="0F1113"/>
                </a:solidFill>
              </a:rPr>
              <a:t>Проверим, куда</a:t>
            </a:r>
          </a:p>
          <a:p xmlns:a="http://schemas.openxmlformats.org/drawingml/2006/main">
            <a:pPr>
              <a:defRPr sz="3975" b="1">
                <a:solidFill>
                  <a:srgbClr val="0F1113"/>
                </a:solidFill>
              </a:defRPr>
            </a:pPr>
            <a:r>
              <a:rPr sz="3975" b="1">
                <a:solidFill>
                  <a:srgbClr val="0F1113"/>
                </a:solidFill>
              </a:rPr>
              <a:t>пойти сегодня.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FAC1A-4B62-4342-A6FB-A5922049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A7F6E"/>
                </a:solidFill>
              </a:defRPr>
            </a:defPPr>
            <a:lvl1pPr>
              <a:defRPr sz="1725" b="1">
                <a:solidFill>
                  <a:srgbClr val="0A7F6E"/>
                </a:solidFill>
              </a:defRPr>
            </a:lvl1pPr>
            <a:lvl2pPr>
              <a:defRPr sz="1725" b="1">
                <a:solidFill>
                  <a:srgbClr val="0A7F6E"/>
                </a:solidFill>
              </a:defRPr>
            </a:lvl2pPr>
            <a:lvl3pPr>
              <a:defRPr sz="1725" b="1">
                <a:solidFill>
                  <a:srgbClr val="0A7F6E"/>
                </a:solidFill>
              </a:defRPr>
            </a:lvl3pPr>
            <a:lvl4pPr>
              <a:defRPr sz="1725" b="1">
                <a:solidFill>
                  <a:srgbClr val="0A7F6E"/>
                </a:solidFill>
              </a:defRPr>
            </a:lvl4pPr>
            <a:lvl5pPr>
              <a:defRPr sz="1725" b="1">
                <a:solidFill>
                  <a:srgbClr val="0A7F6E"/>
                </a:solidFill>
              </a:defRPr>
            </a:lvl5pPr>
            <a:lvl6pPr>
              <a:defRPr sz="1725" b="1">
                <a:solidFill>
                  <a:srgbClr val="0A7F6E"/>
                </a:solidFill>
              </a:defRPr>
            </a:lvl6pPr>
            <a:lvl7pPr>
              <a:defRPr sz="1725" b="1">
                <a:solidFill>
                  <a:srgbClr val="0A7F6E"/>
                </a:solidFill>
              </a:defRPr>
            </a:lvl7pPr>
            <a:lvl8pPr>
              <a:defRPr sz="1725" b="1">
                <a:solidFill>
                  <a:srgbClr val="0A7F6E"/>
                </a:solidFill>
              </a:defRPr>
            </a:lvl8pPr>
            <a:lvl9pPr>
              <a:defRPr sz="1725" b="1">
                <a:solidFill>
                  <a:srgbClr val="0A7F6E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A7F6E"/>
                </a:solidFill>
              </a:defRPr>
            </a:pPr>
            <a:r>
              <a:rPr sz="1725" b="1">
                <a:solidFill>
                  <a:srgbClr val="0A7F6E"/>
                </a:solidFill>
              </a:rPr>
              <a:t>Tim Asproyanidi</a:t>
            </a:r>
          </a:p>
          <a:p xmlns:a="http://schemas.openxmlformats.org/drawingml/2006/main">
            <a:pPr>
              <a:defRPr sz="1725" b="1">
                <a:solidFill>
                  <a:srgbClr val="0A7F6E"/>
                </a:solidFill>
              </a:defRPr>
            </a:pPr>
            <a:r>
              <a:rPr sz="1725" b="1">
                <a:solidFill>
                  <a:srgbClr val="0A7F6E"/>
                </a:solidFill>
              </a:rPr>
              <a:t>Qaragandy · Boostseller.kz</a:t>
            </a:r>
          </a:p>
          <a:p xmlns:a="http://schemas.openxmlformats.org/drawingml/2006/main">
            <a:pPr>
              <a:defRPr sz="1725" b="1">
                <a:solidFill>
                  <a:srgbClr val="0A7F6E"/>
                </a:solidFill>
              </a:defRPr>
            </a:pPr>
            <a:r>
              <a:rPr sz="1725" b="1">
                <a:solidFill>
                  <a:srgbClr val="0A7F6E"/>
                </a:solidFill>
              </a:rPr>
              <a:t>+7 777 836 8576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8F148-2466-4C98-9F6F-9D86F944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44386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F11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8CC47-CBB6-44E5-AEF3-BEB7E427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5302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  <a:lvl1pPr>
              <a:defRPr sz="1275" b="1">
                <a:solidFill>
                  <a:srgbClr val="FFFFFF"/>
                </a:solidFill>
              </a:defRPr>
            </a:lvl1pPr>
            <a:lvl2pPr>
              <a:defRPr sz="1275" b="1">
                <a:solidFill>
                  <a:srgbClr val="FFFFFF"/>
                </a:solidFill>
              </a:defRPr>
            </a:lvl2pPr>
            <a:lvl3pPr>
              <a:defRPr sz="1275" b="1">
                <a:solidFill>
                  <a:srgbClr val="FFFFFF"/>
                </a:solidFill>
              </a:defRPr>
            </a:lvl3pPr>
            <a:lvl4pPr>
              <a:defRPr sz="1275" b="1">
                <a:solidFill>
                  <a:srgbClr val="FFFFFF"/>
                </a:solidFill>
              </a:defRPr>
            </a:lvl4pPr>
            <a:lvl5pPr>
              <a:defRPr sz="1275" b="1">
                <a:solidFill>
                  <a:srgbClr val="FFFFFF"/>
                </a:solidFill>
              </a:defRPr>
            </a:lvl5pPr>
            <a:lvl6pPr>
              <a:defRPr sz="1275" b="1">
                <a:solidFill>
                  <a:srgbClr val="FFFFFF"/>
                </a:solidFill>
              </a:defRPr>
            </a:lvl6pPr>
            <a:lvl7pPr>
              <a:defRPr sz="1275" b="1">
                <a:solidFill>
                  <a:srgbClr val="FFFFFF"/>
                </a:solidFill>
              </a:defRPr>
            </a:lvl7pPr>
            <a:lvl8pPr>
              <a:defRPr sz="1275" b="1">
                <a:solidFill>
                  <a:srgbClr val="FFFFFF"/>
                </a:solidFill>
              </a:defRPr>
            </a:lvl8pPr>
            <a:lvl9pPr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github.com/timyname/QETTYQ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D1B01D-AC53-4846-A434-5512DC98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8A8D90"/>
                </a:solidFill>
              </a:defRPr>
            </a:defPPr>
            <a:lvl1pPr>
              <a:defRPr sz="750" b="1">
                <a:solidFill>
                  <a:srgbClr val="8A8D90"/>
                </a:solidFill>
              </a:defRPr>
            </a:lvl1pPr>
            <a:lvl2pPr>
              <a:defRPr sz="750" b="1">
                <a:solidFill>
                  <a:srgbClr val="8A8D90"/>
                </a:solidFill>
              </a:defRPr>
            </a:lvl2pPr>
            <a:lvl3pPr>
              <a:defRPr sz="750" b="1">
                <a:solidFill>
                  <a:srgbClr val="8A8D90"/>
                </a:solidFill>
              </a:defRPr>
            </a:lvl3pPr>
            <a:lvl4pPr>
              <a:defRPr sz="750" b="1">
                <a:solidFill>
                  <a:srgbClr val="8A8D90"/>
                </a:solidFill>
              </a:defRPr>
            </a:lvl4pPr>
            <a:lvl5pPr>
              <a:defRPr sz="750" b="1">
                <a:solidFill>
                  <a:srgbClr val="8A8D90"/>
                </a:solidFill>
              </a:defRPr>
            </a:lvl5pPr>
            <a:lvl6pPr>
              <a:defRPr sz="750" b="1">
                <a:solidFill>
                  <a:srgbClr val="8A8D90"/>
                </a:solidFill>
              </a:defRPr>
            </a:lvl6pPr>
            <a:lvl7pPr>
              <a:defRPr sz="750" b="1">
                <a:solidFill>
                  <a:srgbClr val="8A8D90"/>
                </a:solidFill>
              </a:defRPr>
            </a:lvl7pPr>
            <a:lvl8pPr>
              <a:defRPr sz="750" b="1">
                <a:solidFill>
                  <a:srgbClr val="8A8D90"/>
                </a:solidFill>
              </a:defRPr>
            </a:lvl8pPr>
            <a:lvl9pPr>
              <a:defRPr sz="750" b="1">
                <a:solidFill>
                  <a:srgbClr val="8A8D90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8A8D90"/>
                </a:solidFill>
              </a:defRPr>
            </a:pPr>
            <a:r>
              <a:rPr sz="750" b="1">
                <a:solidFill>
                  <a:srgbClr val="8A8D90"/>
                </a:solidFill>
              </a:rPr>
              <a:t>QETTYQ APP · QARAGANDY / ASTANA PILOT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A67405-B3F7-4E66-AF94-42481A5B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0F1113"/>
                </a:solidFill>
              </a:defRPr>
            </a:defPPr>
            <a:lvl1pPr algn="r">
              <a:defRPr sz="900" b="1">
                <a:solidFill>
                  <a:srgbClr val="0F1113"/>
                </a:solidFill>
              </a:defRPr>
            </a:lvl1pPr>
            <a:lvl2pPr algn="r">
              <a:defRPr sz="900" b="1">
                <a:solidFill>
                  <a:srgbClr val="0F1113"/>
                </a:solidFill>
              </a:defRPr>
            </a:lvl2pPr>
            <a:lvl3pPr algn="r">
              <a:defRPr sz="900" b="1">
                <a:solidFill>
                  <a:srgbClr val="0F1113"/>
                </a:solidFill>
              </a:defRPr>
            </a:lvl3pPr>
            <a:lvl4pPr algn="r">
              <a:defRPr sz="900" b="1">
                <a:solidFill>
                  <a:srgbClr val="0F1113"/>
                </a:solidFill>
              </a:defRPr>
            </a:lvl4pPr>
            <a:lvl5pPr algn="r">
              <a:defRPr sz="900" b="1">
                <a:solidFill>
                  <a:srgbClr val="0F1113"/>
                </a:solidFill>
              </a:defRPr>
            </a:lvl5pPr>
            <a:lvl6pPr algn="r">
              <a:defRPr sz="900" b="1">
                <a:solidFill>
                  <a:srgbClr val="0F1113"/>
                </a:solidFill>
              </a:defRPr>
            </a:lvl6pPr>
            <a:lvl7pPr algn="r">
              <a:defRPr sz="900" b="1">
                <a:solidFill>
                  <a:srgbClr val="0F1113"/>
                </a:solidFill>
              </a:defRPr>
            </a:lvl7pPr>
            <a:lvl8pPr algn="r">
              <a:defRPr sz="900" b="1">
                <a:solidFill>
                  <a:srgbClr val="0F1113"/>
                </a:solidFill>
              </a:defRPr>
            </a:lvl8pPr>
            <a:lvl9pPr algn="r">
              <a:defRPr sz="900" b="1">
                <a:solidFill>
                  <a:srgbClr val="0F1113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0F1113"/>
                </a:solidFill>
              </a:defRPr>
            </a:pPr>
            <a:r>
              <a:rPr sz="900" b="1">
                <a:solidFill>
                  <a:srgbClr val="0F1113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033815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2026-10-19T17:01:56.0420000Z</dcterms:created>
  <dcterms:modified xsi:type="dcterms:W3CDTF">2026-10-19T17:01:56.0420000Z</dcterms:modified>
</coreProperties>
</file>